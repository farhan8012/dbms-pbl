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jpg" ContentType="image/jp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1B4A4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1B4A4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1B4A4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10258" y="1814843"/>
            <a:ext cx="7643495" cy="6619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F332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1B4A4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BBD8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0258" y="810253"/>
            <a:ext cx="8038466" cy="10109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1B4A4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5334" y="2116454"/>
            <a:ext cx="8324850" cy="3702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0220" rIns="0" bIns="0" rtlCol="0" vert="horz">
            <a:spAutoFit/>
          </a:bodyPr>
          <a:lstStyle/>
          <a:p>
            <a:pPr marL="287020">
              <a:lnSpc>
                <a:spcPct val="100000"/>
              </a:lnSpc>
              <a:spcBef>
                <a:spcPts val="100"/>
              </a:spcBef>
            </a:pPr>
            <a:r>
              <a:rPr dirty="0" sz="3900" b="0">
                <a:latin typeface="Cambria"/>
                <a:cs typeface="Cambria"/>
              </a:rPr>
              <a:t>Database</a:t>
            </a:r>
            <a:r>
              <a:rPr dirty="0" sz="3900" spc="-50" b="0">
                <a:latin typeface="Cambria"/>
                <a:cs typeface="Cambria"/>
              </a:rPr>
              <a:t> </a:t>
            </a:r>
            <a:r>
              <a:rPr dirty="0" sz="3900" b="0">
                <a:latin typeface="Cambria"/>
                <a:cs typeface="Cambria"/>
              </a:rPr>
              <a:t>Management</a:t>
            </a:r>
            <a:r>
              <a:rPr dirty="0" sz="3900" spc="-55" b="0">
                <a:latin typeface="Cambria"/>
                <a:cs typeface="Cambria"/>
              </a:rPr>
              <a:t> </a:t>
            </a:r>
            <a:r>
              <a:rPr dirty="0" sz="3900" spc="-20" b="0">
                <a:latin typeface="Cambria"/>
                <a:cs typeface="Cambria"/>
              </a:rPr>
              <a:t>System</a:t>
            </a:r>
            <a:r>
              <a:rPr dirty="0" sz="3900" spc="-50" b="0">
                <a:latin typeface="Cambria"/>
                <a:cs typeface="Cambria"/>
              </a:rPr>
              <a:t> </a:t>
            </a:r>
            <a:r>
              <a:rPr dirty="0" sz="3900" b="0">
                <a:latin typeface="Cambria"/>
                <a:cs typeface="Cambria"/>
              </a:rPr>
              <a:t>–</a:t>
            </a:r>
            <a:r>
              <a:rPr dirty="0" sz="3900" spc="-55" b="0">
                <a:latin typeface="Cambria"/>
                <a:cs typeface="Cambria"/>
              </a:rPr>
              <a:t> </a:t>
            </a:r>
            <a:r>
              <a:rPr dirty="0" sz="3900" spc="-25" b="0">
                <a:latin typeface="Cambria"/>
                <a:cs typeface="Cambria"/>
              </a:rPr>
              <a:t>PBL</a:t>
            </a:r>
            <a:endParaRPr sz="39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4580" y="2652578"/>
            <a:ext cx="8154670" cy="3020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dirty="0" sz="6000" b="1">
                <a:solidFill>
                  <a:srgbClr val="1B4A4A"/>
                </a:solidFill>
                <a:latin typeface="Cambria"/>
                <a:cs typeface="Cambria"/>
              </a:rPr>
              <a:t>Campus</a:t>
            </a:r>
            <a:r>
              <a:rPr dirty="0" sz="6000" spc="-260" b="1">
                <a:solidFill>
                  <a:srgbClr val="1B4A4A"/>
                </a:solidFill>
                <a:latin typeface="Cambria"/>
                <a:cs typeface="Cambria"/>
              </a:rPr>
              <a:t> </a:t>
            </a:r>
            <a:r>
              <a:rPr dirty="0" sz="6000" spc="-10" b="1">
                <a:solidFill>
                  <a:srgbClr val="1B4A4A"/>
                </a:solidFill>
                <a:latin typeface="Cambria"/>
                <a:cs typeface="Cambria"/>
              </a:rPr>
              <a:t>Placement</a:t>
            </a:r>
            <a:r>
              <a:rPr dirty="0" sz="6000" spc="-240" b="1">
                <a:solidFill>
                  <a:srgbClr val="1B4A4A"/>
                </a:solidFill>
                <a:latin typeface="Cambria"/>
                <a:cs typeface="Cambria"/>
              </a:rPr>
              <a:t> </a:t>
            </a:r>
            <a:r>
              <a:rPr dirty="0" sz="6000" spc="-25" b="1">
                <a:solidFill>
                  <a:srgbClr val="1B4A4A"/>
                </a:solidFill>
                <a:latin typeface="Cambria"/>
                <a:cs typeface="Cambria"/>
              </a:rPr>
              <a:t>and </a:t>
            </a:r>
            <a:r>
              <a:rPr dirty="0" sz="6000" b="1">
                <a:solidFill>
                  <a:srgbClr val="1B4A4A"/>
                </a:solidFill>
                <a:latin typeface="Cambria"/>
                <a:cs typeface="Cambria"/>
              </a:rPr>
              <a:t>Recruitment</a:t>
            </a:r>
            <a:r>
              <a:rPr dirty="0" sz="6000" spc="-235" b="1">
                <a:solidFill>
                  <a:srgbClr val="1B4A4A"/>
                </a:solidFill>
                <a:latin typeface="Cambria"/>
                <a:cs typeface="Cambria"/>
              </a:rPr>
              <a:t> </a:t>
            </a:r>
            <a:r>
              <a:rPr dirty="0" sz="6000" spc="-10" b="1">
                <a:solidFill>
                  <a:srgbClr val="1B4A4A"/>
                </a:solidFill>
                <a:latin typeface="Cambria"/>
                <a:cs typeface="Cambria"/>
              </a:rPr>
              <a:t>Drive Management</a:t>
            </a:r>
            <a:r>
              <a:rPr dirty="0" sz="6000" spc="-310" b="1">
                <a:solidFill>
                  <a:srgbClr val="1B4A4A"/>
                </a:solidFill>
                <a:latin typeface="Cambria"/>
                <a:cs typeface="Cambria"/>
              </a:rPr>
              <a:t> </a:t>
            </a:r>
            <a:r>
              <a:rPr dirty="0" sz="6000" spc="-10" b="1">
                <a:solidFill>
                  <a:srgbClr val="1B4A4A"/>
                </a:solidFill>
                <a:latin typeface="Cambria"/>
                <a:cs typeface="Cambria"/>
              </a:rPr>
              <a:t>System</a:t>
            </a:r>
            <a:endParaRPr sz="60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3400" y="7115175"/>
            <a:ext cx="8572500" cy="2914650"/>
            <a:chOff x="533400" y="7115175"/>
            <a:chExt cx="8572500" cy="29146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7115175"/>
              <a:ext cx="8572500" cy="29146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55153" y="7199091"/>
              <a:ext cx="8329295" cy="2673985"/>
            </a:xfrm>
            <a:custGeom>
              <a:avLst/>
              <a:gdLst/>
              <a:ahLst/>
              <a:cxnLst/>
              <a:rect l="l" t="t" r="r" b="b"/>
              <a:pathLst>
                <a:path w="8329295" h="2673984">
                  <a:moveTo>
                    <a:pt x="7942376" y="0"/>
                  </a:moveTo>
                  <a:lnTo>
                    <a:pt x="392874" y="0"/>
                  </a:lnTo>
                  <a:lnTo>
                    <a:pt x="380022" y="152"/>
                  </a:lnTo>
                  <a:lnTo>
                    <a:pt x="341591" y="3314"/>
                  </a:lnTo>
                  <a:lnTo>
                    <a:pt x="303644" y="10210"/>
                  </a:lnTo>
                  <a:lnTo>
                    <a:pt x="266573" y="20802"/>
                  </a:lnTo>
                  <a:lnTo>
                    <a:pt x="230708" y="34975"/>
                  </a:lnTo>
                  <a:lnTo>
                    <a:pt x="196405" y="52590"/>
                  </a:lnTo>
                  <a:lnTo>
                    <a:pt x="163995" y="73482"/>
                  </a:lnTo>
                  <a:lnTo>
                    <a:pt x="133794" y="97459"/>
                  </a:lnTo>
                  <a:lnTo>
                    <a:pt x="106083" y="124269"/>
                  </a:lnTo>
                  <a:lnTo>
                    <a:pt x="81140" y="153682"/>
                  </a:lnTo>
                  <a:lnTo>
                    <a:pt x="59194" y="185381"/>
                  </a:lnTo>
                  <a:lnTo>
                    <a:pt x="40462" y="219087"/>
                  </a:lnTo>
                  <a:lnTo>
                    <a:pt x="25133" y="254469"/>
                  </a:lnTo>
                  <a:lnTo>
                    <a:pt x="13335" y="291185"/>
                  </a:lnTo>
                  <a:lnTo>
                    <a:pt x="5194" y="328866"/>
                  </a:lnTo>
                  <a:lnTo>
                    <a:pt x="787" y="367182"/>
                  </a:lnTo>
                  <a:lnTo>
                    <a:pt x="0" y="386448"/>
                  </a:lnTo>
                  <a:lnTo>
                    <a:pt x="0" y="2281059"/>
                  </a:lnTo>
                  <a:lnTo>
                    <a:pt x="3302" y="2332354"/>
                  </a:lnTo>
                  <a:lnTo>
                    <a:pt x="10210" y="2370289"/>
                  </a:lnTo>
                  <a:lnTo>
                    <a:pt x="20789" y="2407373"/>
                  </a:lnTo>
                  <a:lnTo>
                    <a:pt x="34963" y="2443225"/>
                  </a:lnTo>
                  <a:lnTo>
                    <a:pt x="52590" y="2477528"/>
                  </a:lnTo>
                  <a:lnTo>
                    <a:pt x="73482" y="2509939"/>
                  </a:lnTo>
                  <a:lnTo>
                    <a:pt x="97447" y="2540152"/>
                  </a:lnTo>
                  <a:lnTo>
                    <a:pt x="124269" y="2567851"/>
                  </a:lnTo>
                  <a:lnTo>
                    <a:pt x="153670" y="2592806"/>
                  </a:lnTo>
                  <a:lnTo>
                    <a:pt x="185381" y="2614739"/>
                  </a:lnTo>
                  <a:lnTo>
                    <a:pt x="219087" y="2633471"/>
                  </a:lnTo>
                  <a:lnTo>
                    <a:pt x="254457" y="2648813"/>
                  </a:lnTo>
                  <a:lnTo>
                    <a:pt x="291172" y="2660611"/>
                  </a:lnTo>
                  <a:lnTo>
                    <a:pt x="328866" y="2668752"/>
                  </a:lnTo>
                  <a:lnTo>
                    <a:pt x="367169" y="2673159"/>
                  </a:lnTo>
                  <a:lnTo>
                    <a:pt x="386448" y="2673946"/>
                  </a:lnTo>
                  <a:lnTo>
                    <a:pt x="7935950" y="2673946"/>
                  </a:lnTo>
                  <a:lnTo>
                    <a:pt x="7987233" y="2670632"/>
                  </a:lnTo>
                  <a:lnTo>
                    <a:pt x="8025168" y="2663736"/>
                  </a:lnTo>
                  <a:lnTo>
                    <a:pt x="8062252" y="2653144"/>
                  </a:lnTo>
                  <a:lnTo>
                    <a:pt x="8098116" y="2638971"/>
                  </a:lnTo>
                  <a:lnTo>
                    <a:pt x="8132419" y="2621356"/>
                  </a:lnTo>
                  <a:lnTo>
                    <a:pt x="8164817" y="2600451"/>
                  </a:lnTo>
                  <a:lnTo>
                    <a:pt x="8195017" y="2576487"/>
                  </a:lnTo>
                  <a:lnTo>
                    <a:pt x="8222729" y="2549677"/>
                  </a:lnTo>
                  <a:lnTo>
                    <a:pt x="8247684" y="2520264"/>
                  </a:lnTo>
                  <a:lnTo>
                    <a:pt x="8269630" y="2488564"/>
                  </a:lnTo>
                  <a:lnTo>
                    <a:pt x="8288362" y="2454859"/>
                  </a:lnTo>
                  <a:lnTo>
                    <a:pt x="8303691" y="2419476"/>
                  </a:lnTo>
                  <a:lnTo>
                    <a:pt x="8315490" y="2382761"/>
                  </a:lnTo>
                  <a:lnTo>
                    <a:pt x="8323630" y="2345067"/>
                  </a:lnTo>
                  <a:lnTo>
                    <a:pt x="8328037" y="2306764"/>
                  </a:lnTo>
                  <a:lnTo>
                    <a:pt x="8328825" y="2287485"/>
                  </a:lnTo>
                  <a:lnTo>
                    <a:pt x="8328825" y="392874"/>
                  </a:lnTo>
                  <a:lnTo>
                    <a:pt x="8325523" y="341591"/>
                  </a:lnTo>
                  <a:lnTo>
                    <a:pt x="8318614" y="303656"/>
                  </a:lnTo>
                  <a:lnTo>
                    <a:pt x="8308022" y="266572"/>
                  </a:lnTo>
                  <a:lnTo>
                    <a:pt x="8293861" y="230720"/>
                  </a:lnTo>
                  <a:lnTo>
                    <a:pt x="8276234" y="196418"/>
                  </a:lnTo>
                  <a:lnTo>
                    <a:pt x="8255342" y="164007"/>
                  </a:lnTo>
                  <a:lnTo>
                    <a:pt x="8231365" y="133807"/>
                  </a:lnTo>
                  <a:lnTo>
                    <a:pt x="8204555" y="106095"/>
                  </a:lnTo>
                  <a:lnTo>
                    <a:pt x="8175155" y="81140"/>
                  </a:lnTo>
                  <a:lnTo>
                    <a:pt x="8143443" y="59194"/>
                  </a:lnTo>
                  <a:lnTo>
                    <a:pt x="8109737" y="40474"/>
                  </a:lnTo>
                  <a:lnTo>
                    <a:pt x="8074355" y="25133"/>
                  </a:lnTo>
                  <a:lnTo>
                    <a:pt x="8037639" y="13334"/>
                  </a:lnTo>
                  <a:lnTo>
                    <a:pt x="7999958" y="5194"/>
                  </a:lnTo>
                  <a:lnTo>
                    <a:pt x="7961642" y="787"/>
                  </a:lnTo>
                  <a:lnTo>
                    <a:pt x="79423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564639" y="7367234"/>
            <a:ext cx="2270125" cy="224536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2500" spc="-25">
                <a:solidFill>
                  <a:srgbClr val="5C7A70"/>
                </a:solidFill>
                <a:latin typeface="Calibri"/>
                <a:cs typeface="Calibri"/>
              </a:rPr>
              <a:t>by</a:t>
            </a:r>
            <a:endParaRPr sz="2500">
              <a:latin typeface="Calibri"/>
              <a:cs typeface="Calibri"/>
            </a:endParaRPr>
          </a:p>
          <a:p>
            <a:pPr marL="12700" marR="5080">
              <a:lnSpc>
                <a:spcPts val="4540"/>
              </a:lnSpc>
              <a:spcBef>
                <a:spcPts val="105"/>
              </a:spcBef>
            </a:pPr>
            <a:r>
              <a:rPr dirty="0" sz="2900" b="1">
                <a:solidFill>
                  <a:srgbClr val="1B4A4A"/>
                </a:solidFill>
                <a:latin typeface="Calibri"/>
                <a:cs typeface="Calibri"/>
              </a:rPr>
              <a:t>Farhan</a:t>
            </a:r>
            <a:r>
              <a:rPr dirty="0" sz="2900" spc="-80" b="1">
                <a:solidFill>
                  <a:srgbClr val="1B4A4A"/>
                </a:solidFill>
                <a:latin typeface="Calibri"/>
                <a:cs typeface="Calibri"/>
              </a:rPr>
              <a:t> </a:t>
            </a:r>
            <a:r>
              <a:rPr dirty="0" sz="2900" spc="-10" b="1">
                <a:solidFill>
                  <a:srgbClr val="1B4A4A"/>
                </a:solidFill>
                <a:latin typeface="Calibri"/>
                <a:cs typeface="Calibri"/>
              </a:rPr>
              <a:t>Ansari </a:t>
            </a:r>
            <a:r>
              <a:rPr dirty="0" sz="2900">
                <a:solidFill>
                  <a:srgbClr val="1F332F"/>
                </a:solidFill>
                <a:latin typeface="Calibri"/>
                <a:cs typeface="Calibri"/>
              </a:rPr>
              <a:t>AIML</a:t>
            </a:r>
            <a:r>
              <a:rPr dirty="0" sz="2900" spc="-2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1F332F"/>
                </a:solidFill>
                <a:latin typeface="Calibri"/>
                <a:cs typeface="Calibri"/>
              </a:rPr>
              <a:t>RHINOS </a:t>
            </a:r>
            <a:r>
              <a:rPr dirty="0" sz="2900" spc="-10">
                <a:solidFill>
                  <a:srgbClr val="1F332F"/>
                </a:solidFill>
                <a:latin typeface="Calibri"/>
                <a:cs typeface="Calibri"/>
              </a:rPr>
              <a:t>25WU0102074</a:t>
            </a:r>
            <a:endParaRPr sz="2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10887" y="1663960"/>
            <a:ext cx="6057011" cy="60570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09185"/>
            <a:ext cx="29927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35" b="1">
                <a:solidFill>
                  <a:srgbClr val="D98E3C"/>
                </a:solidFill>
                <a:latin typeface="Calibri"/>
                <a:cs typeface="Calibri"/>
              </a:rPr>
              <a:t>WH</a:t>
            </a:r>
            <a:r>
              <a:rPr dirty="0" sz="1800" spc="-11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75" b="1">
                <a:solidFill>
                  <a:srgbClr val="D98E3C"/>
                </a:solidFill>
                <a:latin typeface="Calibri"/>
                <a:cs typeface="Calibri"/>
              </a:rPr>
              <a:t>AT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150" b="1">
                <a:solidFill>
                  <a:srgbClr val="D98E3C"/>
                </a:solidFill>
                <a:latin typeface="Calibri"/>
                <a:cs typeface="Calibri"/>
              </a:rPr>
              <a:t>IS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200" b="1">
                <a:solidFill>
                  <a:srgbClr val="D98E3C"/>
                </a:solidFill>
                <a:latin typeface="Calibri"/>
                <a:cs typeface="Calibri"/>
              </a:rPr>
              <a:t>THE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140" b="1">
                <a:solidFill>
                  <a:srgbClr val="D98E3C"/>
                </a:solidFill>
                <a:latin typeface="Calibri"/>
                <a:cs typeface="Calibri"/>
              </a:rPr>
              <a:t>PR</a:t>
            </a:r>
            <a:r>
              <a:rPr dirty="0" sz="1800" spc="-1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O</a:t>
            </a:r>
            <a:r>
              <a:rPr dirty="0" sz="1800" spc="-1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140" b="1">
                <a:solidFill>
                  <a:srgbClr val="D98E3C"/>
                </a:solidFill>
                <a:latin typeface="Calibri"/>
                <a:cs typeface="Calibri"/>
              </a:rPr>
              <a:t>JE</a:t>
            </a:r>
            <a:r>
              <a:rPr dirty="0" sz="1800" spc="-13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C</a:t>
            </a:r>
            <a:r>
              <a:rPr dirty="0" sz="1800" spc="-9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120" b="1">
                <a:solidFill>
                  <a:srgbClr val="D98E3C"/>
                </a:solidFill>
                <a:latin typeface="Calibri"/>
                <a:cs typeface="Calibri"/>
              </a:rPr>
              <a:t>T? 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57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10">
                <a:latin typeface="Cambria"/>
                <a:cs typeface="Cambria"/>
              </a:rPr>
              <a:t>Introduction</a:t>
            </a:r>
            <a:endParaRPr sz="52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5008" y="2955364"/>
            <a:ext cx="8915400" cy="41243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8099"/>
              </a:lnSpc>
              <a:spcBef>
                <a:spcPts val="90"/>
              </a:spcBef>
            </a:pP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The</a:t>
            </a:r>
            <a:r>
              <a:rPr dirty="0" sz="3500" spc="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Campus</a:t>
            </a:r>
            <a:r>
              <a:rPr dirty="0" sz="3500" spc="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Placement</a:t>
            </a:r>
            <a:r>
              <a:rPr dirty="0" sz="3500" spc="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and</a:t>
            </a:r>
            <a:r>
              <a:rPr dirty="0" sz="3500" spc="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Recruitment</a:t>
            </a:r>
            <a:r>
              <a:rPr dirty="0" sz="3500" spc="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 spc="-10">
                <a:solidFill>
                  <a:srgbClr val="1F332F"/>
                </a:solidFill>
                <a:latin typeface="Calibri"/>
                <a:cs typeface="Calibri"/>
              </a:rPr>
              <a:t>Drive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Management</a:t>
            </a:r>
            <a:r>
              <a:rPr dirty="0" sz="3500" spc="2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System</a:t>
            </a:r>
            <a:r>
              <a:rPr dirty="0" sz="3500" spc="2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is</a:t>
            </a:r>
            <a:r>
              <a:rPr dirty="0" sz="3500" spc="2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a</a:t>
            </a:r>
            <a:r>
              <a:rPr dirty="0" sz="3500" spc="2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database-based</a:t>
            </a:r>
            <a:r>
              <a:rPr dirty="0" sz="3500" spc="2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 spc="-10">
                <a:solidFill>
                  <a:srgbClr val="1F332F"/>
                </a:solidFill>
                <a:latin typeface="Calibri"/>
                <a:cs typeface="Calibri"/>
              </a:rPr>
              <a:t>system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designed</a:t>
            </a:r>
            <a:r>
              <a:rPr dirty="0" sz="3500" spc="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to</a:t>
            </a:r>
            <a:r>
              <a:rPr dirty="0" sz="3500" spc="5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manage</a:t>
            </a:r>
            <a:r>
              <a:rPr dirty="0" sz="3500" spc="5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the</a:t>
            </a:r>
            <a:r>
              <a:rPr dirty="0" sz="3500" spc="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complete</a:t>
            </a:r>
            <a:r>
              <a:rPr dirty="0" sz="3500" spc="5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 spc="-10">
                <a:solidFill>
                  <a:srgbClr val="1F332F"/>
                </a:solidFill>
                <a:latin typeface="Calibri"/>
                <a:cs typeface="Calibri"/>
              </a:rPr>
              <a:t>campus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placement</a:t>
            </a:r>
            <a:r>
              <a:rPr dirty="0" sz="3500" spc="3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process.</a:t>
            </a:r>
            <a:r>
              <a:rPr dirty="0" sz="3500" spc="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It</a:t>
            </a:r>
            <a:r>
              <a:rPr dirty="0" sz="3500" spc="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helps</a:t>
            </a:r>
            <a:r>
              <a:rPr dirty="0" sz="3500" spc="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the</a:t>
            </a:r>
            <a:r>
              <a:rPr dirty="0" sz="3500" spc="3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placement</a:t>
            </a:r>
            <a:r>
              <a:rPr dirty="0" sz="3500" spc="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 spc="-20">
                <a:solidFill>
                  <a:srgbClr val="1F332F"/>
                </a:solidFill>
                <a:latin typeface="Calibri"/>
                <a:cs typeface="Calibri"/>
              </a:rPr>
              <a:t>cell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manage</a:t>
            </a:r>
            <a:r>
              <a:rPr dirty="0" sz="3500" spc="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student</a:t>
            </a:r>
            <a:r>
              <a:rPr dirty="0" sz="3500" spc="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applications</a:t>
            </a:r>
            <a:r>
              <a:rPr dirty="0" sz="3500" spc="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and</a:t>
            </a:r>
            <a:r>
              <a:rPr dirty="0" sz="3500" spc="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 spc="-10">
                <a:solidFill>
                  <a:srgbClr val="1F332F"/>
                </a:solidFill>
                <a:latin typeface="Calibri"/>
                <a:cs typeface="Calibri"/>
              </a:rPr>
              <a:t>recruitment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activities</a:t>
            </a:r>
            <a:r>
              <a:rPr dirty="0" sz="35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in</a:t>
            </a:r>
            <a:r>
              <a:rPr dirty="0" sz="35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an</a:t>
            </a:r>
            <a:r>
              <a:rPr dirty="0" sz="35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organized,</a:t>
            </a:r>
            <a:r>
              <a:rPr dirty="0" sz="35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>
                <a:solidFill>
                  <a:srgbClr val="1F332F"/>
                </a:solidFill>
                <a:latin typeface="Calibri"/>
                <a:cs typeface="Calibri"/>
              </a:rPr>
              <a:t>centralized</a:t>
            </a:r>
            <a:r>
              <a:rPr dirty="0" sz="35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3500" spc="-10">
                <a:solidFill>
                  <a:srgbClr val="1F332F"/>
                </a:solidFill>
                <a:latin typeface="Calibri"/>
                <a:cs typeface="Calibri"/>
              </a:rPr>
              <a:t>manner.</a:t>
            </a:r>
            <a:endParaRPr sz="35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039350" y="1333512"/>
            <a:ext cx="7181850" cy="7448550"/>
            <a:chOff x="10039350" y="1333512"/>
            <a:chExt cx="7181850" cy="74485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39350" y="1333512"/>
              <a:ext cx="7181850" cy="744853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75557" y="1430083"/>
              <a:ext cx="6905624" cy="717994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819130" y="2260031"/>
            <a:ext cx="5665470" cy="4636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solidFill>
                  <a:srgbClr val="1B4A4A"/>
                </a:solidFill>
                <a:latin typeface="Calibri"/>
                <a:cs typeface="Calibri"/>
              </a:rPr>
              <a:t>The</a:t>
            </a:r>
            <a:r>
              <a:rPr dirty="0" sz="2600" spc="-80" b="1">
                <a:solidFill>
                  <a:srgbClr val="1B4A4A"/>
                </a:solidFill>
                <a:latin typeface="Calibri"/>
                <a:cs typeface="Calibri"/>
              </a:rPr>
              <a:t> </a:t>
            </a:r>
            <a:r>
              <a:rPr dirty="0" sz="2600" spc="-20" b="1">
                <a:solidFill>
                  <a:srgbClr val="1B4A4A"/>
                </a:solidFill>
                <a:latin typeface="Calibri"/>
                <a:cs typeface="Calibri"/>
              </a:rPr>
              <a:t>system</a:t>
            </a:r>
            <a:r>
              <a:rPr dirty="0" sz="2600" spc="-80" b="1">
                <a:solidFill>
                  <a:srgbClr val="1B4A4A"/>
                </a:solidFill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1B4A4A"/>
                </a:solidFill>
                <a:latin typeface="Calibri"/>
                <a:cs typeface="Calibri"/>
              </a:rPr>
              <a:t>maintains</a:t>
            </a:r>
            <a:r>
              <a:rPr dirty="0" sz="2600" spc="-75" b="1">
                <a:solidFill>
                  <a:srgbClr val="1B4A4A"/>
                </a:solidFill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1B4A4A"/>
                </a:solidFill>
                <a:latin typeface="Calibri"/>
                <a:cs typeface="Calibri"/>
              </a:rPr>
              <a:t>information</a:t>
            </a:r>
            <a:r>
              <a:rPr dirty="0" sz="2600" spc="-70" b="1">
                <a:solidFill>
                  <a:srgbClr val="1B4A4A"/>
                </a:solidFill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1B4A4A"/>
                </a:solidFill>
                <a:latin typeface="Calibri"/>
                <a:cs typeface="Calibri"/>
              </a:rPr>
              <a:t>about:</a:t>
            </a:r>
            <a:endParaRPr sz="2600">
              <a:latin typeface="Calibri"/>
              <a:cs typeface="Calibri"/>
            </a:endParaRPr>
          </a:p>
          <a:p>
            <a:pPr marL="605790">
              <a:lnSpc>
                <a:spcPct val="100000"/>
              </a:lnSpc>
              <a:spcBef>
                <a:spcPts val="3754"/>
              </a:spcBef>
              <a:tabLst>
                <a:tab pos="3623310" algn="l"/>
              </a:tabLst>
            </a:pPr>
            <a:r>
              <a:rPr dirty="0" sz="2200" spc="-10">
                <a:solidFill>
                  <a:srgbClr val="1F332F"/>
                </a:solidFill>
                <a:latin typeface="Calibri"/>
                <a:cs typeface="Calibri"/>
              </a:rPr>
              <a:t>Students</a:t>
            </a:r>
            <a:r>
              <a:rPr dirty="0" sz="2200">
                <a:solidFill>
                  <a:srgbClr val="1F332F"/>
                </a:solidFill>
                <a:latin typeface="Calibri"/>
                <a:cs typeface="Calibri"/>
              </a:rPr>
              <a:t>	</a:t>
            </a:r>
            <a:r>
              <a:rPr dirty="0" sz="2200" spc="-10">
                <a:solidFill>
                  <a:srgbClr val="1F332F"/>
                </a:solidFill>
                <a:latin typeface="Calibri"/>
                <a:cs typeface="Calibri"/>
              </a:rPr>
              <a:t>Companies</a:t>
            </a:r>
            <a:endParaRPr sz="2200">
              <a:latin typeface="Calibri"/>
              <a:cs typeface="Calibri"/>
            </a:endParaRPr>
          </a:p>
          <a:p>
            <a:pPr marL="605790">
              <a:lnSpc>
                <a:spcPct val="100000"/>
              </a:lnSpc>
              <a:spcBef>
                <a:spcPts val="4054"/>
              </a:spcBef>
              <a:tabLst>
                <a:tab pos="3623310" algn="l"/>
              </a:tabLst>
            </a:pPr>
            <a:r>
              <a:rPr dirty="0" sz="2200">
                <a:solidFill>
                  <a:srgbClr val="1F332F"/>
                </a:solidFill>
                <a:latin typeface="Calibri"/>
                <a:cs typeface="Calibri"/>
              </a:rPr>
              <a:t>Job</a:t>
            </a:r>
            <a:r>
              <a:rPr dirty="0" sz="2200" spc="-1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1F332F"/>
                </a:solidFill>
                <a:latin typeface="Calibri"/>
                <a:cs typeface="Calibri"/>
              </a:rPr>
              <a:t>profiles</a:t>
            </a:r>
            <a:r>
              <a:rPr dirty="0" sz="2200">
                <a:solidFill>
                  <a:srgbClr val="1F332F"/>
                </a:solidFill>
                <a:latin typeface="Calibri"/>
                <a:cs typeface="Calibri"/>
              </a:rPr>
              <a:t>	Placement</a:t>
            </a:r>
            <a:r>
              <a:rPr dirty="0" sz="2200" spc="-7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1F332F"/>
                </a:solidFill>
                <a:latin typeface="Calibri"/>
                <a:cs typeface="Calibri"/>
              </a:rPr>
              <a:t>drives</a:t>
            </a:r>
            <a:endParaRPr sz="2200">
              <a:latin typeface="Calibri"/>
              <a:cs typeface="Calibri"/>
            </a:endParaRPr>
          </a:p>
          <a:p>
            <a:pPr marL="605790">
              <a:lnSpc>
                <a:spcPct val="100000"/>
              </a:lnSpc>
              <a:spcBef>
                <a:spcPts val="4054"/>
              </a:spcBef>
              <a:tabLst>
                <a:tab pos="3623310" algn="l"/>
              </a:tabLst>
            </a:pPr>
            <a:r>
              <a:rPr dirty="0" sz="2200">
                <a:solidFill>
                  <a:srgbClr val="1F332F"/>
                </a:solidFill>
                <a:latin typeface="Calibri"/>
                <a:cs typeface="Calibri"/>
              </a:rPr>
              <a:t>Eligibility </a:t>
            </a:r>
            <a:r>
              <a:rPr dirty="0" sz="2200" spc="-10">
                <a:solidFill>
                  <a:srgbClr val="1F332F"/>
                </a:solidFill>
                <a:latin typeface="Calibri"/>
                <a:cs typeface="Calibri"/>
              </a:rPr>
              <a:t>criteria</a:t>
            </a:r>
            <a:r>
              <a:rPr dirty="0" sz="2200">
                <a:solidFill>
                  <a:srgbClr val="1F332F"/>
                </a:solidFill>
                <a:latin typeface="Calibri"/>
                <a:cs typeface="Calibri"/>
              </a:rPr>
              <a:t>	</a:t>
            </a:r>
            <a:r>
              <a:rPr dirty="0" sz="2200" spc="-10">
                <a:solidFill>
                  <a:srgbClr val="1F332F"/>
                </a:solidFill>
                <a:latin typeface="Calibri"/>
                <a:cs typeface="Calibri"/>
              </a:rPr>
              <a:t>Applications</a:t>
            </a:r>
            <a:endParaRPr sz="2200">
              <a:latin typeface="Calibri"/>
              <a:cs typeface="Calibri"/>
            </a:endParaRPr>
          </a:p>
          <a:p>
            <a:pPr marL="605790" marR="1224280">
              <a:lnSpc>
                <a:spcPct val="253600"/>
              </a:lnSpc>
              <a:spcBef>
                <a:spcPts val="5"/>
              </a:spcBef>
              <a:tabLst>
                <a:tab pos="3623310" algn="l"/>
              </a:tabLst>
            </a:pPr>
            <a:r>
              <a:rPr dirty="0" sz="2200" spc="-10">
                <a:solidFill>
                  <a:srgbClr val="1F332F"/>
                </a:solidFill>
                <a:latin typeface="Calibri"/>
                <a:cs typeface="Calibri"/>
              </a:rPr>
              <a:t>Selection</a:t>
            </a:r>
            <a:r>
              <a:rPr dirty="0" sz="22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1F332F"/>
                </a:solidFill>
                <a:latin typeface="Calibri"/>
                <a:cs typeface="Calibri"/>
              </a:rPr>
              <a:t>rounds</a:t>
            </a:r>
            <a:r>
              <a:rPr dirty="0" sz="2200">
                <a:solidFill>
                  <a:srgbClr val="1F332F"/>
                </a:solidFill>
                <a:latin typeface="Calibri"/>
                <a:cs typeface="Calibri"/>
              </a:rPr>
              <a:t>	</a:t>
            </a:r>
            <a:r>
              <a:rPr dirty="0" sz="2200" spc="-20">
                <a:solidFill>
                  <a:srgbClr val="1F332F"/>
                </a:solidFill>
                <a:latin typeface="Calibri"/>
                <a:cs typeface="Calibri"/>
              </a:rPr>
              <a:t>Results </a:t>
            </a:r>
            <a:r>
              <a:rPr dirty="0" sz="2200">
                <a:solidFill>
                  <a:srgbClr val="1F332F"/>
                </a:solidFill>
                <a:latin typeface="Calibri"/>
                <a:cs typeface="Calibri"/>
              </a:rPr>
              <a:t>Job</a:t>
            </a:r>
            <a:r>
              <a:rPr dirty="0" sz="2200" spc="-1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200" spc="-80">
                <a:solidFill>
                  <a:srgbClr val="1F332F"/>
                </a:solidFill>
                <a:latin typeface="Calibri"/>
                <a:cs typeface="Calibri"/>
              </a:rPr>
              <a:t>offers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09185"/>
            <a:ext cx="2501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25" b="1">
                <a:solidFill>
                  <a:srgbClr val="D98E3C"/>
                </a:solidFill>
                <a:latin typeface="Calibri"/>
                <a:cs typeface="Calibri"/>
              </a:rPr>
              <a:t>EXIS</a:t>
            </a:r>
            <a:r>
              <a:rPr dirty="0" sz="1800" spc="-1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225" b="1">
                <a:solidFill>
                  <a:srgbClr val="D98E3C"/>
                </a:solidFill>
                <a:latin typeface="Calibri"/>
                <a:cs typeface="Calibri"/>
              </a:rPr>
              <a:t>TING</a:t>
            </a:r>
            <a:r>
              <a:rPr dirty="0" sz="1800" spc="90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140" b="1">
                <a:solidFill>
                  <a:srgbClr val="D98E3C"/>
                </a:solidFill>
                <a:latin typeface="Calibri"/>
                <a:cs typeface="Calibri"/>
              </a:rPr>
              <a:t>PR</a:t>
            </a:r>
            <a:r>
              <a:rPr dirty="0" sz="1800" spc="-12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150" b="1">
                <a:solidFill>
                  <a:srgbClr val="D98E3C"/>
                </a:solidFill>
                <a:latin typeface="Calibri"/>
                <a:cs typeface="Calibri"/>
              </a:rPr>
              <a:t>OB</a:t>
            </a:r>
            <a:r>
              <a:rPr dirty="0" sz="1800" spc="-11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175" b="1">
                <a:solidFill>
                  <a:srgbClr val="D98E3C"/>
                </a:solidFill>
                <a:latin typeface="Calibri"/>
                <a:cs typeface="Calibri"/>
              </a:rPr>
              <a:t>LEM 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10259" y="920869"/>
            <a:ext cx="5988685" cy="711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Problem</a:t>
            </a:r>
            <a:r>
              <a:rPr dirty="0" spc="-100">
                <a:latin typeface="Cambria"/>
                <a:cs typeface="Cambria"/>
              </a:rPr>
              <a:t> </a:t>
            </a:r>
            <a:r>
              <a:rPr dirty="0" spc="-10">
                <a:latin typeface="Cambria"/>
                <a:cs typeface="Cambria"/>
              </a:rPr>
              <a:t>Identification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" y="3664300"/>
            <a:ext cx="178307" cy="1783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960" y="4418680"/>
            <a:ext cx="178307" cy="1783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" y="5173060"/>
            <a:ext cx="178307" cy="17830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960" y="5927441"/>
            <a:ext cx="178307" cy="17830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960" y="6681820"/>
            <a:ext cx="178307" cy="17830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" y="7436200"/>
            <a:ext cx="178307" cy="1783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960" y="8190580"/>
            <a:ext cx="178307" cy="17830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1800"/>
              </a:lnSpc>
              <a:spcBef>
                <a:spcPts val="100"/>
              </a:spcBef>
            </a:pPr>
            <a:r>
              <a:rPr dirty="0"/>
              <a:t>In</a:t>
            </a:r>
            <a:r>
              <a:rPr dirty="0" spc="-65"/>
              <a:t> </a:t>
            </a:r>
            <a:r>
              <a:rPr dirty="0"/>
              <a:t>many</a:t>
            </a:r>
            <a:r>
              <a:rPr dirty="0" spc="-60"/>
              <a:t> </a:t>
            </a:r>
            <a:r>
              <a:rPr dirty="0"/>
              <a:t>institutions,</a:t>
            </a:r>
            <a:r>
              <a:rPr dirty="0" spc="-60"/>
              <a:t> </a:t>
            </a:r>
            <a:r>
              <a:rPr dirty="0" spc="-10"/>
              <a:t>placement</a:t>
            </a:r>
            <a:r>
              <a:rPr dirty="0" spc="-65"/>
              <a:t> </a:t>
            </a:r>
            <a:r>
              <a:rPr dirty="0" spc="-10"/>
              <a:t>information</a:t>
            </a:r>
            <a:r>
              <a:rPr dirty="0" spc="-65"/>
              <a:t> </a:t>
            </a:r>
            <a:r>
              <a:rPr dirty="0"/>
              <a:t>may</a:t>
            </a:r>
            <a:r>
              <a:rPr dirty="0" spc="-55"/>
              <a:t> </a:t>
            </a:r>
            <a:r>
              <a:rPr dirty="0"/>
              <a:t>be</a:t>
            </a:r>
            <a:r>
              <a:rPr dirty="0" spc="-60"/>
              <a:t> </a:t>
            </a:r>
            <a:r>
              <a:rPr dirty="0" spc="-10"/>
              <a:t>managed </a:t>
            </a:r>
            <a:r>
              <a:rPr dirty="0"/>
              <a:t>using</a:t>
            </a:r>
            <a:r>
              <a:rPr dirty="0" spc="-45"/>
              <a:t> </a:t>
            </a:r>
            <a:r>
              <a:rPr dirty="0" spc="-10"/>
              <a:t>spreadsheets,</a:t>
            </a:r>
            <a:r>
              <a:rPr dirty="0" spc="-45"/>
              <a:t> </a:t>
            </a:r>
            <a:r>
              <a:rPr dirty="0"/>
              <a:t>documents</a:t>
            </a:r>
            <a:r>
              <a:rPr dirty="0" spc="-45"/>
              <a:t> </a:t>
            </a:r>
            <a:r>
              <a:rPr dirty="0"/>
              <a:t>or</a:t>
            </a:r>
            <a:r>
              <a:rPr dirty="0" spc="-45"/>
              <a:t> </a:t>
            </a:r>
            <a:r>
              <a:rPr dirty="0" spc="-10"/>
              <a:t>separate</a:t>
            </a:r>
            <a:r>
              <a:rPr dirty="0" spc="-40"/>
              <a:t> </a:t>
            </a:r>
            <a:r>
              <a:rPr dirty="0" spc="-10"/>
              <a:t>records.</a:t>
            </a:r>
            <a:r>
              <a:rPr dirty="0" spc="-50"/>
              <a:t> </a:t>
            </a:r>
            <a:r>
              <a:rPr dirty="0"/>
              <a:t>This</a:t>
            </a:r>
            <a:r>
              <a:rPr dirty="0" spc="-45"/>
              <a:t> </a:t>
            </a:r>
            <a:r>
              <a:rPr dirty="0" spc="-25"/>
              <a:t>can </a:t>
            </a:r>
            <a:r>
              <a:rPr dirty="0"/>
              <a:t>lead</a:t>
            </a:r>
            <a:r>
              <a:rPr dirty="0" spc="-65"/>
              <a:t> </a:t>
            </a:r>
            <a:r>
              <a:rPr dirty="0" spc="-25"/>
              <a:t>to:</a:t>
            </a:r>
          </a:p>
          <a:p>
            <a:pPr marL="424180" marR="1757045">
              <a:lnSpc>
                <a:spcPct val="215200"/>
              </a:lnSpc>
              <a:spcBef>
                <a:spcPts val="130"/>
              </a:spcBef>
            </a:pPr>
            <a:r>
              <a:rPr dirty="0" sz="2300"/>
              <a:t>Difficulty</a:t>
            </a:r>
            <a:r>
              <a:rPr dirty="0" sz="2300" spc="-80"/>
              <a:t> </a:t>
            </a:r>
            <a:r>
              <a:rPr dirty="0" sz="2300"/>
              <a:t>managing</a:t>
            </a:r>
            <a:r>
              <a:rPr dirty="0" sz="2300" spc="-75"/>
              <a:t> </a:t>
            </a:r>
            <a:r>
              <a:rPr dirty="0" sz="2300"/>
              <a:t>large</a:t>
            </a:r>
            <a:r>
              <a:rPr dirty="0" sz="2300" spc="-75"/>
              <a:t> </a:t>
            </a:r>
            <a:r>
              <a:rPr dirty="0" sz="2300"/>
              <a:t>numbers</a:t>
            </a:r>
            <a:r>
              <a:rPr dirty="0" sz="2300" spc="-80"/>
              <a:t> </a:t>
            </a:r>
            <a:r>
              <a:rPr dirty="0" sz="2300"/>
              <a:t>of</a:t>
            </a:r>
            <a:r>
              <a:rPr dirty="0" sz="2300" spc="-80"/>
              <a:t> </a:t>
            </a:r>
            <a:r>
              <a:rPr dirty="0" sz="2300" spc="-10"/>
              <a:t>students Duplicate</a:t>
            </a:r>
            <a:r>
              <a:rPr dirty="0" sz="2300" spc="-55"/>
              <a:t> </a:t>
            </a:r>
            <a:r>
              <a:rPr dirty="0" sz="2300"/>
              <a:t>or</a:t>
            </a:r>
            <a:r>
              <a:rPr dirty="0" sz="2300" spc="-50"/>
              <a:t> </a:t>
            </a:r>
            <a:r>
              <a:rPr dirty="0" sz="2300"/>
              <a:t>incorrect</a:t>
            </a:r>
            <a:r>
              <a:rPr dirty="0" sz="2300" spc="-60"/>
              <a:t> </a:t>
            </a:r>
            <a:r>
              <a:rPr dirty="0" sz="2300" spc="-10"/>
              <a:t>application</a:t>
            </a:r>
            <a:r>
              <a:rPr dirty="0" sz="2300" spc="-55"/>
              <a:t> </a:t>
            </a:r>
            <a:r>
              <a:rPr dirty="0" sz="2300" spc="-10"/>
              <a:t>records </a:t>
            </a:r>
            <a:r>
              <a:rPr dirty="0" sz="2300"/>
              <a:t>Difficulty</a:t>
            </a:r>
            <a:r>
              <a:rPr dirty="0" sz="2300" spc="-85"/>
              <a:t> </a:t>
            </a:r>
            <a:r>
              <a:rPr dirty="0" sz="2300"/>
              <a:t>checking</a:t>
            </a:r>
            <a:r>
              <a:rPr dirty="0" sz="2300" spc="-85"/>
              <a:t> </a:t>
            </a:r>
            <a:r>
              <a:rPr dirty="0" sz="2300" spc="-10"/>
              <a:t>eligibility</a:t>
            </a:r>
            <a:endParaRPr sz="2300"/>
          </a:p>
          <a:p>
            <a:pPr marL="424180">
              <a:lnSpc>
                <a:spcPct val="100000"/>
              </a:lnSpc>
              <a:spcBef>
                <a:spcPts val="3180"/>
              </a:spcBef>
            </a:pPr>
            <a:r>
              <a:rPr dirty="0" sz="2300"/>
              <a:t>Difficulty</a:t>
            </a:r>
            <a:r>
              <a:rPr dirty="0" sz="2300" spc="-114"/>
              <a:t> </a:t>
            </a:r>
            <a:r>
              <a:rPr dirty="0" sz="2300"/>
              <a:t>tracking</a:t>
            </a:r>
            <a:r>
              <a:rPr dirty="0" sz="2300" spc="-110"/>
              <a:t> </a:t>
            </a:r>
            <a:r>
              <a:rPr dirty="0" sz="2300"/>
              <a:t>selection</a:t>
            </a:r>
            <a:r>
              <a:rPr dirty="0" sz="2300" spc="-114"/>
              <a:t> </a:t>
            </a:r>
            <a:r>
              <a:rPr dirty="0" sz="2300" spc="-10"/>
              <a:t>rounds</a:t>
            </a:r>
            <a:endParaRPr sz="2300"/>
          </a:p>
          <a:p>
            <a:pPr marL="424180" marR="1115060">
              <a:lnSpc>
                <a:spcPct val="215200"/>
              </a:lnSpc>
            </a:pPr>
            <a:r>
              <a:rPr dirty="0" sz="2300"/>
              <a:t>Difficulty</a:t>
            </a:r>
            <a:r>
              <a:rPr dirty="0" sz="2300" spc="-80"/>
              <a:t> </a:t>
            </a:r>
            <a:r>
              <a:rPr dirty="0" sz="2300"/>
              <a:t>maintaining</a:t>
            </a:r>
            <a:r>
              <a:rPr dirty="0" sz="2300" spc="-80"/>
              <a:t> </a:t>
            </a:r>
            <a:r>
              <a:rPr dirty="0" sz="2300" spc="-10"/>
              <a:t>company</a:t>
            </a:r>
            <a:r>
              <a:rPr dirty="0" sz="2300" spc="-75"/>
              <a:t> </a:t>
            </a:r>
            <a:r>
              <a:rPr dirty="0" sz="2300"/>
              <a:t>and</a:t>
            </a:r>
            <a:r>
              <a:rPr dirty="0" sz="2300" spc="-85"/>
              <a:t> </a:t>
            </a:r>
            <a:r>
              <a:rPr dirty="0" sz="2300"/>
              <a:t>job</a:t>
            </a:r>
            <a:r>
              <a:rPr dirty="0" sz="2300" spc="-80"/>
              <a:t> </a:t>
            </a:r>
            <a:r>
              <a:rPr dirty="0" sz="2300" spc="-10"/>
              <a:t>information </a:t>
            </a:r>
            <a:r>
              <a:rPr dirty="0" sz="2300"/>
              <a:t>Difficulty</a:t>
            </a:r>
            <a:r>
              <a:rPr dirty="0" sz="2300" spc="-95"/>
              <a:t> </a:t>
            </a:r>
            <a:r>
              <a:rPr dirty="0" sz="2300"/>
              <a:t>tracking</a:t>
            </a:r>
            <a:r>
              <a:rPr dirty="0" sz="2300" spc="-90"/>
              <a:t> </a:t>
            </a:r>
            <a:r>
              <a:rPr dirty="0" sz="2300"/>
              <a:t>final</a:t>
            </a:r>
            <a:r>
              <a:rPr dirty="0" sz="2300" spc="-90"/>
              <a:t> </a:t>
            </a:r>
            <a:r>
              <a:rPr dirty="0" sz="2300" spc="-10"/>
              <a:t>offers</a:t>
            </a:r>
            <a:endParaRPr sz="2300"/>
          </a:p>
          <a:p>
            <a:pPr marL="424180">
              <a:lnSpc>
                <a:spcPct val="100000"/>
              </a:lnSpc>
              <a:spcBef>
                <a:spcPts val="2860"/>
              </a:spcBef>
            </a:pPr>
            <a:r>
              <a:rPr dirty="0" sz="2300" spc="-20"/>
              <a:t>Time-</a:t>
            </a:r>
            <a:r>
              <a:rPr dirty="0" sz="2300"/>
              <a:t>consuming</a:t>
            </a:r>
            <a:r>
              <a:rPr dirty="0" sz="2300" spc="-80"/>
              <a:t> </a:t>
            </a:r>
            <a:r>
              <a:rPr dirty="0" sz="2300"/>
              <a:t>report</a:t>
            </a:r>
            <a:r>
              <a:rPr dirty="0" sz="2300" spc="-85"/>
              <a:t> </a:t>
            </a:r>
            <a:r>
              <a:rPr dirty="0" sz="2300" spc="-10"/>
              <a:t>generation</a:t>
            </a:r>
            <a:endParaRPr sz="2300"/>
          </a:p>
        </p:txBody>
      </p:sp>
      <p:sp>
        <p:nvSpPr>
          <p:cNvPr id="12" name="object 12"/>
          <p:cNvSpPr/>
          <p:nvPr/>
        </p:nvSpPr>
        <p:spPr>
          <a:xfrm>
            <a:off x="9464040" y="2057400"/>
            <a:ext cx="8023859" cy="2743200"/>
          </a:xfrm>
          <a:custGeom>
            <a:avLst/>
            <a:gdLst/>
            <a:ahLst/>
            <a:cxnLst/>
            <a:rect l="l" t="t" r="r" b="b"/>
            <a:pathLst>
              <a:path w="8023859" h="2743200">
                <a:moveTo>
                  <a:pt x="7864652" y="63"/>
                </a:moveTo>
                <a:lnTo>
                  <a:pt x="164592" y="0"/>
                </a:lnTo>
                <a:lnTo>
                  <a:pt x="121983" y="5588"/>
                </a:lnTo>
                <a:lnTo>
                  <a:pt x="77660" y="24803"/>
                </a:lnTo>
                <a:lnTo>
                  <a:pt x="40830" y="56057"/>
                </a:lnTo>
                <a:lnTo>
                  <a:pt x="14655" y="96659"/>
                </a:lnTo>
                <a:lnTo>
                  <a:pt x="1384" y="143103"/>
                </a:lnTo>
                <a:lnTo>
                  <a:pt x="0" y="2578608"/>
                </a:lnTo>
                <a:lnTo>
                  <a:pt x="330" y="2589377"/>
                </a:lnTo>
                <a:lnTo>
                  <a:pt x="10528" y="2636596"/>
                </a:lnTo>
                <a:lnTo>
                  <a:pt x="33997" y="2678811"/>
                </a:lnTo>
                <a:lnTo>
                  <a:pt x="68707" y="2712415"/>
                </a:lnTo>
                <a:lnTo>
                  <a:pt x="111683" y="2734487"/>
                </a:lnTo>
                <a:lnTo>
                  <a:pt x="159207" y="2743136"/>
                </a:lnTo>
                <a:lnTo>
                  <a:pt x="7859268" y="2743200"/>
                </a:lnTo>
                <a:lnTo>
                  <a:pt x="7870037" y="2742869"/>
                </a:lnTo>
                <a:lnTo>
                  <a:pt x="7917256" y="2732671"/>
                </a:lnTo>
                <a:lnTo>
                  <a:pt x="7959471" y="2709202"/>
                </a:lnTo>
                <a:lnTo>
                  <a:pt x="7993075" y="2674493"/>
                </a:lnTo>
                <a:lnTo>
                  <a:pt x="8015147" y="2631516"/>
                </a:lnTo>
                <a:lnTo>
                  <a:pt x="8023796" y="2583992"/>
                </a:lnTo>
                <a:lnTo>
                  <a:pt x="8023860" y="164592"/>
                </a:lnTo>
                <a:lnTo>
                  <a:pt x="8023529" y="153822"/>
                </a:lnTo>
                <a:lnTo>
                  <a:pt x="8013331" y="106603"/>
                </a:lnTo>
                <a:lnTo>
                  <a:pt x="7989862" y="64376"/>
                </a:lnTo>
                <a:lnTo>
                  <a:pt x="7955153" y="30784"/>
                </a:lnTo>
                <a:lnTo>
                  <a:pt x="7912176" y="8712"/>
                </a:lnTo>
                <a:lnTo>
                  <a:pt x="7864652" y="63"/>
                </a:lnTo>
                <a:close/>
              </a:path>
            </a:pathLst>
          </a:custGeom>
          <a:solidFill>
            <a:srgbClr val="1B4A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999980" y="2440779"/>
            <a:ext cx="6178550" cy="1867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600" spc="105" b="1">
                <a:solidFill>
                  <a:srgbClr val="D98E3C"/>
                </a:solidFill>
                <a:latin typeface="Calibri"/>
                <a:cs typeface="Calibri"/>
              </a:rPr>
              <a:t>PR</a:t>
            </a:r>
            <a:r>
              <a:rPr dirty="0" sz="1600" spc="-16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600" spc="160" b="1">
                <a:solidFill>
                  <a:srgbClr val="D98E3C"/>
                </a:solidFill>
                <a:latin typeface="Calibri"/>
                <a:cs typeface="Calibri"/>
              </a:rPr>
              <a:t>OBLEM</a:t>
            </a:r>
            <a:r>
              <a:rPr dirty="0" sz="1600" spc="44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r>
              <a:rPr dirty="0" sz="1600" spc="-16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600" spc="145" b="1">
                <a:solidFill>
                  <a:srgbClr val="D98E3C"/>
                </a:solidFill>
                <a:latin typeface="Calibri"/>
                <a:cs typeface="Calibri"/>
              </a:rPr>
              <a:t>TATEMENT </a:t>
            </a:r>
            <a:endParaRPr sz="1600">
              <a:latin typeface="Calibri"/>
              <a:cs typeface="Calibri"/>
            </a:endParaRPr>
          </a:p>
          <a:p>
            <a:pPr algn="just" marL="12700" marR="5080">
              <a:lnSpc>
                <a:spcPct val="121800"/>
              </a:lnSpc>
              <a:spcBef>
                <a:spcPts val="3810"/>
              </a:spcBef>
            </a:pPr>
            <a:r>
              <a:rPr dirty="0" sz="2000" spc="-9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develop</a:t>
            </a:r>
            <a:r>
              <a:rPr dirty="0" sz="20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centralized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that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efficiently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manages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students,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companies,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placement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drives, eligibility,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applications,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selection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rounds,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results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offers.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452133" y="5131593"/>
            <a:ext cx="8047990" cy="2150110"/>
            <a:chOff x="9452133" y="5131593"/>
            <a:chExt cx="8047990" cy="2150110"/>
          </a:xfrm>
        </p:grpSpPr>
        <p:sp>
          <p:nvSpPr>
            <p:cNvPr id="15" name="object 15"/>
            <p:cNvSpPr/>
            <p:nvPr/>
          </p:nvSpPr>
          <p:spPr>
            <a:xfrm>
              <a:off x="9464040" y="5143500"/>
              <a:ext cx="8023859" cy="2125980"/>
            </a:xfrm>
            <a:custGeom>
              <a:avLst/>
              <a:gdLst/>
              <a:ahLst/>
              <a:cxnLst/>
              <a:rect l="l" t="t" r="r" b="b"/>
              <a:pathLst>
                <a:path w="8023859" h="2125979">
                  <a:moveTo>
                    <a:pt x="7864652" y="63"/>
                  </a:moveTo>
                  <a:lnTo>
                    <a:pt x="164592" y="0"/>
                  </a:lnTo>
                  <a:lnTo>
                    <a:pt x="121983" y="5588"/>
                  </a:lnTo>
                  <a:lnTo>
                    <a:pt x="77660" y="24803"/>
                  </a:lnTo>
                  <a:lnTo>
                    <a:pt x="40830" y="56057"/>
                  </a:lnTo>
                  <a:lnTo>
                    <a:pt x="14655" y="96659"/>
                  </a:lnTo>
                  <a:lnTo>
                    <a:pt x="1384" y="143103"/>
                  </a:lnTo>
                  <a:lnTo>
                    <a:pt x="0" y="1961388"/>
                  </a:lnTo>
                  <a:lnTo>
                    <a:pt x="330" y="1972157"/>
                  </a:lnTo>
                  <a:lnTo>
                    <a:pt x="10528" y="2019376"/>
                  </a:lnTo>
                  <a:lnTo>
                    <a:pt x="33997" y="2061603"/>
                  </a:lnTo>
                  <a:lnTo>
                    <a:pt x="68707" y="2095195"/>
                  </a:lnTo>
                  <a:lnTo>
                    <a:pt x="111683" y="2117267"/>
                  </a:lnTo>
                  <a:lnTo>
                    <a:pt x="159207" y="2125916"/>
                  </a:lnTo>
                  <a:lnTo>
                    <a:pt x="7859268" y="2125980"/>
                  </a:lnTo>
                  <a:lnTo>
                    <a:pt x="7870024" y="2125649"/>
                  </a:lnTo>
                  <a:lnTo>
                    <a:pt x="7917256" y="2115451"/>
                  </a:lnTo>
                  <a:lnTo>
                    <a:pt x="7959471" y="2091982"/>
                  </a:lnTo>
                  <a:lnTo>
                    <a:pt x="7993075" y="2057273"/>
                  </a:lnTo>
                  <a:lnTo>
                    <a:pt x="8015147" y="2014296"/>
                  </a:lnTo>
                  <a:lnTo>
                    <a:pt x="8023796" y="1966772"/>
                  </a:lnTo>
                  <a:lnTo>
                    <a:pt x="8023860" y="164592"/>
                  </a:lnTo>
                  <a:lnTo>
                    <a:pt x="8023529" y="153822"/>
                  </a:lnTo>
                  <a:lnTo>
                    <a:pt x="8013331" y="106603"/>
                  </a:lnTo>
                  <a:lnTo>
                    <a:pt x="7989862" y="64376"/>
                  </a:lnTo>
                  <a:lnTo>
                    <a:pt x="7955153" y="30784"/>
                  </a:lnTo>
                  <a:lnTo>
                    <a:pt x="7912176" y="8712"/>
                  </a:lnTo>
                  <a:lnTo>
                    <a:pt x="7864652" y="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464040" y="5143500"/>
              <a:ext cx="8023859" cy="2125980"/>
            </a:xfrm>
            <a:custGeom>
              <a:avLst/>
              <a:gdLst/>
              <a:ahLst/>
              <a:cxnLst/>
              <a:rect l="l" t="t" r="r" b="b"/>
              <a:pathLst>
                <a:path w="8023859" h="2125979">
                  <a:moveTo>
                    <a:pt x="164592" y="0"/>
                  </a:moveTo>
                  <a:lnTo>
                    <a:pt x="7859268" y="0"/>
                  </a:lnTo>
                  <a:lnTo>
                    <a:pt x="7861960" y="0"/>
                  </a:lnTo>
                  <a:lnTo>
                    <a:pt x="7864652" y="63"/>
                  </a:lnTo>
                  <a:lnTo>
                    <a:pt x="7867345" y="203"/>
                  </a:lnTo>
                  <a:lnTo>
                    <a:pt x="7870024" y="330"/>
                  </a:lnTo>
                  <a:lnTo>
                    <a:pt x="7872717" y="533"/>
                  </a:lnTo>
                  <a:lnTo>
                    <a:pt x="7875409" y="787"/>
                  </a:lnTo>
                  <a:lnTo>
                    <a:pt x="7878076" y="1054"/>
                  </a:lnTo>
                  <a:lnTo>
                    <a:pt x="7880756" y="1384"/>
                  </a:lnTo>
                  <a:lnTo>
                    <a:pt x="7883410" y="1778"/>
                  </a:lnTo>
                  <a:lnTo>
                    <a:pt x="7886077" y="2171"/>
                  </a:lnTo>
                  <a:lnTo>
                    <a:pt x="7888732" y="2641"/>
                  </a:lnTo>
                  <a:lnTo>
                    <a:pt x="7891373" y="3162"/>
                  </a:lnTo>
                  <a:lnTo>
                    <a:pt x="7894015" y="3682"/>
                  </a:lnTo>
                  <a:lnTo>
                    <a:pt x="7914716" y="9626"/>
                  </a:lnTo>
                  <a:lnTo>
                    <a:pt x="7917256" y="10528"/>
                  </a:lnTo>
                  <a:lnTo>
                    <a:pt x="7919770" y="11493"/>
                  </a:lnTo>
                  <a:lnTo>
                    <a:pt x="7922260" y="12534"/>
                  </a:lnTo>
                  <a:lnTo>
                    <a:pt x="7924749" y="13563"/>
                  </a:lnTo>
                  <a:lnTo>
                    <a:pt x="7936852" y="19431"/>
                  </a:lnTo>
                  <a:lnTo>
                    <a:pt x="7939227" y="20701"/>
                  </a:lnTo>
                  <a:lnTo>
                    <a:pt x="7963674" y="37363"/>
                  </a:lnTo>
                  <a:lnTo>
                    <a:pt x="7965757" y="39065"/>
                  </a:lnTo>
                  <a:lnTo>
                    <a:pt x="7975650" y="48209"/>
                  </a:lnTo>
                  <a:lnTo>
                    <a:pt x="7977555" y="50114"/>
                  </a:lnTo>
                  <a:lnTo>
                    <a:pt x="7991462" y="66548"/>
                  </a:lnTo>
                  <a:lnTo>
                    <a:pt x="7993075" y="68707"/>
                  </a:lnTo>
                  <a:lnTo>
                    <a:pt x="8004429" y="87007"/>
                  </a:lnTo>
                  <a:lnTo>
                    <a:pt x="8005699" y="89382"/>
                  </a:lnTo>
                  <a:lnTo>
                    <a:pt x="8014233" y="109143"/>
                  </a:lnTo>
                  <a:lnTo>
                    <a:pt x="8015147" y="111683"/>
                  </a:lnTo>
                  <a:lnTo>
                    <a:pt x="8018919" y="124599"/>
                  </a:lnTo>
                  <a:lnTo>
                    <a:pt x="8019580" y="127215"/>
                  </a:lnTo>
                  <a:lnTo>
                    <a:pt x="8023656" y="156514"/>
                  </a:lnTo>
                  <a:lnTo>
                    <a:pt x="8023796" y="159207"/>
                  </a:lnTo>
                  <a:lnTo>
                    <a:pt x="8023860" y="161899"/>
                  </a:lnTo>
                  <a:lnTo>
                    <a:pt x="8023860" y="164592"/>
                  </a:lnTo>
                  <a:lnTo>
                    <a:pt x="8023860" y="1961388"/>
                  </a:lnTo>
                  <a:lnTo>
                    <a:pt x="8023860" y="1964080"/>
                  </a:lnTo>
                  <a:lnTo>
                    <a:pt x="8023796" y="1966772"/>
                  </a:lnTo>
                  <a:lnTo>
                    <a:pt x="8023656" y="1969465"/>
                  </a:lnTo>
                  <a:lnTo>
                    <a:pt x="8023529" y="1972157"/>
                  </a:lnTo>
                  <a:lnTo>
                    <a:pt x="8022082" y="1985530"/>
                  </a:lnTo>
                  <a:lnTo>
                    <a:pt x="8021688" y="1988197"/>
                  </a:lnTo>
                  <a:lnTo>
                    <a:pt x="8018919" y="2001380"/>
                  </a:lnTo>
                  <a:lnTo>
                    <a:pt x="8018272" y="2003996"/>
                  </a:lnTo>
                  <a:lnTo>
                    <a:pt x="8014233" y="2016836"/>
                  </a:lnTo>
                  <a:lnTo>
                    <a:pt x="8013331" y="2019376"/>
                  </a:lnTo>
                  <a:lnTo>
                    <a:pt x="8004429" y="2038972"/>
                  </a:lnTo>
                  <a:lnTo>
                    <a:pt x="8003159" y="2041359"/>
                  </a:lnTo>
                  <a:lnTo>
                    <a:pt x="7991462" y="2059444"/>
                  </a:lnTo>
                  <a:lnTo>
                    <a:pt x="7989862" y="2061603"/>
                  </a:lnTo>
                  <a:lnTo>
                    <a:pt x="7988211" y="2063711"/>
                  </a:lnTo>
                  <a:lnTo>
                    <a:pt x="7986496" y="2065794"/>
                  </a:lnTo>
                  <a:lnTo>
                    <a:pt x="7984782" y="2067890"/>
                  </a:lnTo>
                  <a:lnTo>
                    <a:pt x="7963674" y="2088616"/>
                  </a:lnTo>
                  <a:lnTo>
                    <a:pt x="7961591" y="2090331"/>
                  </a:lnTo>
                  <a:lnTo>
                    <a:pt x="7959471" y="2091982"/>
                  </a:lnTo>
                  <a:lnTo>
                    <a:pt x="7957312" y="2093582"/>
                  </a:lnTo>
                  <a:lnTo>
                    <a:pt x="7955153" y="2095195"/>
                  </a:lnTo>
                  <a:lnTo>
                    <a:pt x="7936852" y="2106549"/>
                  </a:lnTo>
                  <a:lnTo>
                    <a:pt x="7934477" y="2107819"/>
                  </a:lnTo>
                  <a:lnTo>
                    <a:pt x="7896644" y="2121700"/>
                  </a:lnTo>
                  <a:lnTo>
                    <a:pt x="7891373" y="2122817"/>
                  </a:lnTo>
                  <a:lnTo>
                    <a:pt x="7888732" y="2123351"/>
                  </a:lnTo>
                  <a:lnTo>
                    <a:pt x="7886077" y="2123808"/>
                  </a:lnTo>
                  <a:lnTo>
                    <a:pt x="7883410" y="2124202"/>
                  </a:lnTo>
                  <a:lnTo>
                    <a:pt x="7880756" y="2124595"/>
                  </a:lnTo>
                  <a:lnTo>
                    <a:pt x="7867345" y="2125776"/>
                  </a:lnTo>
                  <a:lnTo>
                    <a:pt x="7864652" y="2125916"/>
                  </a:lnTo>
                  <a:lnTo>
                    <a:pt x="7861960" y="2125980"/>
                  </a:lnTo>
                  <a:lnTo>
                    <a:pt x="7859268" y="2125980"/>
                  </a:lnTo>
                  <a:lnTo>
                    <a:pt x="164592" y="2125980"/>
                  </a:lnTo>
                  <a:lnTo>
                    <a:pt x="161899" y="2125980"/>
                  </a:lnTo>
                  <a:lnTo>
                    <a:pt x="159207" y="2125916"/>
                  </a:lnTo>
                  <a:lnTo>
                    <a:pt x="156514" y="2125776"/>
                  </a:lnTo>
                  <a:lnTo>
                    <a:pt x="153822" y="2125649"/>
                  </a:lnTo>
                  <a:lnTo>
                    <a:pt x="132486" y="2122817"/>
                  </a:lnTo>
                  <a:lnTo>
                    <a:pt x="129844" y="2122284"/>
                  </a:lnTo>
                  <a:lnTo>
                    <a:pt x="91782" y="2109025"/>
                  </a:lnTo>
                  <a:lnTo>
                    <a:pt x="87007" y="2106549"/>
                  </a:lnTo>
                  <a:lnTo>
                    <a:pt x="84632" y="2105279"/>
                  </a:lnTo>
                  <a:lnTo>
                    <a:pt x="66548" y="2093582"/>
                  </a:lnTo>
                  <a:lnTo>
                    <a:pt x="64376" y="2091982"/>
                  </a:lnTo>
                  <a:lnTo>
                    <a:pt x="62255" y="2090331"/>
                  </a:lnTo>
                  <a:lnTo>
                    <a:pt x="60172" y="2088616"/>
                  </a:lnTo>
                  <a:lnTo>
                    <a:pt x="58089" y="2086914"/>
                  </a:lnTo>
                  <a:lnTo>
                    <a:pt x="37363" y="2065794"/>
                  </a:lnTo>
                  <a:lnTo>
                    <a:pt x="35648" y="2063711"/>
                  </a:lnTo>
                  <a:lnTo>
                    <a:pt x="27736" y="2052827"/>
                  </a:lnTo>
                  <a:lnTo>
                    <a:pt x="26238" y="2050592"/>
                  </a:lnTo>
                  <a:lnTo>
                    <a:pt x="19431" y="2038972"/>
                  </a:lnTo>
                  <a:lnTo>
                    <a:pt x="18161" y="2036610"/>
                  </a:lnTo>
                  <a:lnTo>
                    <a:pt x="7086" y="2009165"/>
                  </a:lnTo>
                  <a:lnTo>
                    <a:pt x="6299" y="2006587"/>
                  </a:lnTo>
                  <a:lnTo>
                    <a:pt x="3162" y="1993493"/>
                  </a:lnTo>
                  <a:lnTo>
                    <a:pt x="2641" y="1990852"/>
                  </a:lnTo>
                  <a:lnTo>
                    <a:pt x="2171" y="1988197"/>
                  </a:lnTo>
                  <a:lnTo>
                    <a:pt x="1778" y="1985530"/>
                  </a:lnTo>
                  <a:lnTo>
                    <a:pt x="1384" y="1982876"/>
                  </a:lnTo>
                  <a:lnTo>
                    <a:pt x="203" y="1969465"/>
                  </a:lnTo>
                  <a:lnTo>
                    <a:pt x="63" y="1966772"/>
                  </a:lnTo>
                  <a:lnTo>
                    <a:pt x="0" y="1964080"/>
                  </a:lnTo>
                  <a:lnTo>
                    <a:pt x="0" y="1961388"/>
                  </a:lnTo>
                  <a:lnTo>
                    <a:pt x="0" y="164592"/>
                  </a:lnTo>
                  <a:lnTo>
                    <a:pt x="0" y="161899"/>
                  </a:lnTo>
                  <a:lnTo>
                    <a:pt x="63" y="159207"/>
                  </a:lnTo>
                  <a:lnTo>
                    <a:pt x="203" y="156514"/>
                  </a:lnTo>
                  <a:lnTo>
                    <a:pt x="330" y="153822"/>
                  </a:lnTo>
                  <a:lnTo>
                    <a:pt x="3162" y="132486"/>
                  </a:lnTo>
                  <a:lnTo>
                    <a:pt x="3683" y="129844"/>
                  </a:lnTo>
                  <a:lnTo>
                    <a:pt x="7086" y="116814"/>
                  </a:lnTo>
                  <a:lnTo>
                    <a:pt x="7874" y="114236"/>
                  </a:lnTo>
                  <a:lnTo>
                    <a:pt x="19431" y="87007"/>
                  </a:lnTo>
                  <a:lnTo>
                    <a:pt x="20701" y="84632"/>
                  </a:lnTo>
                  <a:lnTo>
                    <a:pt x="27736" y="73152"/>
                  </a:lnTo>
                  <a:lnTo>
                    <a:pt x="29235" y="70904"/>
                  </a:lnTo>
                  <a:lnTo>
                    <a:pt x="37363" y="60172"/>
                  </a:lnTo>
                  <a:lnTo>
                    <a:pt x="39065" y="58089"/>
                  </a:lnTo>
                  <a:lnTo>
                    <a:pt x="48209" y="48209"/>
                  </a:lnTo>
                  <a:lnTo>
                    <a:pt x="50114" y="46304"/>
                  </a:lnTo>
                  <a:lnTo>
                    <a:pt x="60172" y="37363"/>
                  </a:lnTo>
                  <a:lnTo>
                    <a:pt x="62255" y="35648"/>
                  </a:lnTo>
                  <a:lnTo>
                    <a:pt x="73152" y="27736"/>
                  </a:lnTo>
                  <a:lnTo>
                    <a:pt x="75387" y="26238"/>
                  </a:lnTo>
                  <a:lnTo>
                    <a:pt x="87007" y="19431"/>
                  </a:lnTo>
                  <a:lnTo>
                    <a:pt x="89382" y="18161"/>
                  </a:lnTo>
                  <a:lnTo>
                    <a:pt x="101600" y="12534"/>
                  </a:lnTo>
                  <a:lnTo>
                    <a:pt x="104089" y="11493"/>
                  </a:lnTo>
                  <a:lnTo>
                    <a:pt x="106603" y="10528"/>
                  </a:lnTo>
                  <a:lnTo>
                    <a:pt x="109143" y="9626"/>
                  </a:lnTo>
                  <a:lnTo>
                    <a:pt x="111683" y="8712"/>
                  </a:lnTo>
                  <a:lnTo>
                    <a:pt x="114236" y="7874"/>
                  </a:lnTo>
                  <a:lnTo>
                    <a:pt x="116814" y="7086"/>
                  </a:lnTo>
                  <a:lnTo>
                    <a:pt x="119392" y="6299"/>
                  </a:lnTo>
                  <a:lnTo>
                    <a:pt x="132486" y="3162"/>
                  </a:lnTo>
                  <a:lnTo>
                    <a:pt x="135128" y="2641"/>
                  </a:lnTo>
                  <a:lnTo>
                    <a:pt x="156514" y="203"/>
                  </a:lnTo>
                  <a:lnTo>
                    <a:pt x="159207" y="63"/>
                  </a:lnTo>
                  <a:lnTo>
                    <a:pt x="161899" y="0"/>
                  </a:lnTo>
                  <a:lnTo>
                    <a:pt x="164592" y="0"/>
                  </a:lnTo>
                  <a:close/>
                </a:path>
              </a:pathLst>
            </a:custGeom>
            <a:ln w="23812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9999980" y="5792147"/>
            <a:ext cx="6516370" cy="759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6699"/>
              </a:lnSpc>
              <a:spcBef>
                <a:spcPts val="100"/>
              </a:spcBef>
            </a:pP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The</a:t>
            </a:r>
            <a:r>
              <a:rPr dirty="0" sz="1900" spc="-2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project</a:t>
            </a:r>
            <a:r>
              <a:rPr dirty="0" sz="1900" spc="-2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spc="-45" i="1">
                <a:solidFill>
                  <a:srgbClr val="1F332F"/>
                </a:solidFill>
                <a:latin typeface="Calibri"/>
                <a:cs typeface="Calibri"/>
              </a:rPr>
              <a:t>specification</a:t>
            </a:r>
            <a:r>
              <a:rPr dirty="0" sz="1900" spc="-2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also</a:t>
            </a:r>
            <a:r>
              <a:rPr dirty="0" sz="1900" spc="-2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highlights</a:t>
            </a:r>
            <a:r>
              <a:rPr dirty="0" sz="1900" spc="-2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that</a:t>
            </a:r>
            <a:r>
              <a:rPr dirty="0" sz="1900" spc="-2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manual</a:t>
            </a:r>
            <a:r>
              <a:rPr dirty="0" sz="1900" spc="-2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screening</a:t>
            </a:r>
            <a:r>
              <a:rPr dirty="0" sz="1900" spc="-2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spc="-25" i="1">
                <a:solidFill>
                  <a:srgbClr val="1F332F"/>
                </a:solidFill>
                <a:latin typeface="Calibri"/>
                <a:cs typeface="Calibri"/>
              </a:rPr>
              <a:t>can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result</a:t>
            </a:r>
            <a:r>
              <a:rPr dirty="0" sz="1900" spc="-5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in</a:t>
            </a:r>
            <a:r>
              <a:rPr dirty="0" sz="1900" spc="-4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ineligible</a:t>
            </a:r>
            <a:r>
              <a:rPr dirty="0" sz="1900" spc="-4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1F332F"/>
                </a:solidFill>
                <a:latin typeface="Calibri"/>
                <a:cs typeface="Calibri"/>
              </a:rPr>
              <a:t>students</a:t>
            </a:r>
            <a:r>
              <a:rPr dirty="0" sz="1900" spc="-4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being</a:t>
            </a:r>
            <a:r>
              <a:rPr dirty="0" sz="1900" spc="-5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1F332F"/>
                </a:solidFill>
                <a:latin typeface="Calibri"/>
                <a:cs typeface="Calibri"/>
              </a:rPr>
              <a:t>considered.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09185"/>
            <a:ext cx="22777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25" b="1">
                <a:solidFill>
                  <a:srgbClr val="D98E3C"/>
                </a:solidFill>
                <a:latin typeface="Calibri"/>
                <a:cs typeface="Calibri"/>
              </a:rPr>
              <a:t>MAIN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150" b="1">
                <a:solidFill>
                  <a:srgbClr val="D98E3C"/>
                </a:solidFill>
                <a:latin typeface="Calibri"/>
                <a:cs typeface="Calibri"/>
              </a:rPr>
              <a:t>OB</a:t>
            </a:r>
            <a:r>
              <a:rPr dirty="0" sz="1800" spc="-11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140" b="1">
                <a:solidFill>
                  <a:srgbClr val="D98E3C"/>
                </a:solidFill>
                <a:latin typeface="Calibri"/>
                <a:cs typeface="Calibri"/>
              </a:rPr>
              <a:t>JE</a:t>
            </a:r>
            <a:r>
              <a:rPr dirty="0" sz="1800" spc="-13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C</a:t>
            </a:r>
            <a:r>
              <a:rPr dirty="0" sz="1800" spc="-10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225" b="1">
                <a:solidFill>
                  <a:srgbClr val="D98E3C"/>
                </a:solidFill>
                <a:latin typeface="Calibri"/>
                <a:cs typeface="Calibri"/>
              </a:rPr>
              <a:t>TIVE</a:t>
            </a:r>
            <a:r>
              <a:rPr dirty="0" sz="1800" spc="-1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-5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>
                <a:latin typeface="Cambria"/>
                <a:cs typeface="Cambria"/>
              </a:rPr>
              <a:t>Objectives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13431" y="2185035"/>
            <a:ext cx="8180070" cy="1198880"/>
            <a:chOff x="813431" y="2185035"/>
            <a:chExt cx="8180070" cy="1198880"/>
          </a:xfrm>
        </p:grpSpPr>
        <p:sp>
          <p:nvSpPr>
            <p:cNvPr id="5" name="object 5"/>
            <p:cNvSpPr/>
            <p:nvPr/>
          </p:nvSpPr>
          <p:spPr>
            <a:xfrm>
              <a:off x="822956" y="2194560"/>
              <a:ext cx="8161020" cy="1179830"/>
            </a:xfrm>
            <a:custGeom>
              <a:avLst/>
              <a:gdLst/>
              <a:ahLst/>
              <a:cxnLst/>
              <a:rect l="l" t="t" r="r" b="b"/>
              <a:pathLst>
                <a:path w="8161020" h="1179829">
                  <a:moveTo>
                    <a:pt x="109728" y="0"/>
                  </a:moveTo>
                  <a:lnTo>
                    <a:pt x="107937" y="0"/>
                  </a:lnTo>
                  <a:lnTo>
                    <a:pt x="91846" y="1447"/>
                  </a:lnTo>
                  <a:lnTo>
                    <a:pt x="47269" y="19494"/>
                  </a:lnTo>
                  <a:lnTo>
                    <a:pt x="14693" y="54851"/>
                  </a:lnTo>
                  <a:lnTo>
                    <a:pt x="355" y="100761"/>
                  </a:lnTo>
                  <a:lnTo>
                    <a:pt x="0" y="1071651"/>
                  </a:lnTo>
                  <a:lnTo>
                    <a:pt x="1460" y="1087729"/>
                  </a:lnTo>
                  <a:lnTo>
                    <a:pt x="19494" y="1132306"/>
                  </a:lnTo>
                  <a:lnTo>
                    <a:pt x="54864" y="1164882"/>
                  </a:lnTo>
                  <a:lnTo>
                    <a:pt x="100761" y="1179220"/>
                  </a:lnTo>
                  <a:lnTo>
                    <a:pt x="8053095" y="1179576"/>
                  </a:lnTo>
                  <a:lnTo>
                    <a:pt x="8069173" y="1178128"/>
                  </a:lnTo>
                  <a:lnTo>
                    <a:pt x="8113750" y="1160081"/>
                  </a:lnTo>
                  <a:lnTo>
                    <a:pt x="8146338" y="1124724"/>
                  </a:lnTo>
                  <a:lnTo>
                    <a:pt x="8160677" y="1078814"/>
                  </a:lnTo>
                  <a:lnTo>
                    <a:pt x="8161020" y="107924"/>
                  </a:lnTo>
                  <a:lnTo>
                    <a:pt x="8159572" y="91846"/>
                  </a:lnTo>
                  <a:lnTo>
                    <a:pt x="8141538" y="47269"/>
                  </a:lnTo>
                  <a:lnTo>
                    <a:pt x="8106168" y="14681"/>
                  </a:lnTo>
                  <a:lnTo>
                    <a:pt x="8058480" y="215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22956" y="2194560"/>
              <a:ext cx="8161020" cy="1179830"/>
            </a:xfrm>
            <a:custGeom>
              <a:avLst/>
              <a:gdLst/>
              <a:ahLst/>
              <a:cxnLst/>
              <a:rect l="l" t="t" r="r" b="b"/>
              <a:pathLst>
                <a:path w="8161020" h="1179829">
                  <a:moveTo>
                    <a:pt x="109728" y="0"/>
                  </a:moveTo>
                  <a:lnTo>
                    <a:pt x="8051292" y="0"/>
                  </a:lnTo>
                  <a:lnTo>
                    <a:pt x="8053095" y="0"/>
                  </a:lnTo>
                  <a:lnTo>
                    <a:pt x="8054886" y="38"/>
                  </a:lnTo>
                  <a:lnTo>
                    <a:pt x="8056689" y="127"/>
                  </a:lnTo>
                  <a:lnTo>
                    <a:pt x="8058480" y="215"/>
                  </a:lnTo>
                  <a:lnTo>
                    <a:pt x="8060270" y="355"/>
                  </a:lnTo>
                  <a:lnTo>
                    <a:pt x="8062061" y="533"/>
                  </a:lnTo>
                  <a:lnTo>
                    <a:pt x="8063839" y="698"/>
                  </a:lnTo>
                  <a:lnTo>
                    <a:pt x="8065630" y="927"/>
                  </a:lnTo>
                  <a:lnTo>
                    <a:pt x="8067408" y="1193"/>
                  </a:lnTo>
                  <a:lnTo>
                    <a:pt x="8069173" y="1447"/>
                  </a:lnTo>
                  <a:lnTo>
                    <a:pt x="8070938" y="1752"/>
                  </a:lnTo>
                  <a:lnTo>
                    <a:pt x="8072704" y="2108"/>
                  </a:lnTo>
                  <a:lnTo>
                    <a:pt x="8074469" y="2463"/>
                  </a:lnTo>
                  <a:lnTo>
                    <a:pt x="8076222" y="2857"/>
                  </a:lnTo>
                  <a:lnTo>
                    <a:pt x="8077949" y="3289"/>
                  </a:lnTo>
                  <a:lnTo>
                    <a:pt x="8079701" y="3721"/>
                  </a:lnTo>
                  <a:lnTo>
                    <a:pt x="8081429" y="4203"/>
                  </a:lnTo>
                  <a:lnTo>
                    <a:pt x="8083143" y="4724"/>
                  </a:lnTo>
                  <a:lnTo>
                    <a:pt x="8084870" y="5245"/>
                  </a:lnTo>
                  <a:lnTo>
                    <a:pt x="8093290" y="8356"/>
                  </a:lnTo>
                  <a:lnTo>
                    <a:pt x="8094954" y="9042"/>
                  </a:lnTo>
                  <a:lnTo>
                    <a:pt x="8096592" y="9766"/>
                  </a:lnTo>
                  <a:lnTo>
                    <a:pt x="8098218" y="10541"/>
                  </a:lnTo>
                  <a:lnTo>
                    <a:pt x="8099831" y="11303"/>
                  </a:lnTo>
                  <a:lnTo>
                    <a:pt x="8120900" y="24904"/>
                  </a:lnTo>
                  <a:lnTo>
                    <a:pt x="8122297" y="26047"/>
                  </a:lnTo>
                  <a:lnTo>
                    <a:pt x="8123656" y="27216"/>
                  </a:lnTo>
                  <a:lnTo>
                    <a:pt x="8124977" y="28422"/>
                  </a:lnTo>
                  <a:lnTo>
                    <a:pt x="8126310" y="29629"/>
                  </a:lnTo>
                  <a:lnTo>
                    <a:pt x="8127619" y="30873"/>
                  </a:lnTo>
                  <a:lnTo>
                    <a:pt x="8128888" y="32143"/>
                  </a:lnTo>
                  <a:lnTo>
                    <a:pt x="8130158" y="33401"/>
                  </a:lnTo>
                  <a:lnTo>
                    <a:pt x="8131390" y="34709"/>
                  </a:lnTo>
                  <a:lnTo>
                    <a:pt x="8132597" y="36042"/>
                  </a:lnTo>
                  <a:lnTo>
                    <a:pt x="8133803" y="37363"/>
                  </a:lnTo>
                  <a:lnTo>
                    <a:pt x="8134984" y="38722"/>
                  </a:lnTo>
                  <a:lnTo>
                    <a:pt x="8136115" y="40119"/>
                  </a:lnTo>
                  <a:lnTo>
                    <a:pt x="8137258" y="41503"/>
                  </a:lnTo>
                  <a:lnTo>
                    <a:pt x="8138363" y="42913"/>
                  </a:lnTo>
                  <a:lnTo>
                    <a:pt x="8139430" y="44361"/>
                  </a:lnTo>
                  <a:lnTo>
                    <a:pt x="8140496" y="45808"/>
                  </a:lnTo>
                  <a:lnTo>
                    <a:pt x="8145411" y="53314"/>
                  </a:lnTo>
                  <a:lnTo>
                    <a:pt x="8146338" y="54851"/>
                  </a:lnTo>
                  <a:lnTo>
                    <a:pt x="8154606" y="72758"/>
                  </a:lnTo>
                  <a:lnTo>
                    <a:pt x="8155216" y="74447"/>
                  </a:lnTo>
                  <a:lnTo>
                    <a:pt x="8155774" y="76149"/>
                  </a:lnTo>
                  <a:lnTo>
                    <a:pt x="8156295" y="77876"/>
                  </a:lnTo>
                  <a:lnTo>
                    <a:pt x="8156816" y="79590"/>
                  </a:lnTo>
                  <a:lnTo>
                    <a:pt x="8158911" y="88315"/>
                  </a:lnTo>
                  <a:lnTo>
                    <a:pt x="8159267" y="90081"/>
                  </a:lnTo>
                  <a:lnTo>
                    <a:pt x="8159572" y="91846"/>
                  </a:lnTo>
                  <a:lnTo>
                    <a:pt x="8159838" y="93624"/>
                  </a:lnTo>
                  <a:lnTo>
                    <a:pt x="8160105" y="95402"/>
                  </a:lnTo>
                  <a:lnTo>
                    <a:pt x="8160321" y="97180"/>
                  </a:lnTo>
                  <a:lnTo>
                    <a:pt x="8160499" y="98971"/>
                  </a:lnTo>
                  <a:lnTo>
                    <a:pt x="8160677" y="100761"/>
                  </a:lnTo>
                  <a:lnTo>
                    <a:pt x="8160804" y="102552"/>
                  </a:lnTo>
                  <a:lnTo>
                    <a:pt x="8160893" y="104343"/>
                  </a:lnTo>
                  <a:lnTo>
                    <a:pt x="8160981" y="106133"/>
                  </a:lnTo>
                  <a:lnTo>
                    <a:pt x="8161020" y="107924"/>
                  </a:lnTo>
                  <a:lnTo>
                    <a:pt x="8161020" y="109728"/>
                  </a:lnTo>
                  <a:lnTo>
                    <a:pt x="8161020" y="1069848"/>
                  </a:lnTo>
                  <a:lnTo>
                    <a:pt x="8161020" y="1071651"/>
                  </a:lnTo>
                  <a:lnTo>
                    <a:pt x="8160981" y="1073442"/>
                  </a:lnTo>
                  <a:lnTo>
                    <a:pt x="8159838" y="1085951"/>
                  </a:lnTo>
                  <a:lnTo>
                    <a:pt x="8159572" y="1087729"/>
                  </a:lnTo>
                  <a:lnTo>
                    <a:pt x="8159267" y="1089494"/>
                  </a:lnTo>
                  <a:lnTo>
                    <a:pt x="8158911" y="1091260"/>
                  </a:lnTo>
                  <a:lnTo>
                    <a:pt x="8158568" y="1093025"/>
                  </a:lnTo>
                  <a:lnTo>
                    <a:pt x="8156295" y="1101699"/>
                  </a:lnTo>
                  <a:lnTo>
                    <a:pt x="8155774" y="1103414"/>
                  </a:lnTo>
                  <a:lnTo>
                    <a:pt x="8145411" y="1126261"/>
                  </a:lnTo>
                  <a:lnTo>
                    <a:pt x="8144497" y="1127798"/>
                  </a:lnTo>
                  <a:lnTo>
                    <a:pt x="8139430" y="1135214"/>
                  </a:lnTo>
                  <a:lnTo>
                    <a:pt x="8138363" y="1136662"/>
                  </a:lnTo>
                  <a:lnTo>
                    <a:pt x="8137258" y="1138072"/>
                  </a:lnTo>
                  <a:lnTo>
                    <a:pt x="8136115" y="1139456"/>
                  </a:lnTo>
                  <a:lnTo>
                    <a:pt x="8134984" y="1140853"/>
                  </a:lnTo>
                  <a:lnTo>
                    <a:pt x="8133803" y="1142212"/>
                  </a:lnTo>
                  <a:lnTo>
                    <a:pt x="8132597" y="1143533"/>
                  </a:lnTo>
                  <a:lnTo>
                    <a:pt x="8131390" y="1144866"/>
                  </a:lnTo>
                  <a:lnTo>
                    <a:pt x="8130158" y="1146175"/>
                  </a:lnTo>
                  <a:lnTo>
                    <a:pt x="8128888" y="1147432"/>
                  </a:lnTo>
                  <a:lnTo>
                    <a:pt x="8127619" y="1148715"/>
                  </a:lnTo>
                  <a:lnTo>
                    <a:pt x="8126310" y="1149946"/>
                  </a:lnTo>
                  <a:lnTo>
                    <a:pt x="8124977" y="1151153"/>
                  </a:lnTo>
                  <a:lnTo>
                    <a:pt x="8123656" y="1152359"/>
                  </a:lnTo>
                  <a:lnTo>
                    <a:pt x="8122297" y="1153528"/>
                  </a:lnTo>
                  <a:lnTo>
                    <a:pt x="8120900" y="1154671"/>
                  </a:lnTo>
                  <a:lnTo>
                    <a:pt x="8119516" y="1155814"/>
                  </a:lnTo>
                  <a:lnTo>
                    <a:pt x="8112252" y="1161084"/>
                  </a:lnTo>
                  <a:lnTo>
                    <a:pt x="8110766" y="1162088"/>
                  </a:lnTo>
                  <a:lnTo>
                    <a:pt x="8098218" y="1169035"/>
                  </a:lnTo>
                  <a:lnTo>
                    <a:pt x="8096592" y="1169809"/>
                  </a:lnTo>
                  <a:lnTo>
                    <a:pt x="8094954" y="1170533"/>
                  </a:lnTo>
                  <a:lnTo>
                    <a:pt x="8093290" y="1171219"/>
                  </a:lnTo>
                  <a:lnTo>
                    <a:pt x="8091627" y="1171905"/>
                  </a:lnTo>
                  <a:lnTo>
                    <a:pt x="8089950" y="1172552"/>
                  </a:lnTo>
                  <a:lnTo>
                    <a:pt x="8088261" y="1173162"/>
                  </a:lnTo>
                  <a:lnTo>
                    <a:pt x="8086572" y="1173772"/>
                  </a:lnTo>
                  <a:lnTo>
                    <a:pt x="8084870" y="1174330"/>
                  </a:lnTo>
                  <a:lnTo>
                    <a:pt x="8083143" y="1174851"/>
                  </a:lnTo>
                  <a:lnTo>
                    <a:pt x="8081429" y="1175372"/>
                  </a:lnTo>
                  <a:lnTo>
                    <a:pt x="8079701" y="1175854"/>
                  </a:lnTo>
                  <a:lnTo>
                    <a:pt x="8077949" y="1176286"/>
                  </a:lnTo>
                  <a:lnTo>
                    <a:pt x="8076222" y="1176718"/>
                  </a:lnTo>
                  <a:lnTo>
                    <a:pt x="8074469" y="1177112"/>
                  </a:lnTo>
                  <a:lnTo>
                    <a:pt x="8072704" y="1177467"/>
                  </a:lnTo>
                  <a:lnTo>
                    <a:pt x="8070938" y="1177823"/>
                  </a:lnTo>
                  <a:lnTo>
                    <a:pt x="8069173" y="1178128"/>
                  </a:lnTo>
                  <a:lnTo>
                    <a:pt x="8067408" y="1178382"/>
                  </a:lnTo>
                  <a:lnTo>
                    <a:pt x="8065630" y="1178648"/>
                  </a:lnTo>
                  <a:lnTo>
                    <a:pt x="8053095" y="1179576"/>
                  </a:lnTo>
                  <a:lnTo>
                    <a:pt x="8051292" y="1179576"/>
                  </a:lnTo>
                  <a:lnTo>
                    <a:pt x="109728" y="1179576"/>
                  </a:lnTo>
                  <a:lnTo>
                    <a:pt x="107937" y="1179576"/>
                  </a:lnTo>
                  <a:lnTo>
                    <a:pt x="106133" y="1179537"/>
                  </a:lnTo>
                  <a:lnTo>
                    <a:pt x="93624" y="1178382"/>
                  </a:lnTo>
                  <a:lnTo>
                    <a:pt x="91846" y="1178128"/>
                  </a:lnTo>
                  <a:lnTo>
                    <a:pt x="83070" y="1176286"/>
                  </a:lnTo>
                  <a:lnTo>
                    <a:pt x="81330" y="1175854"/>
                  </a:lnTo>
                  <a:lnTo>
                    <a:pt x="79590" y="1175372"/>
                  </a:lnTo>
                  <a:lnTo>
                    <a:pt x="77876" y="1174851"/>
                  </a:lnTo>
                  <a:lnTo>
                    <a:pt x="76161" y="1174330"/>
                  </a:lnTo>
                  <a:lnTo>
                    <a:pt x="74447" y="1173772"/>
                  </a:lnTo>
                  <a:lnTo>
                    <a:pt x="72758" y="1173162"/>
                  </a:lnTo>
                  <a:lnTo>
                    <a:pt x="71069" y="1172552"/>
                  </a:lnTo>
                  <a:lnTo>
                    <a:pt x="69392" y="1171905"/>
                  </a:lnTo>
                  <a:lnTo>
                    <a:pt x="67741" y="1171219"/>
                  </a:lnTo>
                  <a:lnTo>
                    <a:pt x="66078" y="1170533"/>
                  </a:lnTo>
                  <a:lnTo>
                    <a:pt x="64439" y="1169809"/>
                  </a:lnTo>
                  <a:lnTo>
                    <a:pt x="62814" y="1169035"/>
                  </a:lnTo>
                  <a:lnTo>
                    <a:pt x="61188" y="1168273"/>
                  </a:lnTo>
                  <a:lnTo>
                    <a:pt x="40119" y="1154671"/>
                  </a:lnTo>
                  <a:lnTo>
                    <a:pt x="38735" y="1153528"/>
                  </a:lnTo>
                  <a:lnTo>
                    <a:pt x="37376" y="1152359"/>
                  </a:lnTo>
                  <a:lnTo>
                    <a:pt x="36042" y="1151153"/>
                  </a:lnTo>
                  <a:lnTo>
                    <a:pt x="34709" y="1149946"/>
                  </a:lnTo>
                  <a:lnTo>
                    <a:pt x="33413" y="1148715"/>
                  </a:lnTo>
                  <a:lnTo>
                    <a:pt x="32143" y="1147432"/>
                  </a:lnTo>
                  <a:lnTo>
                    <a:pt x="30873" y="1146175"/>
                  </a:lnTo>
                  <a:lnTo>
                    <a:pt x="29629" y="1144866"/>
                  </a:lnTo>
                  <a:lnTo>
                    <a:pt x="28422" y="1143533"/>
                  </a:lnTo>
                  <a:lnTo>
                    <a:pt x="27216" y="1142212"/>
                  </a:lnTo>
                  <a:lnTo>
                    <a:pt x="21602" y="1135214"/>
                  </a:lnTo>
                  <a:lnTo>
                    <a:pt x="20523" y="1133767"/>
                  </a:lnTo>
                  <a:lnTo>
                    <a:pt x="10541" y="1116774"/>
                  </a:lnTo>
                  <a:lnTo>
                    <a:pt x="9766" y="1115148"/>
                  </a:lnTo>
                  <a:lnTo>
                    <a:pt x="1193" y="1085951"/>
                  </a:lnTo>
                  <a:lnTo>
                    <a:pt x="927" y="1084173"/>
                  </a:lnTo>
                  <a:lnTo>
                    <a:pt x="139" y="1075232"/>
                  </a:lnTo>
                  <a:lnTo>
                    <a:pt x="50" y="1073442"/>
                  </a:lnTo>
                  <a:lnTo>
                    <a:pt x="0" y="1071651"/>
                  </a:lnTo>
                  <a:lnTo>
                    <a:pt x="0" y="1069848"/>
                  </a:lnTo>
                  <a:lnTo>
                    <a:pt x="0" y="109728"/>
                  </a:lnTo>
                  <a:lnTo>
                    <a:pt x="0" y="107924"/>
                  </a:lnTo>
                  <a:lnTo>
                    <a:pt x="50" y="106133"/>
                  </a:lnTo>
                  <a:lnTo>
                    <a:pt x="139" y="104343"/>
                  </a:lnTo>
                  <a:lnTo>
                    <a:pt x="228" y="102552"/>
                  </a:lnTo>
                  <a:lnTo>
                    <a:pt x="1193" y="93624"/>
                  </a:lnTo>
                  <a:lnTo>
                    <a:pt x="1460" y="91846"/>
                  </a:lnTo>
                  <a:lnTo>
                    <a:pt x="4724" y="77876"/>
                  </a:lnTo>
                  <a:lnTo>
                    <a:pt x="5245" y="76149"/>
                  </a:lnTo>
                  <a:lnTo>
                    <a:pt x="10541" y="62814"/>
                  </a:lnTo>
                  <a:lnTo>
                    <a:pt x="11303" y="61188"/>
                  </a:lnTo>
                  <a:lnTo>
                    <a:pt x="21602" y="44361"/>
                  </a:lnTo>
                  <a:lnTo>
                    <a:pt x="22669" y="42913"/>
                  </a:lnTo>
                  <a:lnTo>
                    <a:pt x="28422" y="36042"/>
                  </a:lnTo>
                  <a:lnTo>
                    <a:pt x="29629" y="34709"/>
                  </a:lnTo>
                  <a:lnTo>
                    <a:pt x="30873" y="33401"/>
                  </a:lnTo>
                  <a:lnTo>
                    <a:pt x="32143" y="32143"/>
                  </a:lnTo>
                  <a:lnTo>
                    <a:pt x="33413" y="30873"/>
                  </a:lnTo>
                  <a:lnTo>
                    <a:pt x="34709" y="29629"/>
                  </a:lnTo>
                  <a:lnTo>
                    <a:pt x="36042" y="28422"/>
                  </a:lnTo>
                  <a:lnTo>
                    <a:pt x="37376" y="27216"/>
                  </a:lnTo>
                  <a:lnTo>
                    <a:pt x="62814" y="10541"/>
                  </a:lnTo>
                  <a:lnTo>
                    <a:pt x="64439" y="9766"/>
                  </a:lnTo>
                  <a:lnTo>
                    <a:pt x="66078" y="9042"/>
                  </a:lnTo>
                  <a:lnTo>
                    <a:pt x="67741" y="8356"/>
                  </a:lnTo>
                  <a:lnTo>
                    <a:pt x="69392" y="7670"/>
                  </a:lnTo>
                  <a:lnTo>
                    <a:pt x="71069" y="7023"/>
                  </a:lnTo>
                  <a:lnTo>
                    <a:pt x="72758" y="6413"/>
                  </a:lnTo>
                  <a:lnTo>
                    <a:pt x="74447" y="5803"/>
                  </a:lnTo>
                  <a:lnTo>
                    <a:pt x="76161" y="5245"/>
                  </a:lnTo>
                  <a:lnTo>
                    <a:pt x="77876" y="4724"/>
                  </a:lnTo>
                  <a:lnTo>
                    <a:pt x="79590" y="4203"/>
                  </a:lnTo>
                  <a:lnTo>
                    <a:pt x="93624" y="1193"/>
                  </a:lnTo>
                  <a:lnTo>
                    <a:pt x="95402" y="927"/>
                  </a:lnTo>
                  <a:lnTo>
                    <a:pt x="97180" y="698"/>
                  </a:lnTo>
                  <a:lnTo>
                    <a:pt x="98971" y="533"/>
                  </a:lnTo>
                  <a:lnTo>
                    <a:pt x="100761" y="355"/>
                  </a:lnTo>
                  <a:lnTo>
                    <a:pt x="102552" y="215"/>
                  </a:lnTo>
                  <a:lnTo>
                    <a:pt x="104343" y="127"/>
                  </a:lnTo>
                  <a:lnTo>
                    <a:pt x="106133" y="38"/>
                  </a:lnTo>
                  <a:lnTo>
                    <a:pt x="107937" y="0"/>
                  </a:lnTo>
                  <a:lnTo>
                    <a:pt x="109728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69847" y="2441448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900" y="0"/>
                  </a:moveTo>
                  <a:lnTo>
                    <a:pt x="296372" y="3130"/>
                  </a:lnTo>
                  <a:lnTo>
                    <a:pt x="251746" y="12249"/>
                  </a:lnTo>
                  <a:lnTo>
                    <a:pt x="209431" y="26948"/>
                  </a:lnTo>
                  <a:lnTo>
                    <a:pt x="169835" y="46817"/>
                  </a:lnTo>
                  <a:lnTo>
                    <a:pt x="133367" y="71450"/>
                  </a:lnTo>
                  <a:lnTo>
                    <a:pt x="100436" y="100436"/>
                  </a:lnTo>
                  <a:lnTo>
                    <a:pt x="71450" y="133367"/>
                  </a:lnTo>
                  <a:lnTo>
                    <a:pt x="46817" y="169835"/>
                  </a:lnTo>
                  <a:lnTo>
                    <a:pt x="26948" y="209431"/>
                  </a:lnTo>
                  <a:lnTo>
                    <a:pt x="12249" y="251746"/>
                  </a:lnTo>
                  <a:lnTo>
                    <a:pt x="3130" y="296372"/>
                  </a:lnTo>
                  <a:lnTo>
                    <a:pt x="0" y="342900"/>
                  </a:lnTo>
                  <a:lnTo>
                    <a:pt x="3130" y="389427"/>
                  </a:lnTo>
                  <a:lnTo>
                    <a:pt x="12249" y="434053"/>
                  </a:lnTo>
                  <a:lnTo>
                    <a:pt x="26948" y="476368"/>
                  </a:lnTo>
                  <a:lnTo>
                    <a:pt x="46817" y="515964"/>
                  </a:lnTo>
                  <a:lnTo>
                    <a:pt x="71450" y="552432"/>
                  </a:lnTo>
                  <a:lnTo>
                    <a:pt x="100436" y="585363"/>
                  </a:lnTo>
                  <a:lnTo>
                    <a:pt x="133367" y="614349"/>
                  </a:lnTo>
                  <a:lnTo>
                    <a:pt x="169835" y="638982"/>
                  </a:lnTo>
                  <a:lnTo>
                    <a:pt x="209431" y="658851"/>
                  </a:lnTo>
                  <a:lnTo>
                    <a:pt x="251746" y="673550"/>
                  </a:lnTo>
                  <a:lnTo>
                    <a:pt x="296372" y="682669"/>
                  </a:lnTo>
                  <a:lnTo>
                    <a:pt x="342900" y="685800"/>
                  </a:lnTo>
                  <a:lnTo>
                    <a:pt x="389427" y="682669"/>
                  </a:lnTo>
                  <a:lnTo>
                    <a:pt x="434053" y="673550"/>
                  </a:lnTo>
                  <a:lnTo>
                    <a:pt x="476368" y="658851"/>
                  </a:lnTo>
                  <a:lnTo>
                    <a:pt x="515964" y="638982"/>
                  </a:lnTo>
                  <a:lnTo>
                    <a:pt x="552432" y="614349"/>
                  </a:lnTo>
                  <a:lnTo>
                    <a:pt x="585363" y="585363"/>
                  </a:lnTo>
                  <a:lnTo>
                    <a:pt x="614349" y="552432"/>
                  </a:lnTo>
                  <a:lnTo>
                    <a:pt x="638982" y="515964"/>
                  </a:lnTo>
                  <a:lnTo>
                    <a:pt x="658851" y="476368"/>
                  </a:lnTo>
                  <a:lnTo>
                    <a:pt x="673550" y="434053"/>
                  </a:lnTo>
                  <a:lnTo>
                    <a:pt x="682669" y="389427"/>
                  </a:lnTo>
                  <a:lnTo>
                    <a:pt x="685800" y="342900"/>
                  </a:lnTo>
                  <a:lnTo>
                    <a:pt x="682669" y="296372"/>
                  </a:lnTo>
                  <a:lnTo>
                    <a:pt x="673550" y="251746"/>
                  </a:lnTo>
                  <a:lnTo>
                    <a:pt x="658851" y="209431"/>
                  </a:lnTo>
                  <a:lnTo>
                    <a:pt x="638982" y="169835"/>
                  </a:lnTo>
                  <a:lnTo>
                    <a:pt x="614349" y="133367"/>
                  </a:lnTo>
                  <a:lnTo>
                    <a:pt x="585363" y="100436"/>
                  </a:lnTo>
                  <a:lnTo>
                    <a:pt x="552432" y="71450"/>
                  </a:lnTo>
                  <a:lnTo>
                    <a:pt x="515964" y="46817"/>
                  </a:lnTo>
                  <a:lnTo>
                    <a:pt x="476368" y="26948"/>
                  </a:lnTo>
                  <a:lnTo>
                    <a:pt x="434053" y="12249"/>
                  </a:lnTo>
                  <a:lnTo>
                    <a:pt x="389427" y="313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319588" y="2543988"/>
            <a:ext cx="18669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76120" y="2624818"/>
            <a:ext cx="57619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Maintain</a:t>
            </a:r>
            <a:r>
              <a:rPr dirty="0" sz="18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a</a:t>
            </a:r>
            <a:r>
              <a:rPr dirty="0" sz="18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centralized</a:t>
            </a:r>
            <a:r>
              <a:rPr dirty="0" sz="18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database</a:t>
            </a:r>
            <a:r>
              <a:rPr dirty="0" sz="18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of</a:t>
            </a:r>
            <a:r>
              <a:rPr dirty="0" sz="18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student</a:t>
            </a:r>
            <a:r>
              <a:rPr dirty="0" sz="18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placement</a:t>
            </a:r>
            <a:r>
              <a:rPr dirty="0" sz="18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records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13431" y="3584066"/>
            <a:ext cx="8180070" cy="1198880"/>
            <a:chOff x="813431" y="3584066"/>
            <a:chExt cx="8180070" cy="1198880"/>
          </a:xfrm>
        </p:grpSpPr>
        <p:sp>
          <p:nvSpPr>
            <p:cNvPr id="11" name="object 11"/>
            <p:cNvSpPr/>
            <p:nvPr/>
          </p:nvSpPr>
          <p:spPr>
            <a:xfrm>
              <a:off x="822956" y="3593591"/>
              <a:ext cx="8161020" cy="1179830"/>
            </a:xfrm>
            <a:custGeom>
              <a:avLst/>
              <a:gdLst/>
              <a:ahLst/>
              <a:cxnLst/>
              <a:rect l="l" t="t" r="r" b="b"/>
              <a:pathLst>
                <a:path w="8161020" h="1179829">
                  <a:moveTo>
                    <a:pt x="109728" y="0"/>
                  </a:moveTo>
                  <a:lnTo>
                    <a:pt x="107937" y="0"/>
                  </a:lnTo>
                  <a:lnTo>
                    <a:pt x="91846" y="1447"/>
                  </a:lnTo>
                  <a:lnTo>
                    <a:pt x="47269" y="19494"/>
                  </a:lnTo>
                  <a:lnTo>
                    <a:pt x="14693" y="54851"/>
                  </a:lnTo>
                  <a:lnTo>
                    <a:pt x="355" y="100761"/>
                  </a:lnTo>
                  <a:lnTo>
                    <a:pt x="0" y="1071651"/>
                  </a:lnTo>
                  <a:lnTo>
                    <a:pt x="1460" y="1087729"/>
                  </a:lnTo>
                  <a:lnTo>
                    <a:pt x="19494" y="1132306"/>
                  </a:lnTo>
                  <a:lnTo>
                    <a:pt x="54864" y="1164882"/>
                  </a:lnTo>
                  <a:lnTo>
                    <a:pt x="100761" y="1179220"/>
                  </a:lnTo>
                  <a:lnTo>
                    <a:pt x="8053095" y="1179576"/>
                  </a:lnTo>
                  <a:lnTo>
                    <a:pt x="8069173" y="1178128"/>
                  </a:lnTo>
                  <a:lnTo>
                    <a:pt x="8113750" y="1160081"/>
                  </a:lnTo>
                  <a:lnTo>
                    <a:pt x="8146338" y="1124724"/>
                  </a:lnTo>
                  <a:lnTo>
                    <a:pt x="8160677" y="1078826"/>
                  </a:lnTo>
                  <a:lnTo>
                    <a:pt x="8161020" y="107924"/>
                  </a:lnTo>
                  <a:lnTo>
                    <a:pt x="8159572" y="91846"/>
                  </a:lnTo>
                  <a:lnTo>
                    <a:pt x="8141538" y="47269"/>
                  </a:lnTo>
                  <a:lnTo>
                    <a:pt x="8106168" y="14681"/>
                  </a:lnTo>
                  <a:lnTo>
                    <a:pt x="8058480" y="215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22956" y="3593591"/>
              <a:ext cx="8161020" cy="1179830"/>
            </a:xfrm>
            <a:custGeom>
              <a:avLst/>
              <a:gdLst/>
              <a:ahLst/>
              <a:cxnLst/>
              <a:rect l="l" t="t" r="r" b="b"/>
              <a:pathLst>
                <a:path w="8161020" h="1179829">
                  <a:moveTo>
                    <a:pt x="109728" y="0"/>
                  </a:moveTo>
                  <a:lnTo>
                    <a:pt x="8051292" y="0"/>
                  </a:lnTo>
                  <a:lnTo>
                    <a:pt x="8053095" y="0"/>
                  </a:lnTo>
                  <a:lnTo>
                    <a:pt x="8054886" y="38"/>
                  </a:lnTo>
                  <a:lnTo>
                    <a:pt x="8056689" y="127"/>
                  </a:lnTo>
                  <a:lnTo>
                    <a:pt x="8058480" y="215"/>
                  </a:lnTo>
                  <a:lnTo>
                    <a:pt x="8060270" y="355"/>
                  </a:lnTo>
                  <a:lnTo>
                    <a:pt x="8062061" y="533"/>
                  </a:lnTo>
                  <a:lnTo>
                    <a:pt x="8063839" y="698"/>
                  </a:lnTo>
                  <a:lnTo>
                    <a:pt x="8065630" y="927"/>
                  </a:lnTo>
                  <a:lnTo>
                    <a:pt x="8067408" y="1193"/>
                  </a:lnTo>
                  <a:lnTo>
                    <a:pt x="8069173" y="1447"/>
                  </a:lnTo>
                  <a:lnTo>
                    <a:pt x="8070938" y="1752"/>
                  </a:lnTo>
                  <a:lnTo>
                    <a:pt x="8072704" y="2108"/>
                  </a:lnTo>
                  <a:lnTo>
                    <a:pt x="8074469" y="2463"/>
                  </a:lnTo>
                  <a:lnTo>
                    <a:pt x="8076222" y="2857"/>
                  </a:lnTo>
                  <a:lnTo>
                    <a:pt x="8077949" y="3289"/>
                  </a:lnTo>
                  <a:lnTo>
                    <a:pt x="8079701" y="3721"/>
                  </a:lnTo>
                  <a:lnTo>
                    <a:pt x="8081429" y="4203"/>
                  </a:lnTo>
                  <a:lnTo>
                    <a:pt x="8083143" y="4724"/>
                  </a:lnTo>
                  <a:lnTo>
                    <a:pt x="8084870" y="5245"/>
                  </a:lnTo>
                  <a:lnTo>
                    <a:pt x="8093290" y="8356"/>
                  </a:lnTo>
                  <a:lnTo>
                    <a:pt x="8094954" y="9042"/>
                  </a:lnTo>
                  <a:lnTo>
                    <a:pt x="8096592" y="9766"/>
                  </a:lnTo>
                  <a:lnTo>
                    <a:pt x="8098218" y="10541"/>
                  </a:lnTo>
                  <a:lnTo>
                    <a:pt x="8099831" y="11303"/>
                  </a:lnTo>
                  <a:lnTo>
                    <a:pt x="8120900" y="24904"/>
                  </a:lnTo>
                  <a:lnTo>
                    <a:pt x="8122297" y="26047"/>
                  </a:lnTo>
                  <a:lnTo>
                    <a:pt x="8123656" y="27216"/>
                  </a:lnTo>
                  <a:lnTo>
                    <a:pt x="8124977" y="28422"/>
                  </a:lnTo>
                  <a:lnTo>
                    <a:pt x="8126310" y="29629"/>
                  </a:lnTo>
                  <a:lnTo>
                    <a:pt x="8127619" y="30873"/>
                  </a:lnTo>
                  <a:lnTo>
                    <a:pt x="8128888" y="32143"/>
                  </a:lnTo>
                  <a:lnTo>
                    <a:pt x="8130158" y="33401"/>
                  </a:lnTo>
                  <a:lnTo>
                    <a:pt x="8131390" y="34709"/>
                  </a:lnTo>
                  <a:lnTo>
                    <a:pt x="8132597" y="36042"/>
                  </a:lnTo>
                  <a:lnTo>
                    <a:pt x="8133803" y="37363"/>
                  </a:lnTo>
                  <a:lnTo>
                    <a:pt x="8134984" y="38722"/>
                  </a:lnTo>
                  <a:lnTo>
                    <a:pt x="8136115" y="40119"/>
                  </a:lnTo>
                  <a:lnTo>
                    <a:pt x="8137258" y="41503"/>
                  </a:lnTo>
                  <a:lnTo>
                    <a:pt x="8138363" y="42913"/>
                  </a:lnTo>
                  <a:lnTo>
                    <a:pt x="8139430" y="44361"/>
                  </a:lnTo>
                  <a:lnTo>
                    <a:pt x="8140496" y="45808"/>
                  </a:lnTo>
                  <a:lnTo>
                    <a:pt x="8145411" y="53314"/>
                  </a:lnTo>
                  <a:lnTo>
                    <a:pt x="8146338" y="54851"/>
                  </a:lnTo>
                  <a:lnTo>
                    <a:pt x="8154606" y="72758"/>
                  </a:lnTo>
                  <a:lnTo>
                    <a:pt x="8155216" y="74447"/>
                  </a:lnTo>
                  <a:lnTo>
                    <a:pt x="8155774" y="76149"/>
                  </a:lnTo>
                  <a:lnTo>
                    <a:pt x="8156295" y="77876"/>
                  </a:lnTo>
                  <a:lnTo>
                    <a:pt x="8156816" y="79590"/>
                  </a:lnTo>
                  <a:lnTo>
                    <a:pt x="8158911" y="88315"/>
                  </a:lnTo>
                  <a:lnTo>
                    <a:pt x="8159267" y="90081"/>
                  </a:lnTo>
                  <a:lnTo>
                    <a:pt x="8159572" y="91846"/>
                  </a:lnTo>
                  <a:lnTo>
                    <a:pt x="8159838" y="93624"/>
                  </a:lnTo>
                  <a:lnTo>
                    <a:pt x="8160105" y="95402"/>
                  </a:lnTo>
                  <a:lnTo>
                    <a:pt x="8160321" y="97180"/>
                  </a:lnTo>
                  <a:lnTo>
                    <a:pt x="8160499" y="98971"/>
                  </a:lnTo>
                  <a:lnTo>
                    <a:pt x="8160677" y="100761"/>
                  </a:lnTo>
                  <a:lnTo>
                    <a:pt x="8160804" y="102552"/>
                  </a:lnTo>
                  <a:lnTo>
                    <a:pt x="8160893" y="104343"/>
                  </a:lnTo>
                  <a:lnTo>
                    <a:pt x="8160981" y="106133"/>
                  </a:lnTo>
                  <a:lnTo>
                    <a:pt x="8161020" y="107924"/>
                  </a:lnTo>
                  <a:lnTo>
                    <a:pt x="8161020" y="109728"/>
                  </a:lnTo>
                  <a:lnTo>
                    <a:pt x="8161020" y="1069848"/>
                  </a:lnTo>
                  <a:lnTo>
                    <a:pt x="8161020" y="1071651"/>
                  </a:lnTo>
                  <a:lnTo>
                    <a:pt x="8160981" y="1073442"/>
                  </a:lnTo>
                  <a:lnTo>
                    <a:pt x="8160893" y="1075232"/>
                  </a:lnTo>
                  <a:lnTo>
                    <a:pt x="8160804" y="1077023"/>
                  </a:lnTo>
                  <a:lnTo>
                    <a:pt x="8160677" y="1078826"/>
                  </a:lnTo>
                  <a:lnTo>
                    <a:pt x="8160499" y="1080604"/>
                  </a:lnTo>
                  <a:lnTo>
                    <a:pt x="8160321" y="1082395"/>
                  </a:lnTo>
                  <a:lnTo>
                    <a:pt x="8160105" y="1084173"/>
                  </a:lnTo>
                  <a:lnTo>
                    <a:pt x="8159838" y="1085951"/>
                  </a:lnTo>
                  <a:lnTo>
                    <a:pt x="8159572" y="1087729"/>
                  </a:lnTo>
                  <a:lnTo>
                    <a:pt x="8159267" y="1089494"/>
                  </a:lnTo>
                  <a:lnTo>
                    <a:pt x="8158911" y="1091260"/>
                  </a:lnTo>
                  <a:lnTo>
                    <a:pt x="8158568" y="1093025"/>
                  </a:lnTo>
                  <a:lnTo>
                    <a:pt x="8156295" y="1101699"/>
                  </a:lnTo>
                  <a:lnTo>
                    <a:pt x="8155774" y="1103414"/>
                  </a:lnTo>
                  <a:lnTo>
                    <a:pt x="8145411" y="1126261"/>
                  </a:lnTo>
                  <a:lnTo>
                    <a:pt x="8144497" y="1127798"/>
                  </a:lnTo>
                  <a:lnTo>
                    <a:pt x="8139430" y="1135214"/>
                  </a:lnTo>
                  <a:lnTo>
                    <a:pt x="8138363" y="1136662"/>
                  </a:lnTo>
                  <a:lnTo>
                    <a:pt x="8137258" y="1138072"/>
                  </a:lnTo>
                  <a:lnTo>
                    <a:pt x="8136115" y="1139456"/>
                  </a:lnTo>
                  <a:lnTo>
                    <a:pt x="8134984" y="1140853"/>
                  </a:lnTo>
                  <a:lnTo>
                    <a:pt x="8133803" y="1142212"/>
                  </a:lnTo>
                  <a:lnTo>
                    <a:pt x="8132597" y="1143533"/>
                  </a:lnTo>
                  <a:lnTo>
                    <a:pt x="8131390" y="1144866"/>
                  </a:lnTo>
                  <a:lnTo>
                    <a:pt x="8130158" y="1146175"/>
                  </a:lnTo>
                  <a:lnTo>
                    <a:pt x="8128888" y="1147432"/>
                  </a:lnTo>
                  <a:lnTo>
                    <a:pt x="8127619" y="1148702"/>
                  </a:lnTo>
                  <a:lnTo>
                    <a:pt x="8126310" y="1149946"/>
                  </a:lnTo>
                  <a:lnTo>
                    <a:pt x="8124977" y="1151153"/>
                  </a:lnTo>
                  <a:lnTo>
                    <a:pt x="8123656" y="1152359"/>
                  </a:lnTo>
                  <a:lnTo>
                    <a:pt x="8122297" y="1153528"/>
                  </a:lnTo>
                  <a:lnTo>
                    <a:pt x="8120900" y="1154671"/>
                  </a:lnTo>
                  <a:lnTo>
                    <a:pt x="8119516" y="1155814"/>
                  </a:lnTo>
                  <a:lnTo>
                    <a:pt x="8112252" y="1161084"/>
                  </a:lnTo>
                  <a:lnTo>
                    <a:pt x="8110766" y="1162088"/>
                  </a:lnTo>
                  <a:lnTo>
                    <a:pt x="8093290" y="1171219"/>
                  </a:lnTo>
                  <a:lnTo>
                    <a:pt x="8091627" y="1171905"/>
                  </a:lnTo>
                  <a:lnTo>
                    <a:pt x="8089950" y="1172552"/>
                  </a:lnTo>
                  <a:lnTo>
                    <a:pt x="8088261" y="1173162"/>
                  </a:lnTo>
                  <a:lnTo>
                    <a:pt x="8086572" y="1173772"/>
                  </a:lnTo>
                  <a:lnTo>
                    <a:pt x="8084870" y="1174330"/>
                  </a:lnTo>
                  <a:lnTo>
                    <a:pt x="8083143" y="1174851"/>
                  </a:lnTo>
                  <a:lnTo>
                    <a:pt x="8081429" y="1175372"/>
                  </a:lnTo>
                  <a:lnTo>
                    <a:pt x="8079701" y="1175854"/>
                  </a:lnTo>
                  <a:lnTo>
                    <a:pt x="8077949" y="1176286"/>
                  </a:lnTo>
                  <a:lnTo>
                    <a:pt x="8076222" y="1176718"/>
                  </a:lnTo>
                  <a:lnTo>
                    <a:pt x="8074469" y="1177112"/>
                  </a:lnTo>
                  <a:lnTo>
                    <a:pt x="8072704" y="1177467"/>
                  </a:lnTo>
                  <a:lnTo>
                    <a:pt x="8070938" y="1177823"/>
                  </a:lnTo>
                  <a:lnTo>
                    <a:pt x="8069173" y="1178128"/>
                  </a:lnTo>
                  <a:lnTo>
                    <a:pt x="8067408" y="1178382"/>
                  </a:lnTo>
                  <a:lnTo>
                    <a:pt x="8065630" y="1178648"/>
                  </a:lnTo>
                  <a:lnTo>
                    <a:pt x="8053095" y="1179576"/>
                  </a:lnTo>
                  <a:lnTo>
                    <a:pt x="8051292" y="1179576"/>
                  </a:lnTo>
                  <a:lnTo>
                    <a:pt x="109728" y="1179576"/>
                  </a:lnTo>
                  <a:lnTo>
                    <a:pt x="107937" y="1179576"/>
                  </a:lnTo>
                  <a:lnTo>
                    <a:pt x="106133" y="1179525"/>
                  </a:lnTo>
                  <a:lnTo>
                    <a:pt x="93624" y="1178382"/>
                  </a:lnTo>
                  <a:lnTo>
                    <a:pt x="91846" y="1178128"/>
                  </a:lnTo>
                  <a:lnTo>
                    <a:pt x="83070" y="1176286"/>
                  </a:lnTo>
                  <a:lnTo>
                    <a:pt x="81330" y="1175854"/>
                  </a:lnTo>
                  <a:lnTo>
                    <a:pt x="79590" y="1175372"/>
                  </a:lnTo>
                  <a:lnTo>
                    <a:pt x="77876" y="1174851"/>
                  </a:lnTo>
                  <a:lnTo>
                    <a:pt x="76161" y="1174330"/>
                  </a:lnTo>
                  <a:lnTo>
                    <a:pt x="74447" y="1173772"/>
                  </a:lnTo>
                  <a:lnTo>
                    <a:pt x="72758" y="1173162"/>
                  </a:lnTo>
                  <a:lnTo>
                    <a:pt x="71069" y="1172552"/>
                  </a:lnTo>
                  <a:lnTo>
                    <a:pt x="69392" y="1171905"/>
                  </a:lnTo>
                  <a:lnTo>
                    <a:pt x="67741" y="1171219"/>
                  </a:lnTo>
                  <a:lnTo>
                    <a:pt x="66078" y="1170533"/>
                  </a:lnTo>
                  <a:lnTo>
                    <a:pt x="40119" y="1154671"/>
                  </a:lnTo>
                  <a:lnTo>
                    <a:pt x="38735" y="1153528"/>
                  </a:lnTo>
                  <a:lnTo>
                    <a:pt x="37376" y="1152359"/>
                  </a:lnTo>
                  <a:lnTo>
                    <a:pt x="36042" y="1151153"/>
                  </a:lnTo>
                  <a:lnTo>
                    <a:pt x="34709" y="1149946"/>
                  </a:lnTo>
                  <a:lnTo>
                    <a:pt x="33413" y="1148702"/>
                  </a:lnTo>
                  <a:lnTo>
                    <a:pt x="32143" y="1147432"/>
                  </a:lnTo>
                  <a:lnTo>
                    <a:pt x="30873" y="1146175"/>
                  </a:lnTo>
                  <a:lnTo>
                    <a:pt x="29629" y="1144866"/>
                  </a:lnTo>
                  <a:lnTo>
                    <a:pt x="28422" y="1143533"/>
                  </a:lnTo>
                  <a:lnTo>
                    <a:pt x="27216" y="1142212"/>
                  </a:lnTo>
                  <a:lnTo>
                    <a:pt x="21602" y="1135214"/>
                  </a:lnTo>
                  <a:lnTo>
                    <a:pt x="20523" y="1133767"/>
                  </a:lnTo>
                  <a:lnTo>
                    <a:pt x="10541" y="1116774"/>
                  </a:lnTo>
                  <a:lnTo>
                    <a:pt x="9766" y="1115148"/>
                  </a:lnTo>
                  <a:lnTo>
                    <a:pt x="1193" y="1085951"/>
                  </a:lnTo>
                  <a:lnTo>
                    <a:pt x="927" y="1084173"/>
                  </a:lnTo>
                  <a:lnTo>
                    <a:pt x="711" y="1082395"/>
                  </a:lnTo>
                  <a:lnTo>
                    <a:pt x="533" y="1080604"/>
                  </a:lnTo>
                  <a:lnTo>
                    <a:pt x="355" y="1078826"/>
                  </a:lnTo>
                  <a:lnTo>
                    <a:pt x="228" y="1077023"/>
                  </a:lnTo>
                  <a:lnTo>
                    <a:pt x="139" y="1075232"/>
                  </a:lnTo>
                  <a:lnTo>
                    <a:pt x="50" y="1073442"/>
                  </a:lnTo>
                  <a:lnTo>
                    <a:pt x="0" y="1071651"/>
                  </a:lnTo>
                  <a:lnTo>
                    <a:pt x="0" y="1069848"/>
                  </a:lnTo>
                  <a:lnTo>
                    <a:pt x="0" y="109728"/>
                  </a:lnTo>
                  <a:lnTo>
                    <a:pt x="0" y="107924"/>
                  </a:lnTo>
                  <a:lnTo>
                    <a:pt x="50" y="106133"/>
                  </a:lnTo>
                  <a:lnTo>
                    <a:pt x="139" y="104343"/>
                  </a:lnTo>
                  <a:lnTo>
                    <a:pt x="228" y="102552"/>
                  </a:lnTo>
                  <a:lnTo>
                    <a:pt x="1193" y="93624"/>
                  </a:lnTo>
                  <a:lnTo>
                    <a:pt x="1460" y="91846"/>
                  </a:lnTo>
                  <a:lnTo>
                    <a:pt x="4724" y="77876"/>
                  </a:lnTo>
                  <a:lnTo>
                    <a:pt x="5245" y="76149"/>
                  </a:lnTo>
                  <a:lnTo>
                    <a:pt x="10541" y="62814"/>
                  </a:lnTo>
                  <a:lnTo>
                    <a:pt x="11303" y="61188"/>
                  </a:lnTo>
                  <a:lnTo>
                    <a:pt x="21602" y="44361"/>
                  </a:lnTo>
                  <a:lnTo>
                    <a:pt x="22669" y="42913"/>
                  </a:lnTo>
                  <a:lnTo>
                    <a:pt x="28422" y="36042"/>
                  </a:lnTo>
                  <a:lnTo>
                    <a:pt x="29629" y="34709"/>
                  </a:lnTo>
                  <a:lnTo>
                    <a:pt x="30873" y="33401"/>
                  </a:lnTo>
                  <a:lnTo>
                    <a:pt x="32143" y="32143"/>
                  </a:lnTo>
                  <a:lnTo>
                    <a:pt x="33413" y="30873"/>
                  </a:lnTo>
                  <a:lnTo>
                    <a:pt x="34709" y="29629"/>
                  </a:lnTo>
                  <a:lnTo>
                    <a:pt x="36042" y="28422"/>
                  </a:lnTo>
                  <a:lnTo>
                    <a:pt x="37376" y="27216"/>
                  </a:lnTo>
                  <a:lnTo>
                    <a:pt x="62814" y="10541"/>
                  </a:lnTo>
                  <a:lnTo>
                    <a:pt x="64439" y="9766"/>
                  </a:lnTo>
                  <a:lnTo>
                    <a:pt x="66078" y="9042"/>
                  </a:lnTo>
                  <a:lnTo>
                    <a:pt x="67741" y="8356"/>
                  </a:lnTo>
                  <a:lnTo>
                    <a:pt x="69392" y="7670"/>
                  </a:lnTo>
                  <a:lnTo>
                    <a:pt x="71069" y="7023"/>
                  </a:lnTo>
                  <a:lnTo>
                    <a:pt x="72758" y="6413"/>
                  </a:lnTo>
                  <a:lnTo>
                    <a:pt x="74447" y="5803"/>
                  </a:lnTo>
                  <a:lnTo>
                    <a:pt x="76161" y="5245"/>
                  </a:lnTo>
                  <a:lnTo>
                    <a:pt x="77876" y="4724"/>
                  </a:lnTo>
                  <a:lnTo>
                    <a:pt x="79590" y="4203"/>
                  </a:lnTo>
                  <a:lnTo>
                    <a:pt x="93624" y="1193"/>
                  </a:lnTo>
                  <a:lnTo>
                    <a:pt x="95402" y="927"/>
                  </a:lnTo>
                  <a:lnTo>
                    <a:pt x="97180" y="698"/>
                  </a:lnTo>
                  <a:lnTo>
                    <a:pt x="98971" y="533"/>
                  </a:lnTo>
                  <a:lnTo>
                    <a:pt x="100761" y="355"/>
                  </a:lnTo>
                  <a:lnTo>
                    <a:pt x="102552" y="215"/>
                  </a:lnTo>
                  <a:lnTo>
                    <a:pt x="104343" y="127"/>
                  </a:lnTo>
                  <a:lnTo>
                    <a:pt x="106133" y="38"/>
                  </a:lnTo>
                  <a:lnTo>
                    <a:pt x="107937" y="0"/>
                  </a:lnTo>
                  <a:lnTo>
                    <a:pt x="109728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69847" y="3840479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900" y="0"/>
                  </a:moveTo>
                  <a:lnTo>
                    <a:pt x="296372" y="3130"/>
                  </a:lnTo>
                  <a:lnTo>
                    <a:pt x="251746" y="12249"/>
                  </a:lnTo>
                  <a:lnTo>
                    <a:pt x="209431" y="26948"/>
                  </a:lnTo>
                  <a:lnTo>
                    <a:pt x="169835" y="46817"/>
                  </a:lnTo>
                  <a:lnTo>
                    <a:pt x="133367" y="71450"/>
                  </a:lnTo>
                  <a:lnTo>
                    <a:pt x="100436" y="100436"/>
                  </a:lnTo>
                  <a:lnTo>
                    <a:pt x="71450" y="133367"/>
                  </a:lnTo>
                  <a:lnTo>
                    <a:pt x="46817" y="169835"/>
                  </a:lnTo>
                  <a:lnTo>
                    <a:pt x="26948" y="209431"/>
                  </a:lnTo>
                  <a:lnTo>
                    <a:pt x="12249" y="251746"/>
                  </a:lnTo>
                  <a:lnTo>
                    <a:pt x="3130" y="296372"/>
                  </a:lnTo>
                  <a:lnTo>
                    <a:pt x="0" y="342900"/>
                  </a:lnTo>
                  <a:lnTo>
                    <a:pt x="3130" y="389427"/>
                  </a:lnTo>
                  <a:lnTo>
                    <a:pt x="12249" y="434053"/>
                  </a:lnTo>
                  <a:lnTo>
                    <a:pt x="26948" y="476368"/>
                  </a:lnTo>
                  <a:lnTo>
                    <a:pt x="46817" y="515964"/>
                  </a:lnTo>
                  <a:lnTo>
                    <a:pt x="71450" y="552432"/>
                  </a:lnTo>
                  <a:lnTo>
                    <a:pt x="100436" y="585363"/>
                  </a:lnTo>
                  <a:lnTo>
                    <a:pt x="133367" y="614349"/>
                  </a:lnTo>
                  <a:lnTo>
                    <a:pt x="169835" y="638982"/>
                  </a:lnTo>
                  <a:lnTo>
                    <a:pt x="209431" y="658851"/>
                  </a:lnTo>
                  <a:lnTo>
                    <a:pt x="251746" y="673550"/>
                  </a:lnTo>
                  <a:lnTo>
                    <a:pt x="296372" y="682669"/>
                  </a:lnTo>
                  <a:lnTo>
                    <a:pt x="342900" y="685800"/>
                  </a:lnTo>
                  <a:lnTo>
                    <a:pt x="389427" y="682669"/>
                  </a:lnTo>
                  <a:lnTo>
                    <a:pt x="434053" y="673550"/>
                  </a:lnTo>
                  <a:lnTo>
                    <a:pt x="476368" y="658851"/>
                  </a:lnTo>
                  <a:lnTo>
                    <a:pt x="515964" y="638982"/>
                  </a:lnTo>
                  <a:lnTo>
                    <a:pt x="552432" y="614349"/>
                  </a:lnTo>
                  <a:lnTo>
                    <a:pt x="585363" y="585363"/>
                  </a:lnTo>
                  <a:lnTo>
                    <a:pt x="614349" y="552432"/>
                  </a:lnTo>
                  <a:lnTo>
                    <a:pt x="638982" y="515964"/>
                  </a:lnTo>
                  <a:lnTo>
                    <a:pt x="658851" y="476368"/>
                  </a:lnTo>
                  <a:lnTo>
                    <a:pt x="673550" y="434053"/>
                  </a:lnTo>
                  <a:lnTo>
                    <a:pt x="682669" y="389427"/>
                  </a:lnTo>
                  <a:lnTo>
                    <a:pt x="685800" y="342900"/>
                  </a:lnTo>
                  <a:lnTo>
                    <a:pt x="682669" y="296372"/>
                  </a:lnTo>
                  <a:lnTo>
                    <a:pt x="673550" y="251746"/>
                  </a:lnTo>
                  <a:lnTo>
                    <a:pt x="658851" y="209431"/>
                  </a:lnTo>
                  <a:lnTo>
                    <a:pt x="638982" y="169835"/>
                  </a:lnTo>
                  <a:lnTo>
                    <a:pt x="614349" y="133367"/>
                  </a:lnTo>
                  <a:lnTo>
                    <a:pt x="585363" y="100436"/>
                  </a:lnTo>
                  <a:lnTo>
                    <a:pt x="552432" y="71450"/>
                  </a:lnTo>
                  <a:lnTo>
                    <a:pt x="515964" y="46817"/>
                  </a:lnTo>
                  <a:lnTo>
                    <a:pt x="476368" y="26948"/>
                  </a:lnTo>
                  <a:lnTo>
                    <a:pt x="434053" y="12249"/>
                  </a:lnTo>
                  <a:lnTo>
                    <a:pt x="389427" y="313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319588" y="3943019"/>
            <a:ext cx="18669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76120" y="4023850"/>
            <a:ext cx="4229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Manage</a:t>
            </a:r>
            <a:r>
              <a:rPr dirty="0" sz="1800" spc="-5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company</a:t>
            </a:r>
            <a:r>
              <a:rPr dirty="0" sz="1800" spc="-5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and</a:t>
            </a:r>
            <a:r>
              <a:rPr dirty="0" sz="1800" spc="-5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job</a:t>
            </a:r>
            <a:r>
              <a:rPr dirty="0" sz="1800" spc="-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profile</a:t>
            </a:r>
            <a:r>
              <a:rPr dirty="0" sz="1800" spc="-5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information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13431" y="4983098"/>
            <a:ext cx="8180070" cy="1198880"/>
            <a:chOff x="813431" y="4983098"/>
            <a:chExt cx="8180070" cy="1198880"/>
          </a:xfrm>
        </p:grpSpPr>
        <p:sp>
          <p:nvSpPr>
            <p:cNvPr id="17" name="object 17"/>
            <p:cNvSpPr/>
            <p:nvPr/>
          </p:nvSpPr>
          <p:spPr>
            <a:xfrm>
              <a:off x="822956" y="4992623"/>
              <a:ext cx="8161020" cy="1179830"/>
            </a:xfrm>
            <a:custGeom>
              <a:avLst/>
              <a:gdLst/>
              <a:ahLst/>
              <a:cxnLst/>
              <a:rect l="l" t="t" r="r" b="b"/>
              <a:pathLst>
                <a:path w="8161020" h="1179829">
                  <a:moveTo>
                    <a:pt x="109728" y="0"/>
                  </a:moveTo>
                  <a:lnTo>
                    <a:pt x="107937" y="0"/>
                  </a:lnTo>
                  <a:lnTo>
                    <a:pt x="91846" y="1447"/>
                  </a:lnTo>
                  <a:lnTo>
                    <a:pt x="47269" y="19494"/>
                  </a:lnTo>
                  <a:lnTo>
                    <a:pt x="14693" y="54851"/>
                  </a:lnTo>
                  <a:lnTo>
                    <a:pt x="355" y="100761"/>
                  </a:lnTo>
                  <a:lnTo>
                    <a:pt x="0" y="1071651"/>
                  </a:lnTo>
                  <a:lnTo>
                    <a:pt x="1460" y="1087729"/>
                  </a:lnTo>
                  <a:lnTo>
                    <a:pt x="19494" y="1132306"/>
                  </a:lnTo>
                  <a:lnTo>
                    <a:pt x="54864" y="1164882"/>
                  </a:lnTo>
                  <a:lnTo>
                    <a:pt x="100761" y="1179220"/>
                  </a:lnTo>
                  <a:lnTo>
                    <a:pt x="8053095" y="1179576"/>
                  </a:lnTo>
                  <a:lnTo>
                    <a:pt x="8069173" y="1178128"/>
                  </a:lnTo>
                  <a:lnTo>
                    <a:pt x="8113750" y="1160081"/>
                  </a:lnTo>
                  <a:lnTo>
                    <a:pt x="8146338" y="1124724"/>
                  </a:lnTo>
                  <a:lnTo>
                    <a:pt x="8160677" y="1078826"/>
                  </a:lnTo>
                  <a:lnTo>
                    <a:pt x="8161020" y="107924"/>
                  </a:lnTo>
                  <a:lnTo>
                    <a:pt x="8159572" y="91846"/>
                  </a:lnTo>
                  <a:lnTo>
                    <a:pt x="8141538" y="47269"/>
                  </a:lnTo>
                  <a:lnTo>
                    <a:pt x="8106168" y="14681"/>
                  </a:lnTo>
                  <a:lnTo>
                    <a:pt x="8058480" y="215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22956" y="4992623"/>
              <a:ext cx="8161020" cy="1179830"/>
            </a:xfrm>
            <a:custGeom>
              <a:avLst/>
              <a:gdLst/>
              <a:ahLst/>
              <a:cxnLst/>
              <a:rect l="l" t="t" r="r" b="b"/>
              <a:pathLst>
                <a:path w="8161020" h="1179829">
                  <a:moveTo>
                    <a:pt x="109728" y="0"/>
                  </a:moveTo>
                  <a:lnTo>
                    <a:pt x="8051292" y="0"/>
                  </a:lnTo>
                  <a:lnTo>
                    <a:pt x="8053095" y="0"/>
                  </a:lnTo>
                  <a:lnTo>
                    <a:pt x="8054886" y="38"/>
                  </a:lnTo>
                  <a:lnTo>
                    <a:pt x="8056689" y="127"/>
                  </a:lnTo>
                  <a:lnTo>
                    <a:pt x="8058480" y="215"/>
                  </a:lnTo>
                  <a:lnTo>
                    <a:pt x="8060270" y="355"/>
                  </a:lnTo>
                  <a:lnTo>
                    <a:pt x="8062061" y="533"/>
                  </a:lnTo>
                  <a:lnTo>
                    <a:pt x="8063839" y="698"/>
                  </a:lnTo>
                  <a:lnTo>
                    <a:pt x="8065630" y="927"/>
                  </a:lnTo>
                  <a:lnTo>
                    <a:pt x="8067408" y="1193"/>
                  </a:lnTo>
                  <a:lnTo>
                    <a:pt x="8069173" y="1447"/>
                  </a:lnTo>
                  <a:lnTo>
                    <a:pt x="8070938" y="1752"/>
                  </a:lnTo>
                  <a:lnTo>
                    <a:pt x="8072704" y="2108"/>
                  </a:lnTo>
                  <a:lnTo>
                    <a:pt x="8074469" y="2463"/>
                  </a:lnTo>
                  <a:lnTo>
                    <a:pt x="8076222" y="2857"/>
                  </a:lnTo>
                  <a:lnTo>
                    <a:pt x="8077949" y="3289"/>
                  </a:lnTo>
                  <a:lnTo>
                    <a:pt x="8079701" y="3721"/>
                  </a:lnTo>
                  <a:lnTo>
                    <a:pt x="8081429" y="4203"/>
                  </a:lnTo>
                  <a:lnTo>
                    <a:pt x="8083143" y="4724"/>
                  </a:lnTo>
                  <a:lnTo>
                    <a:pt x="8084870" y="5245"/>
                  </a:lnTo>
                  <a:lnTo>
                    <a:pt x="8093290" y="8356"/>
                  </a:lnTo>
                  <a:lnTo>
                    <a:pt x="8094954" y="9042"/>
                  </a:lnTo>
                  <a:lnTo>
                    <a:pt x="8120900" y="24904"/>
                  </a:lnTo>
                  <a:lnTo>
                    <a:pt x="8122297" y="26047"/>
                  </a:lnTo>
                  <a:lnTo>
                    <a:pt x="8123656" y="27216"/>
                  </a:lnTo>
                  <a:lnTo>
                    <a:pt x="8124977" y="28422"/>
                  </a:lnTo>
                  <a:lnTo>
                    <a:pt x="8126310" y="29629"/>
                  </a:lnTo>
                  <a:lnTo>
                    <a:pt x="8127619" y="30873"/>
                  </a:lnTo>
                  <a:lnTo>
                    <a:pt x="8128888" y="32143"/>
                  </a:lnTo>
                  <a:lnTo>
                    <a:pt x="8130158" y="33401"/>
                  </a:lnTo>
                  <a:lnTo>
                    <a:pt x="8131390" y="34709"/>
                  </a:lnTo>
                  <a:lnTo>
                    <a:pt x="8132597" y="36042"/>
                  </a:lnTo>
                  <a:lnTo>
                    <a:pt x="8133803" y="37363"/>
                  </a:lnTo>
                  <a:lnTo>
                    <a:pt x="8134984" y="38722"/>
                  </a:lnTo>
                  <a:lnTo>
                    <a:pt x="8136115" y="40119"/>
                  </a:lnTo>
                  <a:lnTo>
                    <a:pt x="8137258" y="41503"/>
                  </a:lnTo>
                  <a:lnTo>
                    <a:pt x="8138363" y="42913"/>
                  </a:lnTo>
                  <a:lnTo>
                    <a:pt x="8139430" y="44361"/>
                  </a:lnTo>
                  <a:lnTo>
                    <a:pt x="8140496" y="45808"/>
                  </a:lnTo>
                  <a:lnTo>
                    <a:pt x="8145411" y="53314"/>
                  </a:lnTo>
                  <a:lnTo>
                    <a:pt x="8146338" y="54851"/>
                  </a:lnTo>
                  <a:lnTo>
                    <a:pt x="8154606" y="72758"/>
                  </a:lnTo>
                  <a:lnTo>
                    <a:pt x="8155216" y="74447"/>
                  </a:lnTo>
                  <a:lnTo>
                    <a:pt x="8155774" y="76149"/>
                  </a:lnTo>
                  <a:lnTo>
                    <a:pt x="8156295" y="77876"/>
                  </a:lnTo>
                  <a:lnTo>
                    <a:pt x="8156816" y="79590"/>
                  </a:lnTo>
                  <a:lnTo>
                    <a:pt x="8158911" y="88315"/>
                  </a:lnTo>
                  <a:lnTo>
                    <a:pt x="8159267" y="90081"/>
                  </a:lnTo>
                  <a:lnTo>
                    <a:pt x="8159572" y="91846"/>
                  </a:lnTo>
                  <a:lnTo>
                    <a:pt x="8159838" y="93624"/>
                  </a:lnTo>
                  <a:lnTo>
                    <a:pt x="8160105" y="95402"/>
                  </a:lnTo>
                  <a:lnTo>
                    <a:pt x="8160321" y="97180"/>
                  </a:lnTo>
                  <a:lnTo>
                    <a:pt x="8160499" y="98971"/>
                  </a:lnTo>
                  <a:lnTo>
                    <a:pt x="8160677" y="100761"/>
                  </a:lnTo>
                  <a:lnTo>
                    <a:pt x="8160804" y="102552"/>
                  </a:lnTo>
                  <a:lnTo>
                    <a:pt x="8160893" y="104343"/>
                  </a:lnTo>
                  <a:lnTo>
                    <a:pt x="8160981" y="106133"/>
                  </a:lnTo>
                  <a:lnTo>
                    <a:pt x="8161020" y="107924"/>
                  </a:lnTo>
                  <a:lnTo>
                    <a:pt x="8161020" y="109728"/>
                  </a:lnTo>
                  <a:lnTo>
                    <a:pt x="8161020" y="1069848"/>
                  </a:lnTo>
                  <a:lnTo>
                    <a:pt x="8161020" y="1071651"/>
                  </a:lnTo>
                  <a:lnTo>
                    <a:pt x="8160981" y="1073442"/>
                  </a:lnTo>
                  <a:lnTo>
                    <a:pt x="8160893" y="1075232"/>
                  </a:lnTo>
                  <a:lnTo>
                    <a:pt x="8160804" y="1077023"/>
                  </a:lnTo>
                  <a:lnTo>
                    <a:pt x="8160677" y="1078826"/>
                  </a:lnTo>
                  <a:lnTo>
                    <a:pt x="8160499" y="1080604"/>
                  </a:lnTo>
                  <a:lnTo>
                    <a:pt x="8160321" y="1082395"/>
                  </a:lnTo>
                  <a:lnTo>
                    <a:pt x="8160105" y="1084173"/>
                  </a:lnTo>
                  <a:lnTo>
                    <a:pt x="8159838" y="1085951"/>
                  </a:lnTo>
                  <a:lnTo>
                    <a:pt x="8159572" y="1087729"/>
                  </a:lnTo>
                  <a:lnTo>
                    <a:pt x="8159267" y="1089494"/>
                  </a:lnTo>
                  <a:lnTo>
                    <a:pt x="8158911" y="1091260"/>
                  </a:lnTo>
                  <a:lnTo>
                    <a:pt x="8158568" y="1093025"/>
                  </a:lnTo>
                  <a:lnTo>
                    <a:pt x="8156295" y="1101699"/>
                  </a:lnTo>
                  <a:lnTo>
                    <a:pt x="8155774" y="1103414"/>
                  </a:lnTo>
                  <a:lnTo>
                    <a:pt x="8145411" y="1126261"/>
                  </a:lnTo>
                  <a:lnTo>
                    <a:pt x="8144497" y="1127798"/>
                  </a:lnTo>
                  <a:lnTo>
                    <a:pt x="8139430" y="1135214"/>
                  </a:lnTo>
                  <a:lnTo>
                    <a:pt x="8138363" y="1136662"/>
                  </a:lnTo>
                  <a:lnTo>
                    <a:pt x="8137258" y="1138072"/>
                  </a:lnTo>
                  <a:lnTo>
                    <a:pt x="8136115" y="1139456"/>
                  </a:lnTo>
                  <a:lnTo>
                    <a:pt x="8134984" y="1140853"/>
                  </a:lnTo>
                  <a:lnTo>
                    <a:pt x="8133803" y="1142212"/>
                  </a:lnTo>
                  <a:lnTo>
                    <a:pt x="8132597" y="1143533"/>
                  </a:lnTo>
                  <a:lnTo>
                    <a:pt x="8131390" y="1144866"/>
                  </a:lnTo>
                  <a:lnTo>
                    <a:pt x="8130158" y="1146175"/>
                  </a:lnTo>
                  <a:lnTo>
                    <a:pt x="8128888" y="1147432"/>
                  </a:lnTo>
                  <a:lnTo>
                    <a:pt x="8127619" y="1148702"/>
                  </a:lnTo>
                  <a:lnTo>
                    <a:pt x="8126310" y="1149946"/>
                  </a:lnTo>
                  <a:lnTo>
                    <a:pt x="8124977" y="1151153"/>
                  </a:lnTo>
                  <a:lnTo>
                    <a:pt x="8123656" y="1152359"/>
                  </a:lnTo>
                  <a:lnTo>
                    <a:pt x="8122297" y="1153528"/>
                  </a:lnTo>
                  <a:lnTo>
                    <a:pt x="8120900" y="1154671"/>
                  </a:lnTo>
                  <a:lnTo>
                    <a:pt x="8119516" y="1155814"/>
                  </a:lnTo>
                  <a:lnTo>
                    <a:pt x="8112252" y="1161084"/>
                  </a:lnTo>
                  <a:lnTo>
                    <a:pt x="8110766" y="1162088"/>
                  </a:lnTo>
                  <a:lnTo>
                    <a:pt x="8093290" y="1171219"/>
                  </a:lnTo>
                  <a:lnTo>
                    <a:pt x="8091627" y="1171905"/>
                  </a:lnTo>
                  <a:lnTo>
                    <a:pt x="8089950" y="1172552"/>
                  </a:lnTo>
                  <a:lnTo>
                    <a:pt x="8088261" y="1173162"/>
                  </a:lnTo>
                  <a:lnTo>
                    <a:pt x="8086572" y="1173772"/>
                  </a:lnTo>
                  <a:lnTo>
                    <a:pt x="8084870" y="1174330"/>
                  </a:lnTo>
                  <a:lnTo>
                    <a:pt x="8083143" y="1174851"/>
                  </a:lnTo>
                  <a:lnTo>
                    <a:pt x="8081429" y="1175372"/>
                  </a:lnTo>
                  <a:lnTo>
                    <a:pt x="8079701" y="1175854"/>
                  </a:lnTo>
                  <a:lnTo>
                    <a:pt x="8077949" y="1176286"/>
                  </a:lnTo>
                  <a:lnTo>
                    <a:pt x="8076222" y="1176718"/>
                  </a:lnTo>
                  <a:lnTo>
                    <a:pt x="8074469" y="1177112"/>
                  </a:lnTo>
                  <a:lnTo>
                    <a:pt x="8072704" y="1177467"/>
                  </a:lnTo>
                  <a:lnTo>
                    <a:pt x="8070938" y="1177823"/>
                  </a:lnTo>
                  <a:lnTo>
                    <a:pt x="8069173" y="1178128"/>
                  </a:lnTo>
                  <a:lnTo>
                    <a:pt x="8067408" y="1178382"/>
                  </a:lnTo>
                  <a:lnTo>
                    <a:pt x="8065630" y="1178648"/>
                  </a:lnTo>
                  <a:lnTo>
                    <a:pt x="8053095" y="1179576"/>
                  </a:lnTo>
                  <a:lnTo>
                    <a:pt x="8051292" y="1179576"/>
                  </a:lnTo>
                  <a:lnTo>
                    <a:pt x="109728" y="1179576"/>
                  </a:lnTo>
                  <a:lnTo>
                    <a:pt x="107937" y="1179576"/>
                  </a:lnTo>
                  <a:lnTo>
                    <a:pt x="106133" y="1179525"/>
                  </a:lnTo>
                  <a:lnTo>
                    <a:pt x="93624" y="1178382"/>
                  </a:lnTo>
                  <a:lnTo>
                    <a:pt x="91846" y="1178128"/>
                  </a:lnTo>
                  <a:lnTo>
                    <a:pt x="83070" y="1176286"/>
                  </a:lnTo>
                  <a:lnTo>
                    <a:pt x="81330" y="1175854"/>
                  </a:lnTo>
                  <a:lnTo>
                    <a:pt x="79590" y="1175372"/>
                  </a:lnTo>
                  <a:lnTo>
                    <a:pt x="77876" y="1174851"/>
                  </a:lnTo>
                  <a:lnTo>
                    <a:pt x="76161" y="1174330"/>
                  </a:lnTo>
                  <a:lnTo>
                    <a:pt x="74447" y="1173772"/>
                  </a:lnTo>
                  <a:lnTo>
                    <a:pt x="72758" y="1173162"/>
                  </a:lnTo>
                  <a:lnTo>
                    <a:pt x="71069" y="1172552"/>
                  </a:lnTo>
                  <a:lnTo>
                    <a:pt x="69392" y="1171905"/>
                  </a:lnTo>
                  <a:lnTo>
                    <a:pt x="67741" y="1171219"/>
                  </a:lnTo>
                  <a:lnTo>
                    <a:pt x="66078" y="1170533"/>
                  </a:lnTo>
                  <a:lnTo>
                    <a:pt x="40119" y="1154671"/>
                  </a:lnTo>
                  <a:lnTo>
                    <a:pt x="38735" y="1153528"/>
                  </a:lnTo>
                  <a:lnTo>
                    <a:pt x="37376" y="1152359"/>
                  </a:lnTo>
                  <a:lnTo>
                    <a:pt x="36042" y="1151153"/>
                  </a:lnTo>
                  <a:lnTo>
                    <a:pt x="34709" y="1149946"/>
                  </a:lnTo>
                  <a:lnTo>
                    <a:pt x="33413" y="1148702"/>
                  </a:lnTo>
                  <a:lnTo>
                    <a:pt x="32143" y="1147432"/>
                  </a:lnTo>
                  <a:lnTo>
                    <a:pt x="30873" y="1146175"/>
                  </a:lnTo>
                  <a:lnTo>
                    <a:pt x="29629" y="1144866"/>
                  </a:lnTo>
                  <a:lnTo>
                    <a:pt x="28422" y="1143533"/>
                  </a:lnTo>
                  <a:lnTo>
                    <a:pt x="27216" y="1142212"/>
                  </a:lnTo>
                  <a:lnTo>
                    <a:pt x="21602" y="1135214"/>
                  </a:lnTo>
                  <a:lnTo>
                    <a:pt x="20523" y="1133767"/>
                  </a:lnTo>
                  <a:lnTo>
                    <a:pt x="10541" y="1116774"/>
                  </a:lnTo>
                  <a:lnTo>
                    <a:pt x="9766" y="1115148"/>
                  </a:lnTo>
                  <a:lnTo>
                    <a:pt x="1193" y="1085951"/>
                  </a:lnTo>
                  <a:lnTo>
                    <a:pt x="927" y="1084173"/>
                  </a:lnTo>
                  <a:lnTo>
                    <a:pt x="711" y="1082395"/>
                  </a:lnTo>
                  <a:lnTo>
                    <a:pt x="533" y="1080604"/>
                  </a:lnTo>
                  <a:lnTo>
                    <a:pt x="355" y="1078826"/>
                  </a:lnTo>
                  <a:lnTo>
                    <a:pt x="228" y="1077023"/>
                  </a:lnTo>
                  <a:lnTo>
                    <a:pt x="139" y="1075232"/>
                  </a:lnTo>
                  <a:lnTo>
                    <a:pt x="50" y="1073442"/>
                  </a:lnTo>
                  <a:lnTo>
                    <a:pt x="0" y="1071651"/>
                  </a:lnTo>
                  <a:lnTo>
                    <a:pt x="0" y="1069848"/>
                  </a:lnTo>
                  <a:lnTo>
                    <a:pt x="0" y="109728"/>
                  </a:lnTo>
                  <a:lnTo>
                    <a:pt x="0" y="107924"/>
                  </a:lnTo>
                  <a:lnTo>
                    <a:pt x="50" y="106133"/>
                  </a:lnTo>
                  <a:lnTo>
                    <a:pt x="139" y="104343"/>
                  </a:lnTo>
                  <a:lnTo>
                    <a:pt x="228" y="102552"/>
                  </a:lnTo>
                  <a:lnTo>
                    <a:pt x="1193" y="93624"/>
                  </a:lnTo>
                  <a:lnTo>
                    <a:pt x="1460" y="91846"/>
                  </a:lnTo>
                  <a:lnTo>
                    <a:pt x="4724" y="77876"/>
                  </a:lnTo>
                  <a:lnTo>
                    <a:pt x="5245" y="76149"/>
                  </a:lnTo>
                  <a:lnTo>
                    <a:pt x="10541" y="62814"/>
                  </a:lnTo>
                  <a:lnTo>
                    <a:pt x="11303" y="61188"/>
                  </a:lnTo>
                  <a:lnTo>
                    <a:pt x="21602" y="44361"/>
                  </a:lnTo>
                  <a:lnTo>
                    <a:pt x="22669" y="42913"/>
                  </a:lnTo>
                  <a:lnTo>
                    <a:pt x="28422" y="36042"/>
                  </a:lnTo>
                  <a:lnTo>
                    <a:pt x="29629" y="34709"/>
                  </a:lnTo>
                  <a:lnTo>
                    <a:pt x="30873" y="33401"/>
                  </a:lnTo>
                  <a:lnTo>
                    <a:pt x="32143" y="32143"/>
                  </a:lnTo>
                  <a:lnTo>
                    <a:pt x="33413" y="30873"/>
                  </a:lnTo>
                  <a:lnTo>
                    <a:pt x="34709" y="29629"/>
                  </a:lnTo>
                  <a:lnTo>
                    <a:pt x="36042" y="28422"/>
                  </a:lnTo>
                  <a:lnTo>
                    <a:pt x="37376" y="27216"/>
                  </a:lnTo>
                  <a:lnTo>
                    <a:pt x="67741" y="8356"/>
                  </a:lnTo>
                  <a:lnTo>
                    <a:pt x="69392" y="7670"/>
                  </a:lnTo>
                  <a:lnTo>
                    <a:pt x="71069" y="7023"/>
                  </a:lnTo>
                  <a:lnTo>
                    <a:pt x="72758" y="6413"/>
                  </a:lnTo>
                  <a:lnTo>
                    <a:pt x="74447" y="5803"/>
                  </a:lnTo>
                  <a:lnTo>
                    <a:pt x="76161" y="5245"/>
                  </a:lnTo>
                  <a:lnTo>
                    <a:pt x="77876" y="4724"/>
                  </a:lnTo>
                  <a:lnTo>
                    <a:pt x="79590" y="4203"/>
                  </a:lnTo>
                  <a:lnTo>
                    <a:pt x="93624" y="1193"/>
                  </a:lnTo>
                  <a:lnTo>
                    <a:pt x="95402" y="927"/>
                  </a:lnTo>
                  <a:lnTo>
                    <a:pt x="97180" y="698"/>
                  </a:lnTo>
                  <a:lnTo>
                    <a:pt x="98971" y="533"/>
                  </a:lnTo>
                  <a:lnTo>
                    <a:pt x="100761" y="355"/>
                  </a:lnTo>
                  <a:lnTo>
                    <a:pt x="102552" y="215"/>
                  </a:lnTo>
                  <a:lnTo>
                    <a:pt x="104343" y="127"/>
                  </a:lnTo>
                  <a:lnTo>
                    <a:pt x="106133" y="38"/>
                  </a:lnTo>
                  <a:lnTo>
                    <a:pt x="107937" y="0"/>
                  </a:lnTo>
                  <a:lnTo>
                    <a:pt x="109728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69847" y="5239511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900" y="0"/>
                  </a:moveTo>
                  <a:lnTo>
                    <a:pt x="296372" y="3130"/>
                  </a:lnTo>
                  <a:lnTo>
                    <a:pt x="251746" y="12249"/>
                  </a:lnTo>
                  <a:lnTo>
                    <a:pt x="209431" y="26948"/>
                  </a:lnTo>
                  <a:lnTo>
                    <a:pt x="169835" y="46817"/>
                  </a:lnTo>
                  <a:lnTo>
                    <a:pt x="133367" y="71450"/>
                  </a:lnTo>
                  <a:lnTo>
                    <a:pt x="100436" y="100436"/>
                  </a:lnTo>
                  <a:lnTo>
                    <a:pt x="71450" y="133367"/>
                  </a:lnTo>
                  <a:lnTo>
                    <a:pt x="46817" y="169835"/>
                  </a:lnTo>
                  <a:lnTo>
                    <a:pt x="26948" y="209431"/>
                  </a:lnTo>
                  <a:lnTo>
                    <a:pt x="12249" y="251746"/>
                  </a:lnTo>
                  <a:lnTo>
                    <a:pt x="3130" y="296372"/>
                  </a:lnTo>
                  <a:lnTo>
                    <a:pt x="0" y="342900"/>
                  </a:lnTo>
                  <a:lnTo>
                    <a:pt x="3130" y="389427"/>
                  </a:lnTo>
                  <a:lnTo>
                    <a:pt x="12249" y="434053"/>
                  </a:lnTo>
                  <a:lnTo>
                    <a:pt x="26948" y="476368"/>
                  </a:lnTo>
                  <a:lnTo>
                    <a:pt x="46817" y="515964"/>
                  </a:lnTo>
                  <a:lnTo>
                    <a:pt x="71450" y="552432"/>
                  </a:lnTo>
                  <a:lnTo>
                    <a:pt x="100436" y="585363"/>
                  </a:lnTo>
                  <a:lnTo>
                    <a:pt x="133367" y="614349"/>
                  </a:lnTo>
                  <a:lnTo>
                    <a:pt x="169835" y="638982"/>
                  </a:lnTo>
                  <a:lnTo>
                    <a:pt x="209431" y="658851"/>
                  </a:lnTo>
                  <a:lnTo>
                    <a:pt x="251746" y="673550"/>
                  </a:lnTo>
                  <a:lnTo>
                    <a:pt x="296372" y="682669"/>
                  </a:lnTo>
                  <a:lnTo>
                    <a:pt x="342900" y="685800"/>
                  </a:lnTo>
                  <a:lnTo>
                    <a:pt x="389427" y="682669"/>
                  </a:lnTo>
                  <a:lnTo>
                    <a:pt x="434053" y="673550"/>
                  </a:lnTo>
                  <a:lnTo>
                    <a:pt x="476368" y="658851"/>
                  </a:lnTo>
                  <a:lnTo>
                    <a:pt x="515964" y="638982"/>
                  </a:lnTo>
                  <a:lnTo>
                    <a:pt x="552432" y="614349"/>
                  </a:lnTo>
                  <a:lnTo>
                    <a:pt x="585363" y="585363"/>
                  </a:lnTo>
                  <a:lnTo>
                    <a:pt x="614349" y="552432"/>
                  </a:lnTo>
                  <a:lnTo>
                    <a:pt x="638982" y="515964"/>
                  </a:lnTo>
                  <a:lnTo>
                    <a:pt x="658851" y="476368"/>
                  </a:lnTo>
                  <a:lnTo>
                    <a:pt x="673550" y="434053"/>
                  </a:lnTo>
                  <a:lnTo>
                    <a:pt x="682669" y="389427"/>
                  </a:lnTo>
                  <a:lnTo>
                    <a:pt x="685800" y="342900"/>
                  </a:lnTo>
                  <a:lnTo>
                    <a:pt x="682669" y="296372"/>
                  </a:lnTo>
                  <a:lnTo>
                    <a:pt x="673550" y="251746"/>
                  </a:lnTo>
                  <a:lnTo>
                    <a:pt x="658851" y="209431"/>
                  </a:lnTo>
                  <a:lnTo>
                    <a:pt x="638982" y="169835"/>
                  </a:lnTo>
                  <a:lnTo>
                    <a:pt x="614349" y="133367"/>
                  </a:lnTo>
                  <a:lnTo>
                    <a:pt x="585363" y="100436"/>
                  </a:lnTo>
                  <a:lnTo>
                    <a:pt x="552432" y="71450"/>
                  </a:lnTo>
                  <a:lnTo>
                    <a:pt x="515964" y="46817"/>
                  </a:lnTo>
                  <a:lnTo>
                    <a:pt x="476368" y="26948"/>
                  </a:lnTo>
                  <a:lnTo>
                    <a:pt x="434053" y="12249"/>
                  </a:lnTo>
                  <a:lnTo>
                    <a:pt x="389427" y="313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319588" y="5342051"/>
            <a:ext cx="18669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76120" y="5422882"/>
            <a:ext cx="33839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Manage</a:t>
            </a:r>
            <a:r>
              <a:rPr dirty="0" sz="1800" spc="-6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placement</a:t>
            </a:r>
            <a:r>
              <a:rPr dirty="0" sz="1800" spc="-6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drives</a:t>
            </a:r>
            <a:r>
              <a:rPr dirty="0" sz="1800" spc="-6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efficiently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13431" y="6382130"/>
            <a:ext cx="8180070" cy="1198880"/>
            <a:chOff x="813431" y="6382130"/>
            <a:chExt cx="8180070" cy="1198880"/>
          </a:xfrm>
        </p:grpSpPr>
        <p:sp>
          <p:nvSpPr>
            <p:cNvPr id="23" name="object 23"/>
            <p:cNvSpPr/>
            <p:nvPr/>
          </p:nvSpPr>
          <p:spPr>
            <a:xfrm>
              <a:off x="822956" y="6391655"/>
              <a:ext cx="8161020" cy="1179830"/>
            </a:xfrm>
            <a:custGeom>
              <a:avLst/>
              <a:gdLst/>
              <a:ahLst/>
              <a:cxnLst/>
              <a:rect l="l" t="t" r="r" b="b"/>
              <a:pathLst>
                <a:path w="8161020" h="1179829">
                  <a:moveTo>
                    <a:pt x="109728" y="0"/>
                  </a:moveTo>
                  <a:lnTo>
                    <a:pt x="107937" y="0"/>
                  </a:lnTo>
                  <a:lnTo>
                    <a:pt x="91846" y="1447"/>
                  </a:lnTo>
                  <a:lnTo>
                    <a:pt x="47269" y="19494"/>
                  </a:lnTo>
                  <a:lnTo>
                    <a:pt x="14693" y="54851"/>
                  </a:lnTo>
                  <a:lnTo>
                    <a:pt x="355" y="100761"/>
                  </a:lnTo>
                  <a:lnTo>
                    <a:pt x="0" y="1071651"/>
                  </a:lnTo>
                  <a:lnTo>
                    <a:pt x="1460" y="1087729"/>
                  </a:lnTo>
                  <a:lnTo>
                    <a:pt x="19494" y="1132306"/>
                  </a:lnTo>
                  <a:lnTo>
                    <a:pt x="56426" y="1165771"/>
                  </a:lnTo>
                  <a:lnTo>
                    <a:pt x="102552" y="1179360"/>
                  </a:lnTo>
                  <a:lnTo>
                    <a:pt x="8053095" y="1179576"/>
                  </a:lnTo>
                  <a:lnTo>
                    <a:pt x="8069173" y="1178128"/>
                  </a:lnTo>
                  <a:lnTo>
                    <a:pt x="8113750" y="1160081"/>
                  </a:lnTo>
                  <a:lnTo>
                    <a:pt x="8146338" y="1124724"/>
                  </a:lnTo>
                  <a:lnTo>
                    <a:pt x="8160677" y="1078826"/>
                  </a:lnTo>
                  <a:lnTo>
                    <a:pt x="8161020" y="107924"/>
                  </a:lnTo>
                  <a:lnTo>
                    <a:pt x="8159572" y="91846"/>
                  </a:lnTo>
                  <a:lnTo>
                    <a:pt x="8141538" y="47269"/>
                  </a:lnTo>
                  <a:lnTo>
                    <a:pt x="8106168" y="14681"/>
                  </a:lnTo>
                  <a:lnTo>
                    <a:pt x="8058480" y="215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22956" y="6391655"/>
              <a:ext cx="8161020" cy="1179830"/>
            </a:xfrm>
            <a:custGeom>
              <a:avLst/>
              <a:gdLst/>
              <a:ahLst/>
              <a:cxnLst/>
              <a:rect l="l" t="t" r="r" b="b"/>
              <a:pathLst>
                <a:path w="8161020" h="1179829">
                  <a:moveTo>
                    <a:pt x="109728" y="0"/>
                  </a:moveTo>
                  <a:lnTo>
                    <a:pt x="8051292" y="0"/>
                  </a:lnTo>
                  <a:lnTo>
                    <a:pt x="8053095" y="0"/>
                  </a:lnTo>
                  <a:lnTo>
                    <a:pt x="8054886" y="38"/>
                  </a:lnTo>
                  <a:lnTo>
                    <a:pt x="8056689" y="127"/>
                  </a:lnTo>
                  <a:lnTo>
                    <a:pt x="8058480" y="215"/>
                  </a:lnTo>
                  <a:lnTo>
                    <a:pt x="8060270" y="355"/>
                  </a:lnTo>
                  <a:lnTo>
                    <a:pt x="8062061" y="533"/>
                  </a:lnTo>
                  <a:lnTo>
                    <a:pt x="8063839" y="698"/>
                  </a:lnTo>
                  <a:lnTo>
                    <a:pt x="8065630" y="927"/>
                  </a:lnTo>
                  <a:lnTo>
                    <a:pt x="8067408" y="1193"/>
                  </a:lnTo>
                  <a:lnTo>
                    <a:pt x="8069173" y="1447"/>
                  </a:lnTo>
                  <a:lnTo>
                    <a:pt x="8070938" y="1752"/>
                  </a:lnTo>
                  <a:lnTo>
                    <a:pt x="8072704" y="2108"/>
                  </a:lnTo>
                  <a:lnTo>
                    <a:pt x="8074469" y="2463"/>
                  </a:lnTo>
                  <a:lnTo>
                    <a:pt x="8076222" y="2857"/>
                  </a:lnTo>
                  <a:lnTo>
                    <a:pt x="8077949" y="3289"/>
                  </a:lnTo>
                  <a:lnTo>
                    <a:pt x="8079701" y="3721"/>
                  </a:lnTo>
                  <a:lnTo>
                    <a:pt x="8081429" y="4203"/>
                  </a:lnTo>
                  <a:lnTo>
                    <a:pt x="8083143" y="4724"/>
                  </a:lnTo>
                  <a:lnTo>
                    <a:pt x="8084870" y="5245"/>
                  </a:lnTo>
                  <a:lnTo>
                    <a:pt x="8093290" y="8356"/>
                  </a:lnTo>
                  <a:lnTo>
                    <a:pt x="8094954" y="9042"/>
                  </a:lnTo>
                  <a:lnTo>
                    <a:pt x="8120900" y="24904"/>
                  </a:lnTo>
                  <a:lnTo>
                    <a:pt x="8122297" y="26047"/>
                  </a:lnTo>
                  <a:lnTo>
                    <a:pt x="8123656" y="27216"/>
                  </a:lnTo>
                  <a:lnTo>
                    <a:pt x="8124977" y="28422"/>
                  </a:lnTo>
                  <a:lnTo>
                    <a:pt x="8126310" y="29629"/>
                  </a:lnTo>
                  <a:lnTo>
                    <a:pt x="8127619" y="30873"/>
                  </a:lnTo>
                  <a:lnTo>
                    <a:pt x="8128888" y="32143"/>
                  </a:lnTo>
                  <a:lnTo>
                    <a:pt x="8130158" y="33401"/>
                  </a:lnTo>
                  <a:lnTo>
                    <a:pt x="8131390" y="34709"/>
                  </a:lnTo>
                  <a:lnTo>
                    <a:pt x="8132597" y="36042"/>
                  </a:lnTo>
                  <a:lnTo>
                    <a:pt x="8133803" y="37363"/>
                  </a:lnTo>
                  <a:lnTo>
                    <a:pt x="8134984" y="38722"/>
                  </a:lnTo>
                  <a:lnTo>
                    <a:pt x="8136115" y="40119"/>
                  </a:lnTo>
                  <a:lnTo>
                    <a:pt x="8137258" y="41503"/>
                  </a:lnTo>
                  <a:lnTo>
                    <a:pt x="8138363" y="42913"/>
                  </a:lnTo>
                  <a:lnTo>
                    <a:pt x="8139430" y="44361"/>
                  </a:lnTo>
                  <a:lnTo>
                    <a:pt x="8140496" y="45808"/>
                  </a:lnTo>
                  <a:lnTo>
                    <a:pt x="8145411" y="53314"/>
                  </a:lnTo>
                  <a:lnTo>
                    <a:pt x="8146338" y="54851"/>
                  </a:lnTo>
                  <a:lnTo>
                    <a:pt x="8154606" y="72758"/>
                  </a:lnTo>
                  <a:lnTo>
                    <a:pt x="8155216" y="74447"/>
                  </a:lnTo>
                  <a:lnTo>
                    <a:pt x="8155774" y="76149"/>
                  </a:lnTo>
                  <a:lnTo>
                    <a:pt x="8156295" y="77876"/>
                  </a:lnTo>
                  <a:lnTo>
                    <a:pt x="8156816" y="79590"/>
                  </a:lnTo>
                  <a:lnTo>
                    <a:pt x="8158911" y="88315"/>
                  </a:lnTo>
                  <a:lnTo>
                    <a:pt x="8159267" y="90081"/>
                  </a:lnTo>
                  <a:lnTo>
                    <a:pt x="8159572" y="91846"/>
                  </a:lnTo>
                  <a:lnTo>
                    <a:pt x="8159838" y="93624"/>
                  </a:lnTo>
                  <a:lnTo>
                    <a:pt x="8160105" y="95402"/>
                  </a:lnTo>
                  <a:lnTo>
                    <a:pt x="8160321" y="97180"/>
                  </a:lnTo>
                  <a:lnTo>
                    <a:pt x="8160499" y="98971"/>
                  </a:lnTo>
                  <a:lnTo>
                    <a:pt x="8160677" y="100761"/>
                  </a:lnTo>
                  <a:lnTo>
                    <a:pt x="8160804" y="102552"/>
                  </a:lnTo>
                  <a:lnTo>
                    <a:pt x="8160893" y="104343"/>
                  </a:lnTo>
                  <a:lnTo>
                    <a:pt x="8160981" y="106133"/>
                  </a:lnTo>
                  <a:lnTo>
                    <a:pt x="8161020" y="107924"/>
                  </a:lnTo>
                  <a:lnTo>
                    <a:pt x="8161020" y="109728"/>
                  </a:lnTo>
                  <a:lnTo>
                    <a:pt x="8161020" y="1069848"/>
                  </a:lnTo>
                  <a:lnTo>
                    <a:pt x="8161020" y="1071651"/>
                  </a:lnTo>
                  <a:lnTo>
                    <a:pt x="8160981" y="1073442"/>
                  </a:lnTo>
                  <a:lnTo>
                    <a:pt x="8160893" y="1075245"/>
                  </a:lnTo>
                  <a:lnTo>
                    <a:pt x="8160804" y="1077023"/>
                  </a:lnTo>
                  <a:lnTo>
                    <a:pt x="8160677" y="1078826"/>
                  </a:lnTo>
                  <a:lnTo>
                    <a:pt x="8160499" y="1080604"/>
                  </a:lnTo>
                  <a:lnTo>
                    <a:pt x="8160321" y="1082395"/>
                  </a:lnTo>
                  <a:lnTo>
                    <a:pt x="8160105" y="1084173"/>
                  </a:lnTo>
                  <a:lnTo>
                    <a:pt x="8159838" y="1085951"/>
                  </a:lnTo>
                  <a:lnTo>
                    <a:pt x="8159572" y="1087729"/>
                  </a:lnTo>
                  <a:lnTo>
                    <a:pt x="8159267" y="1089494"/>
                  </a:lnTo>
                  <a:lnTo>
                    <a:pt x="8158911" y="1091260"/>
                  </a:lnTo>
                  <a:lnTo>
                    <a:pt x="8158568" y="1093012"/>
                  </a:lnTo>
                  <a:lnTo>
                    <a:pt x="8156295" y="1101699"/>
                  </a:lnTo>
                  <a:lnTo>
                    <a:pt x="8155774" y="1103414"/>
                  </a:lnTo>
                  <a:lnTo>
                    <a:pt x="8145411" y="1126261"/>
                  </a:lnTo>
                  <a:lnTo>
                    <a:pt x="8144497" y="1127798"/>
                  </a:lnTo>
                  <a:lnTo>
                    <a:pt x="8139430" y="1135214"/>
                  </a:lnTo>
                  <a:lnTo>
                    <a:pt x="8138363" y="1136662"/>
                  </a:lnTo>
                  <a:lnTo>
                    <a:pt x="8137258" y="1138072"/>
                  </a:lnTo>
                  <a:lnTo>
                    <a:pt x="8136115" y="1139456"/>
                  </a:lnTo>
                  <a:lnTo>
                    <a:pt x="8134984" y="1140853"/>
                  </a:lnTo>
                  <a:lnTo>
                    <a:pt x="8133803" y="1142212"/>
                  </a:lnTo>
                  <a:lnTo>
                    <a:pt x="8132597" y="1143533"/>
                  </a:lnTo>
                  <a:lnTo>
                    <a:pt x="8131390" y="1144866"/>
                  </a:lnTo>
                  <a:lnTo>
                    <a:pt x="8124977" y="1151153"/>
                  </a:lnTo>
                  <a:lnTo>
                    <a:pt x="8123656" y="1152359"/>
                  </a:lnTo>
                  <a:lnTo>
                    <a:pt x="8122297" y="1153528"/>
                  </a:lnTo>
                  <a:lnTo>
                    <a:pt x="8120900" y="1154671"/>
                  </a:lnTo>
                  <a:lnTo>
                    <a:pt x="8119516" y="1155814"/>
                  </a:lnTo>
                  <a:lnTo>
                    <a:pt x="8112252" y="1161084"/>
                  </a:lnTo>
                  <a:lnTo>
                    <a:pt x="8110766" y="1162088"/>
                  </a:lnTo>
                  <a:lnTo>
                    <a:pt x="8093290" y="1171219"/>
                  </a:lnTo>
                  <a:lnTo>
                    <a:pt x="8091627" y="1171905"/>
                  </a:lnTo>
                  <a:lnTo>
                    <a:pt x="8089950" y="1172552"/>
                  </a:lnTo>
                  <a:lnTo>
                    <a:pt x="8088261" y="1173162"/>
                  </a:lnTo>
                  <a:lnTo>
                    <a:pt x="8086572" y="1173772"/>
                  </a:lnTo>
                  <a:lnTo>
                    <a:pt x="8084870" y="1174330"/>
                  </a:lnTo>
                  <a:lnTo>
                    <a:pt x="8083143" y="1174851"/>
                  </a:lnTo>
                  <a:lnTo>
                    <a:pt x="8081429" y="1175372"/>
                  </a:lnTo>
                  <a:lnTo>
                    <a:pt x="8079701" y="1175854"/>
                  </a:lnTo>
                  <a:lnTo>
                    <a:pt x="8077949" y="1176286"/>
                  </a:lnTo>
                  <a:lnTo>
                    <a:pt x="8076222" y="1176718"/>
                  </a:lnTo>
                  <a:lnTo>
                    <a:pt x="8074469" y="1177112"/>
                  </a:lnTo>
                  <a:lnTo>
                    <a:pt x="8072704" y="1177467"/>
                  </a:lnTo>
                  <a:lnTo>
                    <a:pt x="8070938" y="1177823"/>
                  </a:lnTo>
                  <a:lnTo>
                    <a:pt x="8069173" y="1178128"/>
                  </a:lnTo>
                  <a:lnTo>
                    <a:pt x="8067408" y="1178382"/>
                  </a:lnTo>
                  <a:lnTo>
                    <a:pt x="8065630" y="1178648"/>
                  </a:lnTo>
                  <a:lnTo>
                    <a:pt x="8053095" y="1179576"/>
                  </a:lnTo>
                  <a:lnTo>
                    <a:pt x="8051292" y="1179576"/>
                  </a:lnTo>
                  <a:lnTo>
                    <a:pt x="109728" y="1179576"/>
                  </a:lnTo>
                  <a:lnTo>
                    <a:pt x="107937" y="1179576"/>
                  </a:lnTo>
                  <a:lnTo>
                    <a:pt x="106133" y="1179525"/>
                  </a:lnTo>
                  <a:lnTo>
                    <a:pt x="93624" y="1178382"/>
                  </a:lnTo>
                  <a:lnTo>
                    <a:pt x="91846" y="1178128"/>
                  </a:lnTo>
                  <a:lnTo>
                    <a:pt x="83070" y="1176286"/>
                  </a:lnTo>
                  <a:lnTo>
                    <a:pt x="81330" y="1175854"/>
                  </a:lnTo>
                  <a:lnTo>
                    <a:pt x="79590" y="1175372"/>
                  </a:lnTo>
                  <a:lnTo>
                    <a:pt x="77876" y="1174851"/>
                  </a:lnTo>
                  <a:lnTo>
                    <a:pt x="76161" y="1174330"/>
                  </a:lnTo>
                  <a:lnTo>
                    <a:pt x="74447" y="1173772"/>
                  </a:lnTo>
                  <a:lnTo>
                    <a:pt x="72758" y="1173162"/>
                  </a:lnTo>
                  <a:lnTo>
                    <a:pt x="71069" y="1172552"/>
                  </a:lnTo>
                  <a:lnTo>
                    <a:pt x="69392" y="1171905"/>
                  </a:lnTo>
                  <a:lnTo>
                    <a:pt x="67741" y="1171219"/>
                  </a:lnTo>
                  <a:lnTo>
                    <a:pt x="66078" y="1170533"/>
                  </a:lnTo>
                  <a:lnTo>
                    <a:pt x="40119" y="1154671"/>
                  </a:lnTo>
                  <a:lnTo>
                    <a:pt x="38735" y="1153528"/>
                  </a:lnTo>
                  <a:lnTo>
                    <a:pt x="37376" y="1152359"/>
                  </a:lnTo>
                  <a:lnTo>
                    <a:pt x="36042" y="1151153"/>
                  </a:lnTo>
                  <a:lnTo>
                    <a:pt x="34709" y="1149946"/>
                  </a:lnTo>
                  <a:lnTo>
                    <a:pt x="28422" y="1143533"/>
                  </a:lnTo>
                  <a:lnTo>
                    <a:pt x="27216" y="1142212"/>
                  </a:lnTo>
                  <a:lnTo>
                    <a:pt x="21602" y="1135214"/>
                  </a:lnTo>
                  <a:lnTo>
                    <a:pt x="20523" y="1133767"/>
                  </a:lnTo>
                  <a:lnTo>
                    <a:pt x="10541" y="1116774"/>
                  </a:lnTo>
                  <a:lnTo>
                    <a:pt x="9766" y="1115148"/>
                  </a:lnTo>
                  <a:lnTo>
                    <a:pt x="1193" y="1085951"/>
                  </a:lnTo>
                  <a:lnTo>
                    <a:pt x="927" y="1084173"/>
                  </a:lnTo>
                  <a:lnTo>
                    <a:pt x="711" y="1082395"/>
                  </a:lnTo>
                  <a:lnTo>
                    <a:pt x="533" y="1080604"/>
                  </a:lnTo>
                  <a:lnTo>
                    <a:pt x="355" y="1078826"/>
                  </a:lnTo>
                  <a:lnTo>
                    <a:pt x="228" y="1077023"/>
                  </a:lnTo>
                  <a:lnTo>
                    <a:pt x="139" y="1075245"/>
                  </a:lnTo>
                  <a:lnTo>
                    <a:pt x="50" y="1073442"/>
                  </a:lnTo>
                  <a:lnTo>
                    <a:pt x="0" y="1071651"/>
                  </a:lnTo>
                  <a:lnTo>
                    <a:pt x="0" y="1069848"/>
                  </a:lnTo>
                  <a:lnTo>
                    <a:pt x="0" y="109728"/>
                  </a:lnTo>
                  <a:lnTo>
                    <a:pt x="0" y="107924"/>
                  </a:lnTo>
                  <a:lnTo>
                    <a:pt x="50" y="106133"/>
                  </a:lnTo>
                  <a:lnTo>
                    <a:pt x="139" y="104343"/>
                  </a:lnTo>
                  <a:lnTo>
                    <a:pt x="228" y="102552"/>
                  </a:lnTo>
                  <a:lnTo>
                    <a:pt x="1193" y="93624"/>
                  </a:lnTo>
                  <a:lnTo>
                    <a:pt x="1460" y="91846"/>
                  </a:lnTo>
                  <a:lnTo>
                    <a:pt x="4724" y="77876"/>
                  </a:lnTo>
                  <a:lnTo>
                    <a:pt x="5245" y="76149"/>
                  </a:lnTo>
                  <a:lnTo>
                    <a:pt x="10541" y="62814"/>
                  </a:lnTo>
                  <a:lnTo>
                    <a:pt x="11303" y="61188"/>
                  </a:lnTo>
                  <a:lnTo>
                    <a:pt x="21602" y="44361"/>
                  </a:lnTo>
                  <a:lnTo>
                    <a:pt x="22669" y="42913"/>
                  </a:lnTo>
                  <a:lnTo>
                    <a:pt x="28422" y="36042"/>
                  </a:lnTo>
                  <a:lnTo>
                    <a:pt x="29629" y="34709"/>
                  </a:lnTo>
                  <a:lnTo>
                    <a:pt x="30873" y="33401"/>
                  </a:lnTo>
                  <a:lnTo>
                    <a:pt x="32143" y="32143"/>
                  </a:lnTo>
                  <a:lnTo>
                    <a:pt x="33413" y="30873"/>
                  </a:lnTo>
                  <a:lnTo>
                    <a:pt x="34709" y="29629"/>
                  </a:lnTo>
                  <a:lnTo>
                    <a:pt x="36042" y="28422"/>
                  </a:lnTo>
                  <a:lnTo>
                    <a:pt x="37376" y="27216"/>
                  </a:lnTo>
                  <a:lnTo>
                    <a:pt x="67741" y="8356"/>
                  </a:lnTo>
                  <a:lnTo>
                    <a:pt x="69392" y="7670"/>
                  </a:lnTo>
                  <a:lnTo>
                    <a:pt x="71069" y="7023"/>
                  </a:lnTo>
                  <a:lnTo>
                    <a:pt x="72758" y="6413"/>
                  </a:lnTo>
                  <a:lnTo>
                    <a:pt x="74447" y="5803"/>
                  </a:lnTo>
                  <a:lnTo>
                    <a:pt x="76161" y="5245"/>
                  </a:lnTo>
                  <a:lnTo>
                    <a:pt x="77876" y="4724"/>
                  </a:lnTo>
                  <a:lnTo>
                    <a:pt x="79590" y="4203"/>
                  </a:lnTo>
                  <a:lnTo>
                    <a:pt x="93624" y="1193"/>
                  </a:lnTo>
                  <a:lnTo>
                    <a:pt x="95402" y="927"/>
                  </a:lnTo>
                  <a:lnTo>
                    <a:pt x="97180" y="698"/>
                  </a:lnTo>
                  <a:lnTo>
                    <a:pt x="98971" y="533"/>
                  </a:lnTo>
                  <a:lnTo>
                    <a:pt x="100761" y="355"/>
                  </a:lnTo>
                  <a:lnTo>
                    <a:pt x="102552" y="215"/>
                  </a:lnTo>
                  <a:lnTo>
                    <a:pt x="104343" y="127"/>
                  </a:lnTo>
                  <a:lnTo>
                    <a:pt x="106133" y="38"/>
                  </a:lnTo>
                  <a:lnTo>
                    <a:pt x="107937" y="0"/>
                  </a:lnTo>
                  <a:lnTo>
                    <a:pt x="109728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069847" y="6638543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900" y="0"/>
                  </a:moveTo>
                  <a:lnTo>
                    <a:pt x="296372" y="3130"/>
                  </a:lnTo>
                  <a:lnTo>
                    <a:pt x="251746" y="12249"/>
                  </a:lnTo>
                  <a:lnTo>
                    <a:pt x="209431" y="26948"/>
                  </a:lnTo>
                  <a:lnTo>
                    <a:pt x="169835" y="46817"/>
                  </a:lnTo>
                  <a:lnTo>
                    <a:pt x="133367" y="71450"/>
                  </a:lnTo>
                  <a:lnTo>
                    <a:pt x="100436" y="100436"/>
                  </a:lnTo>
                  <a:lnTo>
                    <a:pt x="71450" y="133367"/>
                  </a:lnTo>
                  <a:lnTo>
                    <a:pt x="46817" y="169835"/>
                  </a:lnTo>
                  <a:lnTo>
                    <a:pt x="26948" y="209431"/>
                  </a:lnTo>
                  <a:lnTo>
                    <a:pt x="12249" y="251746"/>
                  </a:lnTo>
                  <a:lnTo>
                    <a:pt x="3130" y="296372"/>
                  </a:lnTo>
                  <a:lnTo>
                    <a:pt x="0" y="342900"/>
                  </a:lnTo>
                  <a:lnTo>
                    <a:pt x="3130" y="389427"/>
                  </a:lnTo>
                  <a:lnTo>
                    <a:pt x="12249" y="434053"/>
                  </a:lnTo>
                  <a:lnTo>
                    <a:pt x="26948" y="476368"/>
                  </a:lnTo>
                  <a:lnTo>
                    <a:pt x="46817" y="515964"/>
                  </a:lnTo>
                  <a:lnTo>
                    <a:pt x="71450" y="552432"/>
                  </a:lnTo>
                  <a:lnTo>
                    <a:pt x="100436" y="585363"/>
                  </a:lnTo>
                  <a:lnTo>
                    <a:pt x="133367" y="614349"/>
                  </a:lnTo>
                  <a:lnTo>
                    <a:pt x="169835" y="638982"/>
                  </a:lnTo>
                  <a:lnTo>
                    <a:pt x="209431" y="658851"/>
                  </a:lnTo>
                  <a:lnTo>
                    <a:pt x="251746" y="673550"/>
                  </a:lnTo>
                  <a:lnTo>
                    <a:pt x="296372" y="682669"/>
                  </a:lnTo>
                  <a:lnTo>
                    <a:pt x="342900" y="685800"/>
                  </a:lnTo>
                  <a:lnTo>
                    <a:pt x="389427" y="682669"/>
                  </a:lnTo>
                  <a:lnTo>
                    <a:pt x="434053" y="673550"/>
                  </a:lnTo>
                  <a:lnTo>
                    <a:pt x="476368" y="658851"/>
                  </a:lnTo>
                  <a:lnTo>
                    <a:pt x="515964" y="638982"/>
                  </a:lnTo>
                  <a:lnTo>
                    <a:pt x="552432" y="614349"/>
                  </a:lnTo>
                  <a:lnTo>
                    <a:pt x="585363" y="585363"/>
                  </a:lnTo>
                  <a:lnTo>
                    <a:pt x="614349" y="552432"/>
                  </a:lnTo>
                  <a:lnTo>
                    <a:pt x="638982" y="515964"/>
                  </a:lnTo>
                  <a:lnTo>
                    <a:pt x="658851" y="476368"/>
                  </a:lnTo>
                  <a:lnTo>
                    <a:pt x="673550" y="434053"/>
                  </a:lnTo>
                  <a:lnTo>
                    <a:pt x="682669" y="389427"/>
                  </a:lnTo>
                  <a:lnTo>
                    <a:pt x="685800" y="342900"/>
                  </a:lnTo>
                  <a:lnTo>
                    <a:pt x="682669" y="296372"/>
                  </a:lnTo>
                  <a:lnTo>
                    <a:pt x="673550" y="251746"/>
                  </a:lnTo>
                  <a:lnTo>
                    <a:pt x="658851" y="209431"/>
                  </a:lnTo>
                  <a:lnTo>
                    <a:pt x="638982" y="169835"/>
                  </a:lnTo>
                  <a:lnTo>
                    <a:pt x="614349" y="133367"/>
                  </a:lnTo>
                  <a:lnTo>
                    <a:pt x="585363" y="100436"/>
                  </a:lnTo>
                  <a:lnTo>
                    <a:pt x="552432" y="71450"/>
                  </a:lnTo>
                  <a:lnTo>
                    <a:pt x="515964" y="46817"/>
                  </a:lnTo>
                  <a:lnTo>
                    <a:pt x="476368" y="26948"/>
                  </a:lnTo>
                  <a:lnTo>
                    <a:pt x="434053" y="12249"/>
                  </a:lnTo>
                  <a:lnTo>
                    <a:pt x="389427" y="313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319588" y="6741083"/>
            <a:ext cx="18669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76120" y="6821913"/>
            <a:ext cx="4211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Check</a:t>
            </a:r>
            <a:r>
              <a:rPr dirty="0" sz="18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student</a:t>
            </a:r>
            <a:r>
              <a:rPr dirty="0" sz="18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eligibility</a:t>
            </a:r>
            <a:r>
              <a:rPr dirty="0" sz="18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for</a:t>
            </a:r>
            <a:r>
              <a:rPr dirty="0" sz="18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job</a:t>
            </a:r>
            <a:r>
              <a:rPr dirty="0" sz="18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opportunities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13431" y="7781163"/>
            <a:ext cx="8180070" cy="1198880"/>
            <a:chOff x="813431" y="7781163"/>
            <a:chExt cx="8180070" cy="1198880"/>
          </a:xfrm>
        </p:grpSpPr>
        <p:sp>
          <p:nvSpPr>
            <p:cNvPr id="29" name="object 29"/>
            <p:cNvSpPr/>
            <p:nvPr/>
          </p:nvSpPr>
          <p:spPr>
            <a:xfrm>
              <a:off x="822956" y="7790688"/>
              <a:ext cx="8161020" cy="1179830"/>
            </a:xfrm>
            <a:custGeom>
              <a:avLst/>
              <a:gdLst/>
              <a:ahLst/>
              <a:cxnLst/>
              <a:rect l="l" t="t" r="r" b="b"/>
              <a:pathLst>
                <a:path w="8161020" h="1179829">
                  <a:moveTo>
                    <a:pt x="109728" y="0"/>
                  </a:moveTo>
                  <a:lnTo>
                    <a:pt x="107937" y="0"/>
                  </a:lnTo>
                  <a:lnTo>
                    <a:pt x="91846" y="1447"/>
                  </a:lnTo>
                  <a:lnTo>
                    <a:pt x="47269" y="19494"/>
                  </a:lnTo>
                  <a:lnTo>
                    <a:pt x="14693" y="54851"/>
                  </a:lnTo>
                  <a:lnTo>
                    <a:pt x="355" y="100761"/>
                  </a:lnTo>
                  <a:lnTo>
                    <a:pt x="0" y="1071651"/>
                  </a:lnTo>
                  <a:lnTo>
                    <a:pt x="1460" y="1087729"/>
                  </a:lnTo>
                  <a:lnTo>
                    <a:pt x="19494" y="1132306"/>
                  </a:lnTo>
                  <a:lnTo>
                    <a:pt x="56426" y="1165771"/>
                  </a:lnTo>
                  <a:lnTo>
                    <a:pt x="102552" y="1179360"/>
                  </a:lnTo>
                  <a:lnTo>
                    <a:pt x="8053095" y="1179575"/>
                  </a:lnTo>
                  <a:lnTo>
                    <a:pt x="8069173" y="1178128"/>
                  </a:lnTo>
                  <a:lnTo>
                    <a:pt x="8113750" y="1160081"/>
                  </a:lnTo>
                  <a:lnTo>
                    <a:pt x="8146338" y="1124724"/>
                  </a:lnTo>
                  <a:lnTo>
                    <a:pt x="8160677" y="1078826"/>
                  </a:lnTo>
                  <a:lnTo>
                    <a:pt x="8161020" y="107924"/>
                  </a:lnTo>
                  <a:lnTo>
                    <a:pt x="8159572" y="91846"/>
                  </a:lnTo>
                  <a:lnTo>
                    <a:pt x="8141538" y="47269"/>
                  </a:lnTo>
                  <a:lnTo>
                    <a:pt x="8106168" y="14681"/>
                  </a:lnTo>
                  <a:lnTo>
                    <a:pt x="8058480" y="215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22956" y="7790688"/>
              <a:ext cx="8161020" cy="1179830"/>
            </a:xfrm>
            <a:custGeom>
              <a:avLst/>
              <a:gdLst/>
              <a:ahLst/>
              <a:cxnLst/>
              <a:rect l="l" t="t" r="r" b="b"/>
              <a:pathLst>
                <a:path w="8161020" h="1179829">
                  <a:moveTo>
                    <a:pt x="109728" y="0"/>
                  </a:moveTo>
                  <a:lnTo>
                    <a:pt x="8051292" y="0"/>
                  </a:lnTo>
                  <a:lnTo>
                    <a:pt x="8053095" y="0"/>
                  </a:lnTo>
                  <a:lnTo>
                    <a:pt x="8054886" y="38"/>
                  </a:lnTo>
                  <a:lnTo>
                    <a:pt x="8056689" y="126"/>
                  </a:lnTo>
                  <a:lnTo>
                    <a:pt x="8058480" y="215"/>
                  </a:lnTo>
                  <a:lnTo>
                    <a:pt x="8060270" y="355"/>
                  </a:lnTo>
                  <a:lnTo>
                    <a:pt x="8062061" y="533"/>
                  </a:lnTo>
                  <a:lnTo>
                    <a:pt x="8063839" y="698"/>
                  </a:lnTo>
                  <a:lnTo>
                    <a:pt x="8065630" y="927"/>
                  </a:lnTo>
                  <a:lnTo>
                    <a:pt x="8067408" y="1193"/>
                  </a:lnTo>
                  <a:lnTo>
                    <a:pt x="8069173" y="1447"/>
                  </a:lnTo>
                  <a:lnTo>
                    <a:pt x="8070938" y="1752"/>
                  </a:lnTo>
                  <a:lnTo>
                    <a:pt x="8072704" y="2108"/>
                  </a:lnTo>
                  <a:lnTo>
                    <a:pt x="8074469" y="2463"/>
                  </a:lnTo>
                  <a:lnTo>
                    <a:pt x="8076222" y="2857"/>
                  </a:lnTo>
                  <a:lnTo>
                    <a:pt x="8077949" y="3289"/>
                  </a:lnTo>
                  <a:lnTo>
                    <a:pt x="8079701" y="3721"/>
                  </a:lnTo>
                  <a:lnTo>
                    <a:pt x="8081429" y="4203"/>
                  </a:lnTo>
                  <a:lnTo>
                    <a:pt x="8083143" y="4724"/>
                  </a:lnTo>
                  <a:lnTo>
                    <a:pt x="8084870" y="5245"/>
                  </a:lnTo>
                  <a:lnTo>
                    <a:pt x="8093290" y="8356"/>
                  </a:lnTo>
                  <a:lnTo>
                    <a:pt x="8094954" y="9042"/>
                  </a:lnTo>
                  <a:lnTo>
                    <a:pt x="8120900" y="24904"/>
                  </a:lnTo>
                  <a:lnTo>
                    <a:pt x="8122297" y="26047"/>
                  </a:lnTo>
                  <a:lnTo>
                    <a:pt x="8123656" y="27216"/>
                  </a:lnTo>
                  <a:lnTo>
                    <a:pt x="8124977" y="28422"/>
                  </a:lnTo>
                  <a:lnTo>
                    <a:pt x="8126310" y="29629"/>
                  </a:lnTo>
                  <a:lnTo>
                    <a:pt x="8127619" y="30873"/>
                  </a:lnTo>
                  <a:lnTo>
                    <a:pt x="8128888" y="32143"/>
                  </a:lnTo>
                  <a:lnTo>
                    <a:pt x="8130158" y="33400"/>
                  </a:lnTo>
                  <a:lnTo>
                    <a:pt x="8131390" y="34709"/>
                  </a:lnTo>
                  <a:lnTo>
                    <a:pt x="8132597" y="36042"/>
                  </a:lnTo>
                  <a:lnTo>
                    <a:pt x="8133803" y="37363"/>
                  </a:lnTo>
                  <a:lnTo>
                    <a:pt x="8134984" y="38722"/>
                  </a:lnTo>
                  <a:lnTo>
                    <a:pt x="8136115" y="40119"/>
                  </a:lnTo>
                  <a:lnTo>
                    <a:pt x="8137258" y="41503"/>
                  </a:lnTo>
                  <a:lnTo>
                    <a:pt x="8138363" y="42913"/>
                  </a:lnTo>
                  <a:lnTo>
                    <a:pt x="8139430" y="44361"/>
                  </a:lnTo>
                  <a:lnTo>
                    <a:pt x="8140496" y="45808"/>
                  </a:lnTo>
                  <a:lnTo>
                    <a:pt x="8145411" y="53314"/>
                  </a:lnTo>
                  <a:lnTo>
                    <a:pt x="8146338" y="54851"/>
                  </a:lnTo>
                  <a:lnTo>
                    <a:pt x="8154606" y="72758"/>
                  </a:lnTo>
                  <a:lnTo>
                    <a:pt x="8155216" y="74447"/>
                  </a:lnTo>
                  <a:lnTo>
                    <a:pt x="8155774" y="76149"/>
                  </a:lnTo>
                  <a:lnTo>
                    <a:pt x="8156295" y="77876"/>
                  </a:lnTo>
                  <a:lnTo>
                    <a:pt x="8156816" y="79590"/>
                  </a:lnTo>
                  <a:lnTo>
                    <a:pt x="8158911" y="88315"/>
                  </a:lnTo>
                  <a:lnTo>
                    <a:pt x="8159267" y="90081"/>
                  </a:lnTo>
                  <a:lnTo>
                    <a:pt x="8159572" y="91846"/>
                  </a:lnTo>
                  <a:lnTo>
                    <a:pt x="8159838" y="93624"/>
                  </a:lnTo>
                  <a:lnTo>
                    <a:pt x="8160105" y="95402"/>
                  </a:lnTo>
                  <a:lnTo>
                    <a:pt x="8160321" y="97180"/>
                  </a:lnTo>
                  <a:lnTo>
                    <a:pt x="8160499" y="98971"/>
                  </a:lnTo>
                  <a:lnTo>
                    <a:pt x="8160677" y="100761"/>
                  </a:lnTo>
                  <a:lnTo>
                    <a:pt x="8160804" y="102552"/>
                  </a:lnTo>
                  <a:lnTo>
                    <a:pt x="8160893" y="104343"/>
                  </a:lnTo>
                  <a:lnTo>
                    <a:pt x="8160981" y="106133"/>
                  </a:lnTo>
                  <a:lnTo>
                    <a:pt x="8161020" y="107924"/>
                  </a:lnTo>
                  <a:lnTo>
                    <a:pt x="8161020" y="109727"/>
                  </a:lnTo>
                  <a:lnTo>
                    <a:pt x="8161020" y="1069847"/>
                  </a:lnTo>
                  <a:lnTo>
                    <a:pt x="8161020" y="1071651"/>
                  </a:lnTo>
                  <a:lnTo>
                    <a:pt x="8160981" y="1073442"/>
                  </a:lnTo>
                  <a:lnTo>
                    <a:pt x="8160893" y="1075245"/>
                  </a:lnTo>
                  <a:lnTo>
                    <a:pt x="8160804" y="1077023"/>
                  </a:lnTo>
                  <a:lnTo>
                    <a:pt x="8160677" y="1078826"/>
                  </a:lnTo>
                  <a:lnTo>
                    <a:pt x="8160499" y="1080604"/>
                  </a:lnTo>
                  <a:lnTo>
                    <a:pt x="8160321" y="1082395"/>
                  </a:lnTo>
                  <a:lnTo>
                    <a:pt x="8160105" y="1084173"/>
                  </a:lnTo>
                  <a:lnTo>
                    <a:pt x="8159838" y="1085951"/>
                  </a:lnTo>
                  <a:lnTo>
                    <a:pt x="8159572" y="1087729"/>
                  </a:lnTo>
                  <a:lnTo>
                    <a:pt x="8159267" y="1089494"/>
                  </a:lnTo>
                  <a:lnTo>
                    <a:pt x="8158911" y="1091260"/>
                  </a:lnTo>
                  <a:lnTo>
                    <a:pt x="8158568" y="1093012"/>
                  </a:lnTo>
                  <a:lnTo>
                    <a:pt x="8156295" y="1101699"/>
                  </a:lnTo>
                  <a:lnTo>
                    <a:pt x="8155774" y="1103414"/>
                  </a:lnTo>
                  <a:lnTo>
                    <a:pt x="8145411" y="1126261"/>
                  </a:lnTo>
                  <a:lnTo>
                    <a:pt x="8144497" y="1127798"/>
                  </a:lnTo>
                  <a:lnTo>
                    <a:pt x="8139430" y="1135214"/>
                  </a:lnTo>
                  <a:lnTo>
                    <a:pt x="8138363" y="1136662"/>
                  </a:lnTo>
                  <a:lnTo>
                    <a:pt x="8137258" y="1138072"/>
                  </a:lnTo>
                  <a:lnTo>
                    <a:pt x="8136115" y="1139456"/>
                  </a:lnTo>
                  <a:lnTo>
                    <a:pt x="8134984" y="1140853"/>
                  </a:lnTo>
                  <a:lnTo>
                    <a:pt x="8133803" y="1142212"/>
                  </a:lnTo>
                  <a:lnTo>
                    <a:pt x="8132597" y="1143533"/>
                  </a:lnTo>
                  <a:lnTo>
                    <a:pt x="8131390" y="1144866"/>
                  </a:lnTo>
                  <a:lnTo>
                    <a:pt x="8124977" y="1151153"/>
                  </a:lnTo>
                  <a:lnTo>
                    <a:pt x="8123656" y="1152359"/>
                  </a:lnTo>
                  <a:lnTo>
                    <a:pt x="8122297" y="1153528"/>
                  </a:lnTo>
                  <a:lnTo>
                    <a:pt x="8120900" y="1154671"/>
                  </a:lnTo>
                  <a:lnTo>
                    <a:pt x="8119516" y="1155814"/>
                  </a:lnTo>
                  <a:lnTo>
                    <a:pt x="8112252" y="1161084"/>
                  </a:lnTo>
                  <a:lnTo>
                    <a:pt x="8110766" y="1162088"/>
                  </a:lnTo>
                  <a:lnTo>
                    <a:pt x="8098218" y="1169034"/>
                  </a:lnTo>
                  <a:lnTo>
                    <a:pt x="8096592" y="1169809"/>
                  </a:lnTo>
                  <a:lnTo>
                    <a:pt x="8094954" y="1170533"/>
                  </a:lnTo>
                  <a:lnTo>
                    <a:pt x="8093290" y="1171219"/>
                  </a:lnTo>
                  <a:lnTo>
                    <a:pt x="8091627" y="1171905"/>
                  </a:lnTo>
                  <a:lnTo>
                    <a:pt x="8089950" y="1172552"/>
                  </a:lnTo>
                  <a:lnTo>
                    <a:pt x="8088261" y="1173162"/>
                  </a:lnTo>
                  <a:lnTo>
                    <a:pt x="8086572" y="1173772"/>
                  </a:lnTo>
                  <a:lnTo>
                    <a:pt x="8084870" y="1174330"/>
                  </a:lnTo>
                  <a:lnTo>
                    <a:pt x="8083143" y="1174851"/>
                  </a:lnTo>
                  <a:lnTo>
                    <a:pt x="8081429" y="1175372"/>
                  </a:lnTo>
                  <a:lnTo>
                    <a:pt x="8079701" y="1175854"/>
                  </a:lnTo>
                  <a:lnTo>
                    <a:pt x="8077949" y="1176286"/>
                  </a:lnTo>
                  <a:lnTo>
                    <a:pt x="8076222" y="1176718"/>
                  </a:lnTo>
                  <a:lnTo>
                    <a:pt x="8074469" y="1177112"/>
                  </a:lnTo>
                  <a:lnTo>
                    <a:pt x="8072704" y="1177467"/>
                  </a:lnTo>
                  <a:lnTo>
                    <a:pt x="8070938" y="1177823"/>
                  </a:lnTo>
                  <a:lnTo>
                    <a:pt x="8069173" y="1178128"/>
                  </a:lnTo>
                  <a:lnTo>
                    <a:pt x="8067408" y="1178382"/>
                  </a:lnTo>
                  <a:lnTo>
                    <a:pt x="8065630" y="1178648"/>
                  </a:lnTo>
                  <a:lnTo>
                    <a:pt x="8056689" y="1179436"/>
                  </a:lnTo>
                  <a:lnTo>
                    <a:pt x="8054886" y="1179525"/>
                  </a:lnTo>
                  <a:lnTo>
                    <a:pt x="8053095" y="1179575"/>
                  </a:lnTo>
                  <a:lnTo>
                    <a:pt x="8051292" y="1179575"/>
                  </a:lnTo>
                  <a:lnTo>
                    <a:pt x="109728" y="1179575"/>
                  </a:lnTo>
                  <a:lnTo>
                    <a:pt x="107937" y="1179575"/>
                  </a:lnTo>
                  <a:lnTo>
                    <a:pt x="106133" y="1179525"/>
                  </a:lnTo>
                  <a:lnTo>
                    <a:pt x="104343" y="1179436"/>
                  </a:lnTo>
                  <a:lnTo>
                    <a:pt x="102552" y="1179360"/>
                  </a:lnTo>
                  <a:lnTo>
                    <a:pt x="93624" y="1178382"/>
                  </a:lnTo>
                  <a:lnTo>
                    <a:pt x="91846" y="1178128"/>
                  </a:lnTo>
                  <a:lnTo>
                    <a:pt x="83070" y="1176286"/>
                  </a:lnTo>
                  <a:lnTo>
                    <a:pt x="81330" y="1175854"/>
                  </a:lnTo>
                  <a:lnTo>
                    <a:pt x="79590" y="1175372"/>
                  </a:lnTo>
                  <a:lnTo>
                    <a:pt x="77876" y="1174851"/>
                  </a:lnTo>
                  <a:lnTo>
                    <a:pt x="76161" y="1174330"/>
                  </a:lnTo>
                  <a:lnTo>
                    <a:pt x="74447" y="1173772"/>
                  </a:lnTo>
                  <a:lnTo>
                    <a:pt x="72758" y="1173162"/>
                  </a:lnTo>
                  <a:lnTo>
                    <a:pt x="71069" y="1172552"/>
                  </a:lnTo>
                  <a:lnTo>
                    <a:pt x="69392" y="1171905"/>
                  </a:lnTo>
                  <a:lnTo>
                    <a:pt x="67741" y="1171219"/>
                  </a:lnTo>
                  <a:lnTo>
                    <a:pt x="66078" y="1170533"/>
                  </a:lnTo>
                  <a:lnTo>
                    <a:pt x="64439" y="1169809"/>
                  </a:lnTo>
                  <a:lnTo>
                    <a:pt x="62814" y="1169034"/>
                  </a:lnTo>
                  <a:lnTo>
                    <a:pt x="61188" y="1168272"/>
                  </a:lnTo>
                  <a:lnTo>
                    <a:pt x="40119" y="1154671"/>
                  </a:lnTo>
                  <a:lnTo>
                    <a:pt x="38735" y="1153528"/>
                  </a:lnTo>
                  <a:lnTo>
                    <a:pt x="37376" y="1152359"/>
                  </a:lnTo>
                  <a:lnTo>
                    <a:pt x="36042" y="1151153"/>
                  </a:lnTo>
                  <a:lnTo>
                    <a:pt x="34709" y="1149946"/>
                  </a:lnTo>
                  <a:lnTo>
                    <a:pt x="28422" y="1143533"/>
                  </a:lnTo>
                  <a:lnTo>
                    <a:pt x="27216" y="1142212"/>
                  </a:lnTo>
                  <a:lnTo>
                    <a:pt x="21602" y="1135214"/>
                  </a:lnTo>
                  <a:lnTo>
                    <a:pt x="20523" y="1133767"/>
                  </a:lnTo>
                  <a:lnTo>
                    <a:pt x="10541" y="1116761"/>
                  </a:lnTo>
                  <a:lnTo>
                    <a:pt x="9766" y="1115148"/>
                  </a:lnTo>
                  <a:lnTo>
                    <a:pt x="1193" y="1085951"/>
                  </a:lnTo>
                  <a:lnTo>
                    <a:pt x="927" y="1084173"/>
                  </a:lnTo>
                  <a:lnTo>
                    <a:pt x="711" y="1082395"/>
                  </a:lnTo>
                  <a:lnTo>
                    <a:pt x="533" y="1080604"/>
                  </a:lnTo>
                  <a:lnTo>
                    <a:pt x="355" y="1078826"/>
                  </a:lnTo>
                  <a:lnTo>
                    <a:pt x="228" y="1077023"/>
                  </a:lnTo>
                  <a:lnTo>
                    <a:pt x="139" y="1075245"/>
                  </a:lnTo>
                  <a:lnTo>
                    <a:pt x="50" y="1073442"/>
                  </a:lnTo>
                  <a:lnTo>
                    <a:pt x="0" y="1071651"/>
                  </a:lnTo>
                  <a:lnTo>
                    <a:pt x="0" y="1069847"/>
                  </a:lnTo>
                  <a:lnTo>
                    <a:pt x="0" y="109727"/>
                  </a:lnTo>
                  <a:lnTo>
                    <a:pt x="0" y="107924"/>
                  </a:lnTo>
                  <a:lnTo>
                    <a:pt x="50" y="106133"/>
                  </a:lnTo>
                  <a:lnTo>
                    <a:pt x="139" y="104343"/>
                  </a:lnTo>
                  <a:lnTo>
                    <a:pt x="228" y="102552"/>
                  </a:lnTo>
                  <a:lnTo>
                    <a:pt x="1193" y="93624"/>
                  </a:lnTo>
                  <a:lnTo>
                    <a:pt x="1460" y="91846"/>
                  </a:lnTo>
                  <a:lnTo>
                    <a:pt x="4724" y="77876"/>
                  </a:lnTo>
                  <a:lnTo>
                    <a:pt x="5245" y="76149"/>
                  </a:lnTo>
                  <a:lnTo>
                    <a:pt x="10541" y="62814"/>
                  </a:lnTo>
                  <a:lnTo>
                    <a:pt x="11303" y="61188"/>
                  </a:lnTo>
                  <a:lnTo>
                    <a:pt x="21602" y="44361"/>
                  </a:lnTo>
                  <a:lnTo>
                    <a:pt x="22669" y="42913"/>
                  </a:lnTo>
                  <a:lnTo>
                    <a:pt x="28422" y="36042"/>
                  </a:lnTo>
                  <a:lnTo>
                    <a:pt x="29629" y="34709"/>
                  </a:lnTo>
                  <a:lnTo>
                    <a:pt x="30873" y="33400"/>
                  </a:lnTo>
                  <a:lnTo>
                    <a:pt x="32143" y="32143"/>
                  </a:lnTo>
                  <a:lnTo>
                    <a:pt x="33413" y="30873"/>
                  </a:lnTo>
                  <a:lnTo>
                    <a:pt x="34709" y="29629"/>
                  </a:lnTo>
                  <a:lnTo>
                    <a:pt x="36042" y="28422"/>
                  </a:lnTo>
                  <a:lnTo>
                    <a:pt x="37376" y="27216"/>
                  </a:lnTo>
                  <a:lnTo>
                    <a:pt x="67741" y="8356"/>
                  </a:lnTo>
                  <a:lnTo>
                    <a:pt x="69392" y="7670"/>
                  </a:lnTo>
                  <a:lnTo>
                    <a:pt x="71069" y="7023"/>
                  </a:lnTo>
                  <a:lnTo>
                    <a:pt x="72758" y="6413"/>
                  </a:lnTo>
                  <a:lnTo>
                    <a:pt x="74447" y="5803"/>
                  </a:lnTo>
                  <a:lnTo>
                    <a:pt x="76161" y="5245"/>
                  </a:lnTo>
                  <a:lnTo>
                    <a:pt x="77876" y="4724"/>
                  </a:lnTo>
                  <a:lnTo>
                    <a:pt x="79590" y="4203"/>
                  </a:lnTo>
                  <a:lnTo>
                    <a:pt x="93624" y="1193"/>
                  </a:lnTo>
                  <a:lnTo>
                    <a:pt x="95402" y="927"/>
                  </a:lnTo>
                  <a:lnTo>
                    <a:pt x="97180" y="698"/>
                  </a:lnTo>
                  <a:lnTo>
                    <a:pt x="98971" y="533"/>
                  </a:lnTo>
                  <a:lnTo>
                    <a:pt x="100761" y="355"/>
                  </a:lnTo>
                  <a:lnTo>
                    <a:pt x="102552" y="215"/>
                  </a:lnTo>
                  <a:lnTo>
                    <a:pt x="104343" y="126"/>
                  </a:lnTo>
                  <a:lnTo>
                    <a:pt x="106133" y="38"/>
                  </a:lnTo>
                  <a:lnTo>
                    <a:pt x="107937" y="0"/>
                  </a:lnTo>
                  <a:lnTo>
                    <a:pt x="109728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069847" y="8037576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900" y="0"/>
                  </a:moveTo>
                  <a:lnTo>
                    <a:pt x="296372" y="3130"/>
                  </a:lnTo>
                  <a:lnTo>
                    <a:pt x="251746" y="12249"/>
                  </a:lnTo>
                  <a:lnTo>
                    <a:pt x="209431" y="26948"/>
                  </a:lnTo>
                  <a:lnTo>
                    <a:pt x="169835" y="46817"/>
                  </a:lnTo>
                  <a:lnTo>
                    <a:pt x="133367" y="71450"/>
                  </a:lnTo>
                  <a:lnTo>
                    <a:pt x="100436" y="100436"/>
                  </a:lnTo>
                  <a:lnTo>
                    <a:pt x="71450" y="133367"/>
                  </a:lnTo>
                  <a:lnTo>
                    <a:pt x="46817" y="169835"/>
                  </a:lnTo>
                  <a:lnTo>
                    <a:pt x="26948" y="209431"/>
                  </a:lnTo>
                  <a:lnTo>
                    <a:pt x="12249" y="251746"/>
                  </a:lnTo>
                  <a:lnTo>
                    <a:pt x="3130" y="296372"/>
                  </a:lnTo>
                  <a:lnTo>
                    <a:pt x="0" y="342900"/>
                  </a:lnTo>
                  <a:lnTo>
                    <a:pt x="3130" y="389427"/>
                  </a:lnTo>
                  <a:lnTo>
                    <a:pt x="12249" y="434053"/>
                  </a:lnTo>
                  <a:lnTo>
                    <a:pt x="26948" y="476368"/>
                  </a:lnTo>
                  <a:lnTo>
                    <a:pt x="46817" y="515964"/>
                  </a:lnTo>
                  <a:lnTo>
                    <a:pt x="71450" y="552432"/>
                  </a:lnTo>
                  <a:lnTo>
                    <a:pt x="100436" y="585363"/>
                  </a:lnTo>
                  <a:lnTo>
                    <a:pt x="133367" y="614349"/>
                  </a:lnTo>
                  <a:lnTo>
                    <a:pt x="169835" y="638982"/>
                  </a:lnTo>
                  <a:lnTo>
                    <a:pt x="209431" y="658851"/>
                  </a:lnTo>
                  <a:lnTo>
                    <a:pt x="251746" y="673550"/>
                  </a:lnTo>
                  <a:lnTo>
                    <a:pt x="296372" y="682669"/>
                  </a:lnTo>
                  <a:lnTo>
                    <a:pt x="342900" y="685800"/>
                  </a:lnTo>
                  <a:lnTo>
                    <a:pt x="389427" y="682669"/>
                  </a:lnTo>
                  <a:lnTo>
                    <a:pt x="434053" y="673550"/>
                  </a:lnTo>
                  <a:lnTo>
                    <a:pt x="476368" y="658851"/>
                  </a:lnTo>
                  <a:lnTo>
                    <a:pt x="515964" y="638982"/>
                  </a:lnTo>
                  <a:lnTo>
                    <a:pt x="552432" y="614349"/>
                  </a:lnTo>
                  <a:lnTo>
                    <a:pt x="585363" y="585363"/>
                  </a:lnTo>
                  <a:lnTo>
                    <a:pt x="614349" y="552432"/>
                  </a:lnTo>
                  <a:lnTo>
                    <a:pt x="638982" y="515964"/>
                  </a:lnTo>
                  <a:lnTo>
                    <a:pt x="658851" y="476368"/>
                  </a:lnTo>
                  <a:lnTo>
                    <a:pt x="673550" y="434053"/>
                  </a:lnTo>
                  <a:lnTo>
                    <a:pt x="682669" y="389427"/>
                  </a:lnTo>
                  <a:lnTo>
                    <a:pt x="685800" y="342900"/>
                  </a:lnTo>
                  <a:lnTo>
                    <a:pt x="682669" y="296372"/>
                  </a:lnTo>
                  <a:lnTo>
                    <a:pt x="673550" y="251746"/>
                  </a:lnTo>
                  <a:lnTo>
                    <a:pt x="658851" y="209431"/>
                  </a:lnTo>
                  <a:lnTo>
                    <a:pt x="638982" y="169835"/>
                  </a:lnTo>
                  <a:lnTo>
                    <a:pt x="614349" y="133367"/>
                  </a:lnTo>
                  <a:lnTo>
                    <a:pt x="585363" y="100436"/>
                  </a:lnTo>
                  <a:lnTo>
                    <a:pt x="552432" y="71450"/>
                  </a:lnTo>
                  <a:lnTo>
                    <a:pt x="515964" y="46817"/>
                  </a:lnTo>
                  <a:lnTo>
                    <a:pt x="476368" y="26948"/>
                  </a:lnTo>
                  <a:lnTo>
                    <a:pt x="434053" y="12249"/>
                  </a:lnTo>
                  <a:lnTo>
                    <a:pt x="389427" y="313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319588" y="8140115"/>
            <a:ext cx="18669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976120" y="8220946"/>
            <a:ext cx="26015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Record</a:t>
            </a:r>
            <a:r>
              <a:rPr dirty="0" sz="18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student</a:t>
            </a:r>
            <a:r>
              <a:rPr dirty="0" sz="18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523090" y="2185035"/>
            <a:ext cx="8180070" cy="1198880"/>
            <a:chOff x="9523090" y="2185035"/>
            <a:chExt cx="8180070" cy="1198880"/>
          </a:xfrm>
        </p:grpSpPr>
        <p:sp>
          <p:nvSpPr>
            <p:cNvPr id="35" name="object 35"/>
            <p:cNvSpPr/>
            <p:nvPr/>
          </p:nvSpPr>
          <p:spPr>
            <a:xfrm>
              <a:off x="9532615" y="2194560"/>
              <a:ext cx="8161020" cy="1179830"/>
            </a:xfrm>
            <a:custGeom>
              <a:avLst/>
              <a:gdLst/>
              <a:ahLst/>
              <a:cxnLst/>
              <a:rect l="l" t="t" r="r" b="b"/>
              <a:pathLst>
                <a:path w="8161019" h="1179829">
                  <a:moveTo>
                    <a:pt x="109727" y="0"/>
                  </a:moveTo>
                  <a:lnTo>
                    <a:pt x="107937" y="0"/>
                  </a:lnTo>
                  <a:lnTo>
                    <a:pt x="91846" y="1447"/>
                  </a:lnTo>
                  <a:lnTo>
                    <a:pt x="47269" y="19494"/>
                  </a:lnTo>
                  <a:lnTo>
                    <a:pt x="14693" y="54851"/>
                  </a:lnTo>
                  <a:lnTo>
                    <a:pt x="355" y="100761"/>
                  </a:lnTo>
                  <a:lnTo>
                    <a:pt x="0" y="1071651"/>
                  </a:lnTo>
                  <a:lnTo>
                    <a:pt x="1460" y="1087729"/>
                  </a:lnTo>
                  <a:lnTo>
                    <a:pt x="19494" y="1132306"/>
                  </a:lnTo>
                  <a:lnTo>
                    <a:pt x="54863" y="1164882"/>
                  </a:lnTo>
                  <a:lnTo>
                    <a:pt x="100761" y="1179220"/>
                  </a:lnTo>
                  <a:lnTo>
                    <a:pt x="8053095" y="1179576"/>
                  </a:lnTo>
                  <a:lnTo>
                    <a:pt x="8069173" y="1178128"/>
                  </a:lnTo>
                  <a:lnTo>
                    <a:pt x="8113750" y="1160081"/>
                  </a:lnTo>
                  <a:lnTo>
                    <a:pt x="8146338" y="1124724"/>
                  </a:lnTo>
                  <a:lnTo>
                    <a:pt x="8160677" y="1078814"/>
                  </a:lnTo>
                  <a:lnTo>
                    <a:pt x="8161020" y="107924"/>
                  </a:lnTo>
                  <a:lnTo>
                    <a:pt x="8159572" y="91846"/>
                  </a:lnTo>
                  <a:lnTo>
                    <a:pt x="8141538" y="47269"/>
                  </a:lnTo>
                  <a:lnTo>
                    <a:pt x="8106168" y="14681"/>
                  </a:lnTo>
                  <a:lnTo>
                    <a:pt x="8058480" y="21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532615" y="2194560"/>
              <a:ext cx="8161020" cy="1179830"/>
            </a:xfrm>
            <a:custGeom>
              <a:avLst/>
              <a:gdLst/>
              <a:ahLst/>
              <a:cxnLst/>
              <a:rect l="l" t="t" r="r" b="b"/>
              <a:pathLst>
                <a:path w="8161019" h="1179829">
                  <a:moveTo>
                    <a:pt x="109727" y="0"/>
                  </a:moveTo>
                  <a:lnTo>
                    <a:pt x="8051292" y="0"/>
                  </a:lnTo>
                  <a:lnTo>
                    <a:pt x="8053095" y="0"/>
                  </a:lnTo>
                  <a:lnTo>
                    <a:pt x="8054886" y="38"/>
                  </a:lnTo>
                  <a:lnTo>
                    <a:pt x="8056689" y="127"/>
                  </a:lnTo>
                  <a:lnTo>
                    <a:pt x="8058480" y="215"/>
                  </a:lnTo>
                  <a:lnTo>
                    <a:pt x="8060270" y="355"/>
                  </a:lnTo>
                  <a:lnTo>
                    <a:pt x="8062061" y="533"/>
                  </a:lnTo>
                  <a:lnTo>
                    <a:pt x="8063839" y="698"/>
                  </a:lnTo>
                  <a:lnTo>
                    <a:pt x="8065630" y="927"/>
                  </a:lnTo>
                  <a:lnTo>
                    <a:pt x="8067408" y="1193"/>
                  </a:lnTo>
                  <a:lnTo>
                    <a:pt x="8069173" y="1447"/>
                  </a:lnTo>
                  <a:lnTo>
                    <a:pt x="8070938" y="1752"/>
                  </a:lnTo>
                  <a:lnTo>
                    <a:pt x="8072704" y="2108"/>
                  </a:lnTo>
                  <a:lnTo>
                    <a:pt x="8074469" y="2463"/>
                  </a:lnTo>
                  <a:lnTo>
                    <a:pt x="8076222" y="2857"/>
                  </a:lnTo>
                  <a:lnTo>
                    <a:pt x="8077949" y="3289"/>
                  </a:lnTo>
                  <a:lnTo>
                    <a:pt x="8079701" y="3721"/>
                  </a:lnTo>
                  <a:lnTo>
                    <a:pt x="8081429" y="4203"/>
                  </a:lnTo>
                  <a:lnTo>
                    <a:pt x="8083143" y="4724"/>
                  </a:lnTo>
                  <a:lnTo>
                    <a:pt x="8084870" y="5245"/>
                  </a:lnTo>
                  <a:lnTo>
                    <a:pt x="8093290" y="8356"/>
                  </a:lnTo>
                  <a:lnTo>
                    <a:pt x="8094954" y="9042"/>
                  </a:lnTo>
                  <a:lnTo>
                    <a:pt x="8096592" y="9766"/>
                  </a:lnTo>
                  <a:lnTo>
                    <a:pt x="8098218" y="10541"/>
                  </a:lnTo>
                  <a:lnTo>
                    <a:pt x="8099831" y="11303"/>
                  </a:lnTo>
                  <a:lnTo>
                    <a:pt x="8120900" y="24904"/>
                  </a:lnTo>
                  <a:lnTo>
                    <a:pt x="8122297" y="26047"/>
                  </a:lnTo>
                  <a:lnTo>
                    <a:pt x="8123656" y="27216"/>
                  </a:lnTo>
                  <a:lnTo>
                    <a:pt x="8124977" y="28422"/>
                  </a:lnTo>
                  <a:lnTo>
                    <a:pt x="8126310" y="29629"/>
                  </a:lnTo>
                  <a:lnTo>
                    <a:pt x="8127619" y="30873"/>
                  </a:lnTo>
                  <a:lnTo>
                    <a:pt x="8128888" y="32143"/>
                  </a:lnTo>
                  <a:lnTo>
                    <a:pt x="8130158" y="33401"/>
                  </a:lnTo>
                  <a:lnTo>
                    <a:pt x="8131390" y="34709"/>
                  </a:lnTo>
                  <a:lnTo>
                    <a:pt x="8132597" y="36042"/>
                  </a:lnTo>
                  <a:lnTo>
                    <a:pt x="8133803" y="37363"/>
                  </a:lnTo>
                  <a:lnTo>
                    <a:pt x="8134972" y="38722"/>
                  </a:lnTo>
                  <a:lnTo>
                    <a:pt x="8136115" y="40119"/>
                  </a:lnTo>
                  <a:lnTo>
                    <a:pt x="8137258" y="41503"/>
                  </a:lnTo>
                  <a:lnTo>
                    <a:pt x="8138363" y="42913"/>
                  </a:lnTo>
                  <a:lnTo>
                    <a:pt x="8139430" y="44361"/>
                  </a:lnTo>
                  <a:lnTo>
                    <a:pt x="8140496" y="45808"/>
                  </a:lnTo>
                  <a:lnTo>
                    <a:pt x="8145411" y="53314"/>
                  </a:lnTo>
                  <a:lnTo>
                    <a:pt x="8146338" y="54851"/>
                  </a:lnTo>
                  <a:lnTo>
                    <a:pt x="8154606" y="72758"/>
                  </a:lnTo>
                  <a:lnTo>
                    <a:pt x="8155216" y="74447"/>
                  </a:lnTo>
                  <a:lnTo>
                    <a:pt x="8155774" y="76149"/>
                  </a:lnTo>
                  <a:lnTo>
                    <a:pt x="8156295" y="77876"/>
                  </a:lnTo>
                  <a:lnTo>
                    <a:pt x="8156816" y="79590"/>
                  </a:lnTo>
                  <a:lnTo>
                    <a:pt x="8157298" y="81318"/>
                  </a:lnTo>
                  <a:lnTo>
                    <a:pt x="8157730" y="83058"/>
                  </a:lnTo>
                  <a:lnTo>
                    <a:pt x="8158175" y="84810"/>
                  </a:lnTo>
                  <a:lnTo>
                    <a:pt x="8158568" y="86550"/>
                  </a:lnTo>
                  <a:lnTo>
                    <a:pt x="8158911" y="88315"/>
                  </a:lnTo>
                  <a:lnTo>
                    <a:pt x="8159267" y="90081"/>
                  </a:lnTo>
                  <a:lnTo>
                    <a:pt x="8159572" y="91846"/>
                  </a:lnTo>
                  <a:lnTo>
                    <a:pt x="8159838" y="93624"/>
                  </a:lnTo>
                  <a:lnTo>
                    <a:pt x="8160105" y="95402"/>
                  </a:lnTo>
                  <a:lnTo>
                    <a:pt x="8160321" y="97180"/>
                  </a:lnTo>
                  <a:lnTo>
                    <a:pt x="8160499" y="98971"/>
                  </a:lnTo>
                  <a:lnTo>
                    <a:pt x="8160677" y="100761"/>
                  </a:lnTo>
                  <a:lnTo>
                    <a:pt x="8160804" y="102552"/>
                  </a:lnTo>
                  <a:lnTo>
                    <a:pt x="8160893" y="104343"/>
                  </a:lnTo>
                  <a:lnTo>
                    <a:pt x="8160981" y="106133"/>
                  </a:lnTo>
                  <a:lnTo>
                    <a:pt x="8161020" y="107924"/>
                  </a:lnTo>
                  <a:lnTo>
                    <a:pt x="8161020" y="109728"/>
                  </a:lnTo>
                  <a:lnTo>
                    <a:pt x="8161020" y="1069848"/>
                  </a:lnTo>
                  <a:lnTo>
                    <a:pt x="8161020" y="1071651"/>
                  </a:lnTo>
                  <a:lnTo>
                    <a:pt x="8160981" y="1073442"/>
                  </a:lnTo>
                  <a:lnTo>
                    <a:pt x="8159838" y="1085951"/>
                  </a:lnTo>
                  <a:lnTo>
                    <a:pt x="8159572" y="1087729"/>
                  </a:lnTo>
                  <a:lnTo>
                    <a:pt x="8159267" y="1089494"/>
                  </a:lnTo>
                  <a:lnTo>
                    <a:pt x="8158911" y="1091260"/>
                  </a:lnTo>
                  <a:lnTo>
                    <a:pt x="8158568" y="1093025"/>
                  </a:lnTo>
                  <a:lnTo>
                    <a:pt x="8158175" y="1094765"/>
                  </a:lnTo>
                  <a:lnTo>
                    <a:pt x="8157730" y="1096505"/>
                  </a:lnTo>
                  <a:lnTo>
                    <a:pt x="8157298" y="1098257"/>
                  </a:lnTo>
                  <a:lnTo>
                    <a:pt x="8156816" y="1099985"/>
                  </a:lnTo>
                  <a:lnTo>
                    <a:pt x="8156295" y="1101699"/>
                  </a:lnTo>
                  <a:lnTo>
                    <a:pt x="8155774" y="1103414"/>
                  </a:lnTo>
                  <a:lnTo>
                    <a:pt x="8145411" y="1126261"/>
                  </a:lnTo>
                  <a:lnTo>
                    <a:pt x="8144497" y="1127798"/>
                  </a:lnTo>
                  <a:lnTo>
                    <a:pt x="8139430" y="1135214"/>
                  </a:lnTo>
                  <a:lnTo>
                    <a:pt x="8138363" y="1136662"/>
                  </a:lnTo>
                  <a:lnTo>
                    <a:pt x="8137258" y="1138072"/>
                  </a:lnTo>
                  <a:lnTo>
                    <a:pt x="8136115" y="1139456"/>
                  </a:lnTo>
                  <a:lnTo>
                    <a:pt x="8134972" y="1140853"/>
                  </a:lnTo>
                  <a:lnTo>
                    <a:pt x="8133803" y="1142212"/>
                  </a:lnTo>
                  <a:lnTo>
                    <a:pt x="8132597" y="1143533"/>
                  </a:lnTo>
                  <a:lnTo>
                    <a:pt x="8131390" y="1144866"/>
                  </a:lnTo>
                  <a:lnTo>
                    <a:pt x="8130158" y="1146175"/>
                  </a:lnTo>
                  <a:lnTo>
                    <a:pt x="8128888" y="1147432"/>
                  </a:lnTo>
                  <a:lnTo>
                    <a:pt x="8127619" y="1148715"/>
                  </a:lnTo>
                  <a:lnTo>
                    <a:pt x="8126310" y="1149946"/>
                  </a:lnTo>
                  <a:lnTo>
                    <a:pt x="8124977" y="1151153"/>
                  </a:lnTo>
                  <a:lnTo>
                    <a:pt x="8123656" y="1152359"/>
                  </a:lnTo>
                  <a:lnTo>
                    <a:pt x="8122297" y="1153528"/>
                  </a:lnTo>
                  <a:lnTo>
                    <a:pt x="8120900" y="1154671"/>
                  </a:lnTo>
                  <a:lnTo>
                    <a:pt x="8119516" y="1155814"/>
                  </a:lnTo>
                  <a:lnTo>
                    <a:pt x="8112252" y="1161084"/>
                  </a:lnTo>
                  <a:lnTo>
                    <a:pt x="8110766" y="1162088"/>
                  </a:lnTo>
                  <a:lnTo>
                    <a:pt x="8098218" y="1169035"/>
                  </a:lnTo>
                  <a:lnTo>
                    <a:pt x="8096592" y="1169809"/>
                  </a:lnTo>
                  <a:lnTo>
                    <a:pt x="8094954" y="1170533"/>
                  </a:lnTo>
                  <a:lnTo>
                    <a:pt x="8093290" y="1171219"/>
                  </a:lnTo>
                  <a:lnTo>
                    <a:pt x="8091627" y="1171905"/>
                  </a:lnTo>
                  <a:lnTo>
                    <a:pt x="8089950" y="1172552"/>
                  </a:lnTo>
                  <a:lnTo>
                    <a:pt x="8088261" y="1173162"/>
                  </a:lnTo>
                  <a:lnTo>
                    <a:pt x="8086572" y="1173772"/>
                  </a:lnTo>
                  <a:lnTo>
                    <a:pt x="8084870" y="1174330"/>
                  </a:lnTo>
                  <a:lnTo>
                    <a:pt x="8083143" y="1174851"/>
                  </a:lnTo>
                  <a:lnTo>
                    <a:pt x="8081429" y="1175372"/>
                  </a:lnTo>
                  <a:lnTo>
                    <a:pt x="8079701" y="1175854"/>
                  </a:lnTo>
                  <a:lnTo>
                    <a:pt x="8077949" y="1176286"/>
                  </a:lnTo>
                  <a:lnTo>
                    <a:pt x="8076222" y="1176718"/>
                  </a:lnTo>
                  <a:lnTo>
                    <a:pt x="8074469" y="1177112"/>
                  </a:lnTo>
                  <a:lnTo>
                    <a:pt x="8072704" y="1177467"/>
                  </a:lnTo>
                  <a:lnTo>
                    <a:pt x="8070938" y="1177823"/>
                  </a:lnTo>
                  <a:lnTo>
                    <a:pt x="8069173" y="1178128"/>
                  </a:lnTo>
                  <a:lnTo>
                    <a:pt x="8067408" y="1178382"/>
                  </a:lnTo>
                  <a:lnTo>
                    <a:pt x="8065630" y="1178648"/>
                  </a:lnTo>
                  <a:lnTo>
                    <a:pt x="8053095" y="1179576"/>
                  </a:lnTo>
                  <a:lnTo>
                    <a:pt x="8051292" y="1179576"/>
                  </a:lnTo>
                  <a:lnTo>
                    <a:pt x="109727" y="1179576"/>
                  </a:lnTo>
                  <a:lnTo>
                    <a:pt x="107937" y="1179576"/>
                  </a:lnTo>
                  <a:lnTo>
                    <a:pt x="106133" y="1179537"/>
                  </a:lnTo>
                  <a:lnTo>
                    <a:pt x="93624" y="1178382"/>
                  </a:lnTo>
                  <a:lnTo>
                    <a:pt x="91846" y="1178128"/>
                  </a:lnTo>
                  <a:lnTo>
                    <a:pt x="83070" y="1176286"/>
                  </a:lnTo>
                  <a:lnTo>
                    <a:pt x="81330" y="1175854"/>
                  </a:lnTo>
                  <a:lnTo>
                    <a:pt x="79590" y="1175372"/>
                  </a:lnTo>
                  <a:lnTo>
                    <a:pt x="77876" y="1174851"/>
                  </a:lnTo>
                  <a:lnTo>
                    <a:pt x="76161" y="1174330"/>
                  </a:lnTo>
                  <a:lnTo>
                    <a:pt x="74447" y="1173772"/>
                  </a:lnTo>
                  <a:lnTo>
                    <a:pt x="72758" y="1173162"/>
                  </a:lnTo>
                  <a:lnTo>
                    <a:pt x="71069" y="1172552"/>
                  </a:lnTo>
                  <a:lnTo>
                    <a:pt x="69392" y="1171905"/>
                  </a:lnTo>
                  <a:lnTo>
                    <a:pt x="67741" y="1171219"/>
                  </a:lnTo>
                  <a:lnTo>
                    <a:pt x="66078" y="1170533"/>
                  </a:lnTo>
                  <a:lnTo>
                    <a:pt x="64439" y="1169809"/>
                  </a:lnTo>
                  <a:lnTo>
                    <a:pt x="62814" y="1169035"/>
                  </a:lnTo>
                  <a:lnTo>
                    <a:pt x="61188" y="1168273"/>
                  </a:lnTo>
                  <a:lnTo>
                    <a:pt x="40119" y="1154671"/>
                  </a:lnTo>
                  <a:lnTo>
                    <a:pt x="38734" y="1153528"/>
                  </a:lnTo>
                  <a:lnTo>
                    <a:pt x="37376" y="1152359"/>
                  </a:lnTo>
                  <a:lnTo>
                    <a:pt x="36042" y="1151153"/>
                  </a:lnTo>
                  <a:lnTo>
                    <a:pt x="34709" y="1149946"/>
                  </a:lnTo>
                  <a:lnTo>
                    <a:pt x="33413" y="1148715"/>
                  </a:lnTo>
                  <a:lnTo>
                    <a:pt x="32143" y="1147432"/>
                  </a:lnTo>
                  <a:lnTo>
                    <a:pt x="30873" y="1146175"/>
                  </a:lnTo>
                  <a:lnTo>
                    <a:pt x="29629" y="1144866"/>
                  </a:lnTo>
                  <a:lnTo>
                    <a:pt x="28422" y="1143533"/>
                  </a:lnTo>
                  <a:lnTo>
                    <a:pt x="27216" y="1142212"/>
                  </a:lnTo>
                  <a:lnTo>
                    <a:pt x="21602" y="1135214"/>
                  </a:lnTo>
                  <a:lnTo>
                    <a:pt x="20523" y="1133767"/>
                  </a:lnTo>
                  <a:lnTo>
                    <a:pt x="10540" y="1116774"/>
                  </a:lnTo>
                  <a:lnTo>
                    <a:pt x="9766" y="1115148"/>
                  </a:lnTo>
                  <a:lnTo>
                    <a:pt x="1193" y="1085951"/>
                  </a:lnTo>
                  <a:lnTo>
                    <a:pt x="927" y="1084173"/>
                  </a:lnTo>
                  <a:lnTo>
                    <a:pt x="139" y="1075232"/>
                  </a:lnTo>
                  <a:lnTo>
                    <a:pt x="50" y="1073442"/>
                  </a:lnTo>
                  <a:lnTo>
                    <a:pt x="0" y="1071651"/>
                  </a:lnTo>
                  <a:lnTo>
                    <a:pt x="0" y="1069848"/>
                  </a:lnTo>
                  <a:lnTo>
                    <a:pt x="0" y="109728"/>
                  </a:lnTo>
                  <a:lnTo>
                    <a:pt x="0" y="107924"/>
                  </a:lnTo>
                  <a:lnTo>
                    <a:pt x="50" y="106133"/>
                  </a:lnTo>
                  <a:lnTo>
                    <a:pt x="139" y="104343"/>
                  </a:lnTo>
                  <a:lnTo>
                    <a:pt x="228" y="102552"/>
                  </a:lnTo>
                  <a:lnTo>
                    <a:pt x="1193" y="93624"/>
                  </a:lnTo>
                  <a:lnTo>
                    <a:pt x="1460" y="91846"/>
                  </a:lnTo>
                  <a:lnTo>
                    <a:pt x="4724" y="77876"/>
                  </a:lnTo>
                  <a:lnTo>
                    <a:pt x="5245" y="76149"/>
                  </a:lnTo>
                  <a:lnTo>
                    <a:pt x="10540" y="62814"/>
                  </a:lnTo>
                  <a:lnTo>
                    <a:pt x="11302" y="61188"/>
                  </a:lnTo>
                  <a:lnTo>
                    <a:pt x="21602" y="44361"/>
                  </a:lnTo>
                  <a:lnTo>
                    <a:pt x="22669" y="42913"/>
                  </a:lnTo>
                  <a:lnTo>
                    <a:pt x="28422" y="36042"/>
                  </a:lnTo>
                  <a:lnTo>
                    <a:pt x="29629" y="34709"/>
                  </a:lnTo>
                  <a:lnTo>
                    <a:pt x="30873" y="33401"/>
                  </a:lnTo>
                  <a:lnTo>
                    <a:pt x="32143" y="32143"/>
                  </a:lnTo>
                  <a:lnTo>
                    <a:pt x="33413" y="30873"/>
                  </a:lnTo>
                  <a:lnTo>
                    <a:pt x="34709" y="29629"/>
                  </a:lnTo>
                  <a:lnTo>
                    <a:pt x="36042" y="28422"/>
                  </a:lnTo>
                  <a:lnTo>
                    <a:pt x="37376" y="27216"/>
                  </a:lnTo>
                  <a:lnTo>
                    <a:pt x="62814" y="10541"/>
                  </a:lnTo>
                  <a:lnTo>
                    <a:pt x="64439" y="9766"/>
                  </a:lnTo>
                  <a:lnTo>
                    <a:pt x="66078" y="9042"/>
                  </a:lnTo>
                  <a:lnTo>
                    <a:pt x="67741" y="8356"/>
                  </a:lnTo>
                  <a:lnTo>
                    <a:pt x="69392" y="7670"/>
                  </a:lnTo>
                  <a:lnTo>
                    <a:pt x="71069" y="7023"/>
                  </a:lnTo>
                  <a:lnTo>
                    <a:pt x="72758" y="6413"/>
                  </a:lnTo>
                  <a:lnTo>
                    <a:pt x="74447" y="5803"/>
                  </a:lnTo>
                  <a:lnTo>
                    <a:pt x="76161" y="5245"/>
                  </a:lnTo>
                  <a:lnTo>
                    <a:pt x="77876" y="4724"/>
                  </a:lnTo>
                  <a:lnTo>
                    <a:pt x="79590" y="4203"/>
                  </a:lnTo>
                  <a:lnTo>
                    <a:pt x="93624" y="1193"/>
                  </a:lnTo>
                  <a:lnTo>
                    <a:pt x="95402" y="927"/>
                  </a:lnTo>
                  <a:lnTo>
                    <a:pt x="97180" y="698"/>
                  </a:lnTo>
                  <a:lnTo>
                    <a:pt x="98971" y="533"/>
                  </a:lnTo>
                  <a:lnTo>
                    <a:pt x="100761" y="355"/>
                  </a:lnTo>
                  <a:lnTo>
                    <a:pt x="102552" y="215"/>
                  </a:lnTo>
                  <a:lnTo>
                    <a:pt x="104343" y="127"/>
                  </a:lnTo>
                  <a:lnTo>
                    <a:pt x="106133" y="38"/>
                  </a:lnTo>
                  <a:lnTo>
                    <a:pt x="107937" y="0"/>
                  </a:lnTo>
                  <a:lnTo>
                    <a:pt x="109727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9779507" y="2441448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900" y="0"/>
                  </a:moveTo>
                  <a:lnTo>
                    <a:pt x="296372" y="3130"/>
                  </a:lnTo>
                  <a:lnTo>
                    <a:pt x="251746" y="12249"/>
                  </a:lnTo>
                  <a:lnTo>
                    <a:pt x="209431" y="26948"/>
                  </a:lnTo>
                  <a:lnTo>
                    <a:pt x="169835" y="46817"/>
                  </a:lnTo>
                  <a:lnTo>
                    <a:pt x="133367" y="71450"/>
                  </a:lnTo>
                  <a:lnTo>
                    <a:pt x="100436" y="100436"/>
                  </a:lnTo>
                  <a:lnTo>
                    <a:pt x="71450" y="133367"/>
                  </a:lnTo>
                  <a:lnTo>
                    <a:pt x="46817" y="169835"/>
                  </a:lnTo>
                  <a:lnTo>
                    <a:pt x="26948" y="209431"/>
                  </a:lnTo>
                  <a:lnTo>
                    <a:pt x="12249" y="251746"/>
                  </a:lnTo>
                  <a:lnTo>
                    <a:pt x="3130" y="296372"/>
                  </a:lnTo>
                  <a:lnTo>
                    <a:pt x="0" y="342900"/>
                  </a:lnTo>
                  <a:lnTo>
                    <a:pt x="3130" y="389427"/>
                  </a:lnTo>
                  <a:lnTo>
                    <a:pt x="12249" y="434053"/>
                  </a:lnTo>
                  <a:lnTo>
                    <a:pt x="26948" y="476368"/>
                  </a:lnTo>
                  <a:lnTo>
                    <a:pt x="46817" y="515964"/>
                  </a:lnTo>
                  <a:lnTo>
                    <a:pt x="71450" y="552432"/>
                  </a:lnTo>
                  <a:lnTo>
                    <a:pt x="100436" y="585363"/>
                  </a:lnTo>
                  <a:lnTo>
                    <a:pt x="133367" y="614349"/>
                  </a:lnTo>
                  <a:lnTo>
                    <a:pt x="169835" y="638982"/>
                  </a:lnTo>
                  <a:lnTo>
                    <a:pt x="209431" y="658851"/>
                  </a:lnTo>
                  <a:lnTo>
                    <a:pt x="251746" y="673550"/>
                  </a:lnTo>
                  <a:lnTo>
                    <a:pt x="296372" y="682669"/>
                  </a:lnTo>
                  <a:lnTo>
                    <a:pt x="342900" y="685800"/>
                  </a:lnTo>
                  <a:lnTo>
                    <a:pt x="389427" y="682669"/>
                  </a:lnTo>
                  <a:lnTo>
                    <a:pt x="434053" y="673550"/>
                  </a:lnTo>
                  <a:lnTo>
                    <a:pt x="476368" y="658851"/>
                  </a:lnTo>
                  <a:lnTo>
                    <a:pt x="515964" y="638982"/>
                  </a:lnTo>
                  <a:lnTo>
                    <a:pt x="552432" y="614349"/>
                  </a:lnTo>
                  <a:lnTo>
                    <a:pt x="585363" y="585363"/>
                  </a:lnTo>
                  <a:lnTo>
                    <a:pt x="614349" y="552432"/>
                  </a:lnTo>
                  <a:lnTo>
                    <a:pt x="638982" y="515964"/>
                  </a:lnTo>
                  <a:lnTo>
                    <a:pt x="658851" y="476368"/>
                  </a:lnTo>
                  <a:lnTo>
                    <a:pt x="673550" y="434053"/>
                  </a:lnTo>
                  <a:lnTo>
                    <a:pt x="682669" y="389427"/>
                  </a:lnTo>
                  <a:lnTo>
                    <a:pt x="685800" y="342900"/>
                  </a:lnTo>
                  <a:lnTo>
                    <a:pt x="682669" y="296372"/>
                  </a:lnTo>
                  <a:lnTo>
                    <a:pt x="673550" y="251746"/>
                  </a:lnTo>
                  <a:lnTo>
                    <a:pt x="658851" y="209431"/>
                  </a:lnTo>
                  <a:lnTo>
                    <a:pt x="638982" y="169835"/>
                  </a:lnTo>
                  <a:lnTo>
                    <a:pt x="614349" y="133367"/>
                  </a:lnTo>
                  <a:lnTo>
                    <a:pt x="585363" y="100436"/>
                  </a:lnTo>
                  <a:lnTo>
                    <a:pt x="552432" y="71450"/>
                  </a:lnTo>
                  <a:lnTo>
                    <a:pt x="515964" y="46817"/>
                  </a:lnTo>
                  <a:lnTo>
                    <a:pt x="476368" y="26948"/>
                  </a:lnTo>
                  <a:lnTo>
                    <a:pt x="434053" y="12249"/>
                  </a:lnTo>
                  <a:lnTo>
                    <a:pt x="389427" y="313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10029247" y="2543988"/>
            <a:ext cx="18669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 b="1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685780" y="2624818"/>
            <a:ext cx="3657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1F332F"/>
                </a:solidFill>
                <a:latin typeface="Calibri"/>
                <a:cs typeface="Calibri"/>
              </a:rPr>
              <a:t>Track</a:t>
            </a:r>
            <a:r>
              <a:rPr dirty="0" sz="1800" spc="-5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selection</a:t>
            </a:r>
            <a:r>
              <a:rPr dirty="0" sz="1800" spc="-5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rounds</a:t>
            </a:r>
            <a:r>
              <a:rPr dirty="0" sz="1800" spc="-5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and</a:t>
            </a:r>
            <a:r>
              <a:rPr dirty="0" sz="1800" spc="-5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their</a:t>
            </a:r>
            <a:r>
              <a:rPr dirty="0" sz="18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results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9523090" y="3584066"/>
            <a:ext cx="8180070" cy="1198880"/>
            <a:chOff x="9523090" y="3584066"/>
            <a:chExt cx="8180070" cy="1198880"/>
          </a:xfrm>
        </p:grpSpPr>
        <p:sp>
          <p:nvSpPr>
            <p:cNvPr id="41" name="object 41"/>
            <p:cNvSpPr/>
            <p:nvPr/>
          </p:nvSpPr>
          <p:spPr>
            <a:xfrm>
              <a:off x="9532615" y="3593591"/>
              <a:ext cx="8161020" cy="1179830"/>
            </a:xfrm>
            <a:custGeom>
              <a:avLst/>
              <a:gdLst/>
              <a:ahLst/>
              <a:cxnLst/>
              <a:rect l="l" t="t" r="r" b="b"/>
              <a:pathLst>
                <a:path w="8161019" h="1179829">
                  <a:moveTo>
                    <a:pt x="109727" y="0"/>
                  </a:moveTo>
                  <a:lnTo>
                    <a:pt x="107937" y="0"/>
                  </a:lnTo>
                  <a:lnTo>
                    <a:pt x="91846" y="1447"/>
                  </a:lnTo>
                  <a:lnTo>
                    <a:pt x="47269" y="19494"/>
                  </a:lnTo>
                  <a:lnTo>
                    <a:pt x="14693" y="54851"/>
                  </a:lnTo>
                  <a:lnTo>
                    <a:pt x="355" y="100761"/>
                  </a:lnTo>
                  <a:lnTo>
                    <a:pt x="0" y="1071651"/>
                  </a:lnTo>
                  <a:lnTo>
                    <a:pt x="1460" y="1087729"/>
                  </a:lnTo>
                  <a:lnTo>
                    <a:pt x="19494" y="1132306"/>
                  </a:lnTo>
                  <a:lnTo>
                    <a:pt x="54863" y="1164882"/>
                  </a:lnTo>
                  <a:lnTo>
                    <a:pt x="100761" y="1179220"/>
                  </a:lnTo>
                  <a:lnTo>
                    <a:pt x="8053095" y="1179576"/>
                  </a:lnTo>
                  <a:lnTo>
                    <a:pt x="8069173" y="1178128"/>
                  </a:lnTo>
                  <a:lnTo>
                    <a:pt x="8113750" y="1160081"/>
                  </a:lnTo>
                  <a:lnTo>
                    <a:pt x="8146338" y="1124724"/>
                  </a:lnTo>
                  <a:lnTo>
                    <a:pt x="8160677" y="1078826"/>
                  </a:lnTo>
                  <a:lnTo>
                    <a:pt x="8161020" y="107924"/>
                  </a:lnTo>
                  <a:lnTo>
                    <a:pt x="8159572" y="91846"/>
                  </a:lnTo>
                  <a:lnTo>
                    <a:pt x="8141538" y="47269"/>
                  </a:lnTo>
                  <a:lnTo>
                    <a:pt x="8106168" y="14681"/>
                  </a:lnTo>
                  <a:lnTo>
                    <a:pt x="8058480" y="21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9532615" y="3593591"/>
              <a:ext cx="8161020" cy="1179830"/>
            </a:xfrm>
            <a:custGeom>
              <a:avLst/>
              <a:gdLst/>
              <a:ahLst/>
              <a:cxnLst/>
              <a:rect l="l" t="t" r="r" b="b"/>
              <a:pathLst>
                <a:path w="8161019" h="1179829">
                  <a:moveTo>
                    <a:pt x="109727" y="0"/>
                  </a:moveTo>
                  <a:lnTo>
                    <a:pt x="8051292" y="0"/>
                  </a:lnTo>
                  <a:lnTo>
                    <a:pt x="8053095" y="0"/>
                  </a:lnTo>
                  <a:lnTo>
                    <a:pt x="8054886" y="38"/>
                  </a:lnTo>
                  <a:lnTo>
                    <a:pt x="8056689" y="127"/>
                  </a:lnTo>
                  <a:lnTo>
                    <a:pt x="8058480" y="215"/>
                  </a:lnTo>
                  <a:lnTo>
                    <a:pt x="8060270" y="355"/>
                  </a:lnTo>
                  <a:lnTo>
                    <a:pt x="8062061" y="533"/>
                  </a:lnTo>
                  <a:lnTo>
                    <a:pt x="8063839" y="698"/>
                  </a:lnTo>
                  <a:lnTo>
                    <a:pt x="8065630" y="927"/>
                  </a:lnTo>
                  <a:lnTo>
                    <a:pt x="8067408" y="1193"/>
                  </a:lnTo>
                  <a:lnTo>
                    <a:pt x="8069173" y="1447"/>
                  </a:lnTo>
                  <a:lnTo>
                    <a:pt x="8070938" y="1752"/>
                  </a:lnTo>
                  <a:lnTo>
                    <a:pt x="8072704" y="2108"/>
                  </a:lnTo>
                  <a:lnTo>
                    <a:pt x="8074469" y="2463"/>
                  </a:lnTo>
                  <a:lnTo>
                    <a:pt x="8076222" y="2857"/>
                  </a:lnTo>
                  <a:lnTo>
                    <a:pt x="8077949" y="3289"/>
                  </a:lnTo>
                  <a:lnTo>
                    <a:pt x="8079701" y="3721"/>
                  </a:lnTo>
                  <a:lnTo>
                    <a:pt x="8081429" y="4203"/>
                  </a:lnTo>
                  <a:lnTo>
                    <a:pt x="8083143" y="4724"/>
                  </a:lnTo>
                  <a:lnTo>
                    <a:pt x="8084870" y="5245"/>
                  </a:lnTo>
                  <a:lnTo>
                    <a:pt x="8093290" y="8356"/>
                  </a:lnTo>
                  <a:lnTo>
                    <a:pt x="8094954" y="9042"/>
                  </a:lnTo>
                  <a:lnTo>
                    <a:pt x="8096592" y="9766"/>
                  </a:lnTo>
                  <a:lnTo>
                    <a:pt x="8098218" y="10541"/>
                  </a:lnTo>
                  <a:lnTo>
                    <a:pt x="8099831" y="11303"/>
                  </a:lnTo>
                  <a:lnTo>
                    <a:pt x="8120900" y="24904"/>
                  </a:lnTo>
                  <a:lnTo>
                    <a:pt x="8122297" y="26047"/>
                  </a:lnTo>
                  <a:lnTo>
                    <a:pt x="8123656" y="27216"/>
                  </a:lnTo>
                  <a:lnTo>
                    <a:pt x="8124977" y="28422"/>
                  </a:lnTo>
                  <a:lnTo>
                    <a:pt x="8126310" y="29629"/>
                  </a:lnTo>
                  <a:lnTo>
                    <a:pt x="8127619" y="30873"/>
                  </a:lnTo>
                  <a:lnTo>
                    <a:pt x="8128888" y="32143"/>
                  </a:lnTo>
                  <a:lnTo>
                    <a:pt x="8130158" y="33401"/>
                  </a:lnTo>
                  <a:lnTo>
                    <a:pt x="8131390" y="34709"/>
                  </a:lnTo>
                  <a:lnTo>
                    <a:pt x="8132597" y="36042"/>
                  </a:lnTo>
                  <a:lnTo>
                    <a:pt x="8133803" y="37363"/>
                  </a:lnTo>
                  <a:lnTo>
                    <a:pt x="8134972" y="38722"/>
                  </a:lnTo>
                  <a:lnTo>
                    <a:pt x="8136115" y="40119"/>
                  </a:lnTo>
                  <a:lnTo>
                    <a:pt x="8137258" y="41503"/>
                  </a:lnTo>
                  <a:lnTo>
                    <a:pt x="8138363" y="42913"/>
                  </a:lnTo>
                  <a:lnTo>
                    <a:pt x="8139430" y="44361"/>
                  </a:lnTo>
                  <a:lnTo>
                    <a:pt x="8140496" y="45808"/>
                  </a:lnTo>
                  <a:lnTo>
                    <a:pt x="8145411" y="53314"/>
                  </a:lnTo>
                  <a:lnTo>
                    <a:pt x="8146338" y="54851"/>
                  </a:lnTo>
                  <a:lnTo>
                    <a:pt x="8154606" y="72758"/>
                  </a:lnTo>
                  <a:lnTo>
                    <a:pt x="8155216" y="74447"/>
                  </a:lnTo>
                  <a:lnTo>
                    <a:pt x="8155774" y="76149"/>
                  </a:lnTo>
                  <a:lnTo>
                    <a:pt x="8156295" y="77876"/>
                  </a:lnTo>
                  <a:lnTo>
                    <a:pt x="8156816" y="79590"/>
                  </a:lnTo>
                  <a:lnTo>
                    <a:pt x="8157298" y="81318"/>
                  </a:lnTo>
                  <a:lnTo>
                    <a:pt x="8157730" y="83058"/>
                  </a:lnTo>
                  <a:lnTo>
                    <a:pt x="8158175" y="84810"/>
                  </a:lnTo>
                  <a:lnTo>
                    <a:pt x="8158568" y="86550"/>
                  </a:lnTo>
                  <a:lnTo>
                    <a:pt x="8158911" y="88315"/>
                  </a:lnTo>
                  <a:lnTo>
                    <a:pt x="8159267" y="90081"/>
                  </a:lnTo>
                  <a:lnTo>
                    <a:pt x="8159572" y="91846"/>
                  </a:lnTo>
                  <a:lnTo>
                    <a:pt x="8159838" y="93624"/>
                  </a:lnTo>
                  <a:lnTo>
                    <a:pt x="8160105" y="95402"/>
                  </a:lnTo>
                  <a:lnTo>
                    <a:pt x="8160321" y="97180"/>
                  </a:lnTo>
                  <a:lnTo>
                    <a:pt x="8160499" y="98971"/>
                  </a:lnTo>
                  <a:lnTo>
                    <a:pt x="8160677" y="100761"/>
                  </a:lnTo>
                  <a:lnTo>
                    <a:pt x="8160804" y="102552"/>
                  </a:lnTo>
                  <a:lnTo>
                    <a:pt x="8160893" y="104343"/>
                  </a:lnTo>
                  <a:lnTo>
                    <a:pt x="8160981" y="106133"/>
                  </a:lnTo>
                  <a:lnTo>
                    <a:pt x="8161020" y="107924"/>
                  </a:lnTo>
                  <a:lnTo>
                    <a:pt x="8161020" y="109728"/>
                  </a:lnTo>
                  <a:lnTo>
                    <a:pt x="8161020" y="1069848"/>
                  </a:lnTo>
                  <a:lnTo>
                    <a:pt x="8161020" y="1071651"/>
                  </a:lnTo>
                  <a:lnTo>
                    <a:pt x="8160981" y="1073442"/>
                  </a:lnTo>
                  <a:lnTo>
                    <a:pt x="8160893" y="1075232"/>
                  </a:lnTo>
                  <a:lnTo>
                    <a:pt x="8160804" y="1077023"/>
                  </a:lnTo>
                  <a:lnTo>
                    <a:pt x="8160677" y="1078826"/>
                  </a:lnTo>
                  <a:lnTo>
                    <a:pt x="8160499" y="1080604"/>
                  </a:lnTo>
                  <a:lnTo>
                    <a:pt x="8160321" y="1082395"/>
                  </a:lnTo>
                  <a:lnTo>
                    <a:pt x="8160105" y="1084173"/>
                  </a:lnTo>
                  <a:lnTo>
                    <a:pt x="8159838" y="1085951"/>
                  </a:lnTo>
                  <a:lnTo>
                    <a:pt x="8159572" y="1087729"/>
                  </a:lnTo>
                  <a:lnTo>
                    <a:pt x="8159267" y="1089494"/>
                  </a:lnTo>
                  <a:lnTo>
                    <a:pt x="8158911" y="1091260"/>
                  </a:lnTo>
                  <a:lnTo>
                    <a:pt x="8158568" y="1093025"/>
                  </a:lnTo>
                  <a:lnTo>
                    <a:pt x="8158175" y="1094765"/>
                  </a:lnTo>
                  <a:lnTo>
                    <a:pt x="8157730" y="1096505"/>
                  </a:lnTo>
                  <a:lnTo>
                    <a:pt x="8157298" y="1098257"/>
                  </a:lnTo>
                  <a:lnTo>
                    <a:pt x="8156816" y="1099985"/>
                  </a:lnTo>
                  <a:lnTo>
                    <a:pt x="8156295" y="1101699"/>
                  </a:lnTo>
                  <a:lnTo>
                    <a:pt x="8155774" y="1103414"/>
                  </a:lnTo>
                  <a:lnTo>
                    <a:pt x="8145411" y="1126261"/>
                  </a:lnTo>
                  <a:lnTo>
                    <a:pt x="8144497" y="1127798"/>
                  </a:lnTo>
                  <a:lnTo>
                    <a:pt x="8139430" y="1135214"/>
                  </a:lnTo>
                  <a:lnTo>
                    <a:pt x="8138363" y="1136662"/>
                  </a:lnTo>
                  <a:lnTo>
                    <a:pt x="8137258" y="1138072"/>
                  </a:lnTo>
                  <a:lnTo>
                    <a:pt x="8136115" y="1139456"/>
                  </a:lnTo>
                  <a:lnTo>
                    <a:pt x="8134972" y="1140853"/>
                  </a:lnTo>
                  <a:lnTo>
                    <a:pt x="8133803" y="1142212"/>
                  </a:lnTo>
                  <a:lnTo>
                    <a:pt x="8132597" y="1143533"/>
                  </a:lnTo>
                  <a:lnTo>
                    <a:pt x="8131390" y="1144866"/>
                  </a:lnTo>
                  <a:lnTo>
                    <a:pt x="8130158" y="1146175"/>
                  </a:lnTo>
                  <a:lnTo>
                    <a:pt x="8128888" y="1147432"/>
                  </a:lnTo>
                  <a:lnTo>
                    <a:pt x="8127619" y="1148702"/>
                  </a:lnTo>
                  <a:lnTo>
                    <a:pt x="8126310" y="1149946"/>
                  </a:lnTo>
                  <a:lnTo>
                    <a:pt x="8124977" y="1151153"/>
                  </a:lnTo>
                  <a:lnTo>
                    <a:pt x="8123656" y="1152359"/>
                  </a:lnTo>
                  <a:lnTo>
                    <a:pt x="8122297" y="1153528"/>
                  </a:lnTo>
                  <a:lnTo>
                    <a:pt x="8120900" y="1154671"/>
                  </a:lnTo>
                  <a:lnTo>
                    <a:pt x="8119516" y="1155814"/>
                  </a:lnTo>
                  <a:lnTo>
                    <a:pt x="8112252" y="1161084"/>
                  </a:lnTo>
                  <a:lnTo>
                    <a:pt x="8110766" y="1162088"/>
                  </a:lnTo>
                  <a:lnTo>
                    <a:pt x="8093290" y="1171219"/>
                  </a:lnTo>
                  <a:lnTo>
                    <a:pt x="8091627" y="1171905"/>
                  </a:lnTo>
                  <a:lnTo>
                    <a:pt x="8089950" y="1172552"/>
                  </a:lnTo>
                  <a:lnTo>
                    <a:pt x="8088261" y="1173162"/>
                  </a:lnTo>
                  <a:lnTo>
                    <a:pt x="8086572" y="1173772"/>
                  </a:lnTo>
                  <a:lnTo>
                    <a:pt x="8084870" y="1174330"/>
                  </a:lnTo>
                  <a:lnTo>
                    <a:pt x="8083143" y="1174851"/>
                  </a:lnTo>
                  <a:lnTo>
                    <a:pt x="8081429" y="1175372"/>
                  </a:lnTo>
                  <a:lnTo>
                    <a:pt x="8079701" y="1175854"/>
                  </a:lnTo>
                  <a:lnTo>
                    <a:pt x="8077949" y="1176286"/>
                  </a:lnTo>
                  <a:lnTo>
                    <a:pt x="8076222" y="1176718"/>
                  </a:lnTo>
                  <a:lnTo>
                    <a:pt x="8074469" y="1177112"/>
                  </a:lnTo>
                  <a:lnTo>
                    <a:pt x="8072704" y="1177467"/>
                  </a:lnTo>
                  <a:lnTo>
                    <a:pt x="8070938" y="1177823"/>
                  </a:lnTo>
                  <a:lnTo>
                    <a:pt x="8069173" y="1178128"/>
                  </a:lnTo>
                  <a:lnTo>
                    <a:pt x="8067408" y="1178382"/>
                  </a:lnTo>
                  <a:lnTo>
                    <a:pt x="8065630" y="1178648"/>
                  </a:lnTo>
                  <a:lnTo>
                    <a:pt x="8053095" y="1179576"/>
                  </a:lnTo>
                  <a:lnTo>
                    <a:pt x="8051292" y="1179576"/>
                  </a:lnTo>
                  <a:lnTo>
                    <a:pt x="109727" y="1179576"/>
                  </a:lnTo>
                  <a:lnTo>
                    <a:pt x="107937" y="1179576"/>
                  </a:lnTo>
                  <a:lnTo>
                    <a:pt x="106133" y="1179525"/>
                  </a:lnTo>
                  <a:lnTo>
                    <a:pt x="93624" y="1178382"/>
                  </a:lnTo>
                  <a:lnTo>
                    <a:pt x="91846" y="1178128"/>
                  </a:lnTo>
                  <a:lnTo>
                    <a:pt x="83070" y="1176286"/>
                  </a:lnTo>
                  <a:lnTo>
                    <a:pt x="81330" y="1175854"/>
                  </a:lnTo>
                  <a:lnTo>
                    <a:pt x="79590" y="1175372"/>
                  </a:lnTo>
                  <a:lnTo>
                    <a:pt x="77876" y="1174851"/>
                  </a:lnTo>
                  <a:lnTo>
                    <a:pt x="76161" y="1174330"/>
                  </a:lnTo>
                  <a:lnTo>
                    <a:pt x="74447" y="1173772"/>
                  </a:lnTo>
                  <a:lnTo>
                    <a:pt x="72758" y="1173162"/>
                  </a:lnTo>
                  <a:lnTo>
                    <a:pt x="71069" y="1172552"/>
                  </a:lnTo>
                  <a:lnTo>
                    <a:pt x="69392" y="1171905"/>
                  </a:lnTo>
                  <a:lnTo>
                    <a:pt x="67741" y="1171219"/>
                  </a:lnTo>
                  <a:lnTo>
                    <a:pt x="66078" y="1170533"/>
                  </a:lnTo>
                  <a:lnTo>
                    <a:pt x="40119" y="1154671"/>
                  </a:lnTo>
                  <a:lnTo>
                    <a:pt x="38734" y="1153528"/>
                  </a:lnTo>
                  <a:lnTo>
                    <a:pt x="37376" y="1152359"/>
                  </a:lnTo>
                  <a:lnTo>
                    <a:pt x="36042" y="1151153"/>
                  </a:lnTo>
                  <a:lnTo>
                    <a:pt x="34709" y="1149946"/>
                  </a:lnTo>
                  <a:lnTo>
                    <a:pt x="33413" y="1148702"/>
                  </a:lnTo>
                  <a:lnTo>
                    <a:pt x="32143" y="1147432"/>
                  </a:lnTo>
                  <a:lnTo>
                    <a:pt x="30873" y="1146175"/>
                  </a:lnTo>
                  <a:lnTo>
                    <a:pt x="29629" y="1144866"/>
                  </a:lnTo>
                  <a:lnTo>
                    <a:pt x="28422" y="1143533"/>
                  </a:lnTo>
                  <a:lnTo>
                    <a:pt x="27216" y="1142212"/>
                  </a:lnTo>
                  <a:lnTo>
                    <a:pt x="21602" y="1135214"/>
                  </a:lnTo>
                  <a:lnTo>
                    <a:pt x="20523" y="1133767"/>
                  </a:lnTo>
                  <a:lnTo>
                    <a:pt x="10540" y="1116774"/>
                  </a:lnTo>
                  <a:lnTo>
                    <a:pt x="9766" y="1115148"/>
                  </a:lnTo>
                  <a:lnTo>
                    <a:pt x="1193" y="1085951"/>
                  </a:lnTo>
                  <a:lnTo>
                    <a:pt x="927" y="1084173"/>
                  </a:lnTo>
                  <a:lnTo>
                    <a:pt x="711" y="1082395"/>
                  </a:lnTo>
                  <a:lnTo>
                    <a:pt x="533" y="1080604"/>
                  </a:lnTo>
                  <a:lnTo>
                    <a:pt x="355" y="1078826"/>
                  </a:lnTo>
                  <a:lnTo>
                    <a:pt x="228" y="1077023"/>
                  </a:lnTo>
                  <a:lnTo>
                    <a:pt x="139" y="1075232"/>
                  </a:lnTo>
                  <a:lnTo>
                    <a:pt x="50" y="1073442"/>
                  </a:lnTo>
                  <a:lnTo>
                    <a:pt x="0" y="1071651"/>
                  </a:lnTo>
                  <a:lnTo>
                    <a:pt x="0" y="1069848"/>
                  </a:lnTo>
                  <a:lnTo>
                    <a:pt x="0" y="109728"/>
                  </a:lnTo>
                  <a:lnTo>
                    <a:pt x="0" y="107924"/>
                  </a:lnTo>
                  <a:lnTo>
                    <a:pt x="50" y="106133"/>
                  </a:lnTo>
                  <a:lnTo>
                    <a:pt x="139" y="104343"/>
                  </a:lnTo>
                  <a:lnTo>
                    <a:pt x="228" y="102552"/>
                  </a:lnTo>
                  <a:lnTo>
                    <a:pt x="1193" y="93624"/>
                  </a:lnTo>
                  <a:lnTo>
                    <a:pt x="1460" y="91846"/>
                  </a:lnTo>
                  <a:lnTo>
                    <a:pt x="4724" y="77876"/>
                  </a:lnTo>
                  <a:lnTo>
                    <a:pt x="5245" y="76149"/>
                  </a:lnTo>
                  <a:lnTo>
                    <a:pt x="10540" y="62814"/>
                  </a:lnTo>
                  <a:lnTo>
                    <a:pt x="11302" y="61188"/>
                  </a:lnTo>
                  <a:lnTo>
                    <a:pt x="21602" y="44361"/>
                  </a:lnTo>
                  <a:lnTo>
                    <a:pt x="22669" y="42913"/>
                  </a:lnTo>
                  <a:lnTo>
                    <a:pt x="28422" y="36042"/>
                  </a:lnTo>
                  <a:lnTo>
                    <a:pt x="29629" y="34709"/>
                  </a:lnTo>
                  <a:lnTo>
                    <a:pt x="30873" y="33401"/>
                  </a:lnTo>
                  <a:lnTo>
                    <a:pt x="32143" y="32143"/>
                  </a:lnTo>
                  <a:lnTo>
                    <a:pt x="33413" y="30873"/>
                  </a:lnTo>
                  <a:lnTo>
                    <a:pt x="34709" y="29629"/>
                  </a:lnTo>
                  <a:lnTo>
                    <a:pt x="36042" y="28422"/>
                  </a:lnTo>
                  <a:lnTo>
                    <a:pt x="37376" y="27216"/>
                  </a:lnTo>
                  <a:lnTo>
                    <a:pt x="62814" y="10541"/>
                  </a:lnTo>
                  <a:lnTo>
                    <a:pt x="64439" y="9766"/>
                  </a:lnTo>
                  <a:lnTo>
                    <a:pt x="66078" y="9042"/>
                  </a:lnTo>
                  <a:lnTo>
                    <a:pt x="67741" y="8356"/>
                  </a:lnTo>
                  <a:lnTo>
                    <a:pt x="69392" y="7670"/>
                  </a:lnTo>
                  <a:lnTo>
                    <a:pt x="71069" y="7023"/>
                  </a:lnTo>
                  <a:lnTo>
                    <a:pt x="72758" y="6413"/>
                  </a:lnTo>
                  <a:lnTo>
                    <a:pt x="74447" y="5803"/>
                  </a:lnTo>
                  <a:lnTo>
                    <a:pt x="76161" y="5245"/>
                  </a:lnTo>
                  <a:lnTo>
                    <a:pt x="77876" y="4724"/>
                  </a:lnTo>
                  <a:lnTo>
                    <a:pt x="79590" y="4203"/>
                  </a:lnTo>
                  <a:lnTo>
                    <a:pt x="93624" y="1193"/>
                  </a:lnTo>
                  <a:lnTo>
                    <a:pt x="95402" y="927"/>
                  </a:lnTo>
                  <a:lnTo>
                    <a:pt x="97180" y="698"/>
                  </a:lnTo>
                  <a:lnTo>
                    <a:pt x="98971" y="533"/>
                  </a:lnTo>
                  <a:lnTo>
                    <a:pt x="100761" y="355"/>
                  </a:lnTo>
                  <a:lnTo>
                    <a:pt x="102552" y="215"/>
                  </a:lnTo>
                  <a:lnTo>
                    <a:pt x="104343" y="127"/>
                  </a:lnTo>
                  <a:lnTo>
                    <a:pt x="106133" y="38"/>
                  </a:lnTo>
                  <a:lnTo>
                    <a:pt x="107937" y="0"/>
                  </a:lnTo>
                  <a:lnTo>
                    <a:pt x="109727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9779507" y="3840479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900" y="0"/>
                  </a:moveTo>
                  <a:lnTo>
                    <a:pt x="296372" y="3130"/>
                  </a:lnTo>
                  <a:lnTo>
                    <a:pt x="251746" y="12249"/>
                  </a:lnTo>
                  <a:lnTo>
                    <a:pt x="209431" y="26948"/>
                  </a:lnTo>
                  <a:lnTo>
                    <a:pt x="169835" y="46817"/>
                  </a:lnTo>
                  <a:lnTo>
                    <a:pt x="133367" y="71450"/>
                  </a:lnTo>
                  <a:lnTo>
                    <a:pt x="100436" y="100436"/>
                  </a:lnTo>
                  <a:lnTo>
                    <a:pt x="71450" y="133367"/>
                  </a:lnTo>
                  <a:lnTo>
                    <a:pt x="46817" y="169835"/>
                  </a:lnTo>
                  <a:lnTo>
                    <a:pt x="26948" y="209431"/>
                  </a:lnTo>
                  <a:lnTo>
                    <a:pt x="12249" y="251746"/>
                  </a:lnTo>
                  <a:lnTo>
                    <a:pt x="3130" y="296372"/>
                  </a:lnTo>
                  <a:lnTo>
                    <a:pt x="0" y="342900"/>
                  </a:lnTo>
                  <a:lnTo>
                    <a:pt x="3130" y="389427"/>
                  </a:lnTo>
                  <a:lnTo>
                    <a:pt x="12249" y="434053"/>
                  </a:lnTo>
                  <a:lnTo>
                    <a:pt x="26948" y="476368"/>
                  </a:lnTo>
                  <a:lnTo>
                    <a:pt x="46817" y="515964"/>
                  </a:lnTo>
                  <a:lnTo>
                    <a:pt x="71450" y="552432"/>
                  </a:lnTo>
                  <a:lnTo>
                    <a:pt x="100436" y="585363"/>
                  </a:lnTo>
                  <a:lnTo>
                    <a:pt x="133367" y="614349"/>
                  </a:lnTo>
                  <a:lnTo>
                    <a:pt x="169835" y="638982"/>
                  </a:lnTo>
                  <a:lnTo>
                    <a:pt x="209431" y="658851"/>
                  </a:lnTo>
                  <a:lnTo>
                    <a:pt x="251746" y="673550"/>
                  </a:lnTo>
                  <a:lnTo>
                    <a:pt x="296372" y="682669"/>
                  </a:lnTo>
                  <a:lnTo>
                    <a:pt x="342900" y="685800"/>
                  </a:lnTo>
                  <a:lnTo>
                    <a:pt x="389427" y="682669"/>
                  </a:lnTo>
                  <a:lnTo>
                    <a:pt x="434053" y="673550"/>
                  </a:lnTo>
                  <a:lnTo>
                    <a:pt x="476368" y="658851"/>
                  </a:lnTo>
                  <a:lnTo>
                    <a:pt x="515964" y="638982"/>
                  </a:lnTo>
                  <a:lnTo>
                    <a:pt x="552432" y="614349"/>
                  </a:lnTo>
                  <a:lnTo>
                    <a:pt x="585363" y="585363"/>
                  </a:lnTo>
                  <a:lnTo>
                    <a:pt x="614349" y="552432"/>
                  </a:lnTo>
                  <a:lnTo>
                    <a:pt x="638982" y="515964"/>
                  </a:lnTo>
                  <a:lnTo>
                    <a:pt x="658851" y="476368"/>
                  </a:lnTo>
                  <a:lnTo>
                    <a:pt x="673550" y="434053"/>
                  </a:lnTo>
                  <a:lnTo>
                    <a:pt x="682669" y="389427"/>
                  </a:lnTo>
                  <a:lnTo>
                    <a:pt x="685800" y="342900"/>
                  </a:lnTo>
                  <a:lnTo>
                    <a:pt x="682669" y="296372"/>
                  </a:lnTo>
                  <a:lnTo>
                    <a:pt x="673550" y="251746"/>
                  </a:lnTo>
                  <a:lnTo>
                    <a:pt x="658851" y="209431"/>
                  </a:lnTo>
                  <a:lnTo>
                    <a:pt x="638982" y="169835"/>
                  </a:lnTo>
                  <a:lnTo>
                    <a:pt x="614349" y="133367"/>
                  </a:lnTo>
                  <a:lnTo>
                    <a:pt x="585363" y="100436"/>
                  </a:lnTo>
                  <a:lnTo>
                    <a:pt x="552432" y="71450"/>
                  </a:lnTo>
                  <a:lnTo>
                    <a:pt x="515964" y="46817"/>
                  </a:lnTo>
                  <a:lnTo>
                    <a:pt x="476368" y="26948"/>
                  </a:lnTo>
                  <a:lnTo>
                    <a:pt x="434053" y="12249"/>
                  </a:lnTo>
                  <a:lnTo>
                    <a:pt x="389427" y="313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10029247" y="3943019"/>
            <a:ext cx="18669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 b="1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685780" y="4023850"/>
            <a:ext cx="34556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Maintain</a:t>
            </a:r>
            <a:r>
              <a:rPr dirty="0" sz="18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records</a:t>
            </a:r>
            <a:r>
              <a:rPr dirty="0" sz="18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of</a:t>
            </a:r>
            <a:r>
              <a:rPr dirty="0" sz="18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placement</a:t>
            </a:r>
            <a:r>
              <a:rPr dirty="0" sz="18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offers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523090" y="4983098"/>
            <a:ext cx="8180070" cy="1198880"/>
            <a:chOff x="9523090" y="4983098"/>
            <a:chExt cx="8180070" cy="1198880"/>
          </a:xfrm>
        </p:grpSpPr>
        <p:sp>
          <p:nvSpPr>
            <p:cNvPr id="47" name="object 47"/>
            <p:cNvSpPr/>
            <p:nvPr/>
          </p:nvSpPr>
          <p:spPr>
            <a:xfrm>
              <a:off x="9532615" y="4992623"/>
              <a:ext cx="8161020" cy="1179830"/>
            </a:xfrm>
            <a:custGeom>
              <a:avLst/>
              <a:gdLst/>
              <a:ahLst/>
              <a:cxnLst/>
              <a:rect l="l" t="t" r="r" b="b"/>
              <a:pathLst>
                <a:path w="8161019" h="1179829">
                  <a:moveTo>
                    <a:pt x="109727" y="0"/>
                  </a:moveTo>
                  <a:lnTo>
                    <a:pt x="107937" y="0"/>
                  </a:lnTo>
                  <a:lnTo>
                    <a:pt x="91846" y="1447"/>
                  </a:lnTo>
                  <a:lnTo>
                    <a:pt x="47269" y="19494"/>
                  </a:lnTo>
                  <a:lnTo>
                    <a:pt x="14693" y="54851"/>
                  </a:lnTo>
                  <a:lnTo>
                    <a:pt x="355" y="100761"/>
                  </a:lnTo>
                  <a:lnTo>
                    <a:pt x="0" y="1071651"/>
                  </a:lnTo>
                  <a:lnTo>
                    <a:pt x="1460" y="1087729"/>
                  </a:lnTo>
                  <a:lnTo>
                    <a:pt x="19494" y="1132306"/>
                  </a:lnTo>
                  <a:lnTo>
                    <a:pt x="54863" y="1164882"/>
                  </a:lnTo>
                  <a:lnTo>
                    <a:pt x="100761" y="1179220"/>
                  </a:lnTo>
                  <a:lnTo>
                    <a:pt x="8053095" y="1179576"/>
                  </a:lnTo>
                  <a:lnTo>
                    <a:pt x="8069173" y="1178128"/>
                  </a:lnTo>
                  <a:lnTo>
                    <a:pt x="8113750" y="1160081"/>
                  </a:lnTo>
                  <a:lnTo>
                    <a:pt x="8146338" y="1124724"/>
                  </a:lnTo>
                  <a:lnTo>
                    <a:pt x="8160677" y="1078826"/>
                  </a:lnTo>
                  <a:lnTo>
                    <a:pt x="8161020" y="107924"/>
                  </a:lnTo>
                  <a:lnTo>
                    <a:pt x="8159572" y="91846"/>
                  </a:lnTo>
                  <a:lnTo>
                    <a:pt x="8141538" y="47269"/>
                  </a:lnTo>
                  <a:lnTo>
                    <a:pt x="8106168" y="14681"/>
                  </a:lnTo>
                  <a:lnTo>
                    <a:pt x="8058480" y="21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9532615" y="4992623"/>
              <a:ext cx="8161020" cy="1179830"/>
            </a:xfrm>
            <a:custGeom>
              <a:avLst/>
              <a:gdLst/>
              <a:ahLst/>
              <a:cxnLst/>
              <a:rect l="l" t="t" r="r" b="b"/>
              <a:pathLst>
                <a:path w="8161019" h="1179829">
                  <a:moveTo>
                    <a:pt x="109727" y="0"/>
                  </a:moveTo>
                  <a:lnTo>
                    <a:pt x="8051292" y="0"/>
                  </a:lnTo>
                  <a:lnTo>
                    <a:pt x="8053095" y="0"/>
                  </a:lnTo>
                  <a:lnTo>
                    <a:pt x="8054886" y="38"/>
                  </a:lnTo>
                  <a:lnTo>
                    <a:pt x="8056689" y="127"/>
                  </a:lnTo>
                  <a:lnTo>
                    <a:pt x="8058480" y="215"/>
                  </a:lnTo>
                  <a:lnTo>
                    <a:pt x="8060270" y="355"/>
                  </a:lnTo>
                  <a:lnTo>
                    <a:pt x="8062061" y="533"/>
                  </a:lnTo>
                  <a:lnTo>
                    <a:pt x="8063839" y="698"/>
                  </a:lnTo>
                  <a:lnTo>
                    <a:pt x="8065630" y="927"/>
                  </a:lnTo>
                  <a:lnTo>
                    <a:pt x="8067408" y="1193"/>
                  </a:lnTo>
                  <a:lnTo>
                    <a:pt x="8069173" y="1447"/>
                  </a:lnTo>
                  <a:lnTo>
                    <a:pt x="8070938" y="1752"/>
                  </a:lnTo>
                  <a:lnTo>
                    <a:pt x="8072704" y="2108"/>
                  </a:lnTo>
                  <a:lnTo>
                    <a:pt x="8074469" y="2463"/>
                  </a:lnTo>
                  <a:lnTo>
                    <a:pt x="8076222" y="2857"/>
                  </a:lnTo>
                  <a:lnTo>
                    <a:pt x="8077949" y="3289"/>
                  </a:lnTo>
                  <a:lnTo>
                    <a:pt x="8079701" y="3721"/>
                  </a:lnTo>
                  <a:lnTo>
                    <a:pt x="8081429" y="4203"/>
                  </a:lnTo>
                  <a:lnTo>
                    <a:pt x="8083143" y="4724"/>
                  </a:lnTo>
                  <a:lnTo>
                    <a:pt x="8084870" y="5245"/>
                  </a:lnTo>
                  <a:lnTo>
                    <a:pt x="8093290" y="8356"/>
                  </a:lnTo>
                  <a:lnTo>
                    <a:pt x="8094954" y="9042"/>
                  </a:lnTo>
                  <a:lnTo>
                    <a:pt x="8120900" y="24904"/>
                  </a:lnTo>
                  <a:lnTo>
                    <a:pt x="8122297" y="26047"/>
                  </a:lnTo>
                  <a:lnTo>
                    <a:pt x="8123656" y="27216"/>
                  </a:lnTo>
                  <a:lnTo>
                    <a:pt x="8124977" y="28422"/>
                  </a:lnTo>
                  <a:lnTo>
                    <a:pt x="8126310" y="29629"/>
                  </a:lnTo>
                  <a:lnTo>
                    <a:pt x="8127619" y="30873"/>
                  </a:lnTo>
                  <a:lnTo>
                    <a:pt x="8128888" y="32143"/>
                  </a:lnTo>
                  <a:lnTo>
                    <a:pt x="8130158" y="33401"/>
                  </a:lnTo>
                  <a:lnTo>
                    <a:pt x="8131390" y="34709"/>
                  </a:lnTo>
                  <a:lnTo>
                    <a:pt x="8132597" y="36042"/>
                  </a:lnTo>
                  <a:lnTo>
                    <a:pt x="8133803" y="37363"/>
                  </a:lnTo>
                  <a:lnTo>
                    <a:pt x="8134972" y="38722"/>
                  </a:lnTo>
                  <a:lnTo>
                    <a:pt x="8136115" y="40119"/>
                  </a:lnTo>
                  <a:lnTo>
                    <a:pt x="8137258" y="41503"/>
                  </a:lnTo>
                  <a:lnTo>
                    <a:pt x="8138363" y="42913"/>
                  </a:lnTo>
                  <a:lnTo>
                    <a:pt x="8139430" y="44361"/>
                  </a:lnTo>
                  <a:lnTo>
                    <a:pt x="8140496" y="45808"/>
                  </a:lnTo>
                  <a:lnTo>
                    <a:pt x="8145411" y="53314"/>
                  </a:lnTo>
                  <a:lnTo>
                    <a:pt x="8146338" y="54851"/>
                  </a:lnTo>
                  <a:lnTo>
                    <a:pt x="8154606" y="72758"/>
                  </a:lnTo>
                  <a:lnTo>
                    <a:pt x="8155216" y="74447"/>
                  </a:lnTo>
                  <a:lnTo>
                    <a:pt x="8155774" y="76149"/>
                  </a:lnTo>
                  <a:lnTo>
                    <a:pt x="8156295" y="77876"/>
                  </a:lnTo>
                  <a:lnTo>
                    <a:pt x="8156816" y="79590"/>
                  </a:lnTo>
                  <a:lnTo>
                    <a:pt x="8157298" y="81318"/>
                  </a:lnTo>
                  <a:lnTo>
                    <a:pt x="8157730" y="83058"/>
                  </a:lnTo>
                  <a:lnTo>
                    <a:pt x="8158175" y="84810"/>
                  </a:lnTo>
                  <a:lnTo>
                    <a:pt x="8158568" y="86550"/>
                  </a:lnTo>
                  <a:lnTo>
                    <a:pt x="8158911" y="88315"/>
                  </a:lnTo>
                  <a:lnTo>
                    <a:pt x="8159267" y="90081"/>
                  </a:lnTo>
                  <a:lnTo>
                    <a:pt x="8159572" y="91846"/>
                  </a:lnTo>
                  <a:lnTo>
                    <a:pt x="8159838" y="93624"/>
                  </a:lnTo>
                  <a:lnTo>
                    <a:pt x="8160105" y="95402"/>
                  </a:lnTo>
                  <a:lnTo>
                    <a:pt x="8160321" y="97180"/>
                  </a:lnTo>
                  <a:lnTo>
                    <a:pt x="8160499" y="98971"/>
                  </a:lnTo>
                  <a:lnTo>
                    <a:pt x="8160677" y="100761"/>
                  </a:lnTo>
                  <a:lnTo>
                    <a:pt x="8160804" y="102552"/>
                  </a:lnTo>
                  <a:lnTo>
                    <a:pt x="8160893" y="104343"/>
                  </a:lnTo>
                  <a:lnTo>
                    <a:pt x="8160981" y="106133"/>
                  </a:lnTo>
                  <a:lnTo>
                    <a:pt x="8161020" y="107924"/>
                  </a:lnTo>
                  <a:lnTo>
                    <a:pt x="8161020" y="109728"/>
                  </a:lnTo>
                  <a:lnTo>
                    <a:pt x="8161020" y="1069848"/>
                  </a:lnTo>
                  <a:lnTo>
                    <a:pt x="8161020" y="1071651"/>
                  </a:lnTo>
                  <a:lnTo>
                    <a:pt x="8160981" y="1073442"/>
                  </a:lnTo>
                  <a:lnTo>
                    <a:pt x="8160893" y="1075232"/>
                  </a:lnTo>
                  <a:lnTo>
                    <a:pt x="8160804" y="1077023"/>
                  </a:lnTo>
                  <a:lnTo>
                    <a:pt x="8160677" y="1078826"/>
                  </a:lnTo>
                  <a:lnTo>
                    <a:pt x="8160499" y="1080604"/>
                  </a:lnTo>
                  <a:lnTo>
                    <a:pt x="8160321" y="1082395"/>
                  </a:lnTo>
                  <a:lnTo>
                    <a:pt x="8160105" y="1084173"/>
                  </a:lnTo>
                  <a:lnTo>
                    <a:pt x="8159838" y="1085951"/>
                  </a:lnTo>
                  <a:lnTo>
                    <a:pt x="8159572" y="1087729"/>
                  </a:lnTo>
                  <a:lnTo>
                    <a:pt x="8159267" y="1089494"/>
                  </a:lnTo>
                  <a:lnTo>
                    <a:pt x="8158911" y="1091260"/>
                  </a:lnTo>
                  <a:lnTo>
                    <a:pt x="8158568" y="1093025"/>
                  </a:lnTo>
                  <a:lnTo>
                    <a:pt x="8158175" y="1094765"/>
                  </a:lnTo>
                  <a:lnTo>
                    <a:pt x="8157730" y="1096505"/>
                  </a:lnTo>
                  <a:lnTo>
                    <a:pt x="8157298" y="1098257"/>
                  </a:lnTo>
                  <a:lnTo>
                    <a:pt x="8156816" y="1099985"/>
                  </a:lnTo>
                  <a:lnTo>
                    <a:pt x="8156295" y="1101699"/>
                  </a:lnTo>
                  <a:lnTo>
                    <a:pt x="8155774" y="1103414"/>
                  </a:lnTo>
                  <a:lnTo>
                    <a:pt x="8145411" y="1126261"/>
                  </a:lnTo>
                  <a:lnTo>
                    <a:pt x="8144497" y="1127798"/>
                  </a:lnTo>
                  <a:lnTo>
                    <a:pt x="8139430" y="1135214"/>
                  </a:lnTo>
                  <a:lnTo>
                    <a:pt x="8138363" y="1136662"/>
                  </a:lnTo>
                  <a:lnTo>
                    <a:pt x="8137258" y="1138072"/>
                  </a:lnTo>
                  <a:lnTo>
                    <a:pt x="8136115" y="1139456"/>
                  </a:lnTo>
                  <a:lnTo>
                    <a:pt x="8134972" y="1140853"/>
                  </a:lnTo>
                  <a:lnTo>
                    <a:pt x="8133803" y="1142212"/>
                  </a:lnTo>
                  <a:lnTo>
                    <a:pt x="8132597" y="1143533"/>
                  </a:lnTo>
                  <a:lnTo>
                    <a:pt x="8131390" y="1144866"/>
                  </a:lnTo>
                  <a:lnTo>
                    <a:pt x="8130158" y="1146175"/>
                  </a:lnTo>
                  <a:lnTo>
                    <a:pt x="8128888" y="1147432"/>
                  </a:lnTo>
                  <a:lnTo>
                    <a:pt x="8127619" y="1148702"/>
                  </a:lnTo>
                  <a:lnTo>
                    <a:pt x="8126310" y="1149946"/>
                  </a:lnTo>
                  <a:lnTo>
                    <a:pt x="8124977" y="1151153"/>
                  </a:lnTo>
                  <a:lnTo>
                    <a:pt x="8123656" y="1152359"/>
                  </a:lnTo>
                  <a:lnTo>
                    <a:pt x="8122297" y="1153528"/>
                  </a:lnTo>
                  <a:lnTo>
                    <a:pt x="8120900" y="1154671"/>
                  </a:lnTo>
                  <a:lnTo>
                    <a:pt x="8119516" y="1155814"/>
                  </a:lnTo>
                  <a:lnTo>
                    <a:pt x="8112252" y="1161084"/>
                  </a:lnTo>
                  <a:lnTo>
                    <a:pt x="8110766" y="1162088"/>
                  </a:lnTo>
                  <a:lnTo>
                    <a:pt x="8093290" y="1171219"/>
                  </a:lnTo>
                  <a:lnTo>
                    <a:pt x="8091627" y="1171905"/>
                  </a:lnTo>
                  <a:lnTo>
                    <a:pt x="8089950" y="1172552"/>
                  </a:lnTo>
                  <a:lnTo>
                    <a:pt x="8088261" y="1173162"/>
                  </a:lnTo>
                  <a:lnTo>
                    <a:pt x="8086572" y="1173772"/>
                  </a:lnTo>
                  <a:lnTo>
                    <a:pt x="8084870" y="1174330"/>
                  </a:lnTo>
                  <a:lnTo>
                    <a:pt x="8083143" y="1174851"/>
                  </a:lnTo>
                  <a:lnTo>
                    <a:pt x="8081429" y="1175372"/>
                  </a:lnTo>
                  <a:lnTo>
                    <a:pt x="8079701" y="1175854"/>
                  </a:lnTo>
                  <a:lnTo>
                    <a:pt x="8077949" y="1176286"/>
                  </a:lnTo>
                  <a:lnTo>
                    <a:pt x="8076222" y="1176718"/>
                  </a:lnTo>
                  <a:lnTo>
                    <a:pt x="8074469" y="1177112"/>
                  </a:lnTo>
                  <a:lnTo>
                    <a:pt x="8072704" y="1177467"/>
                  </a:lnTo>
                  <a:lnTo>
                    <a:pt x="8070938" y="1177823"/>
                  </a:lnTo>
                  <a:lnTo>
                    <a:pt x="8069173" y="1178128"/>
                  </a:lnTo>
                  <a:lnTo>
                    <a:pt x="8067408" y="1178382"/>
                  </a:lnTo>
                  <a:lnTo>
                    <a:pt x="8065630" y="1178648"/>
                  </a:lnTo>
                  <a:lnTo>
                    <a:pt x="8053095" y="1179576"/>
                  </a:lnTo>
                  <a:lnTo>
                    <a:pt x="8051292" y="1179576"/>
                  </a:lnTo>
                  <a:lnTo>
                    <a:pt x="109727" y="1179576"/>
                  </a:lnTo>
                  <a:lnTo>
                    <a:pt x="107937" y="1179576"/>
                  </a:lnTo>
                  <a:lnTo>
                    <a:pt x="106133" y="1179525"/>
                  </a:lnTo>
                  <a:lnTo>
                    <a:pt x="93624" y="1178382"/>
                  </a:lnTo>
                  <a:lnTo>
                    <a:pt x="91846" y="1178128"/>
                  </a:lnTo>
                  <a:lnTo>
                    <a:pt x="83070" y="1176286"/>
                  </a:lnTo>
                  <a:lnTo>
                    <a:pt x="81330" y="1175854"/>
                  </a:lnTo>
                  <a:lnTo>
                    <a:pt x="79590" y="1175372"/>
                  </a:lnTo>
                  <a:lnTo>
                    <a:pt x="77876" y="1174851"/>
                  </a:lnTo>
                  <a:lnTo>
                    <a:pt x="76161" y="1174330"/>
                  </a:lnTo>
                  <a:lnTo>
                    <a:pt x="74447" y="1173772"/>
                  </a:lnTo>
                  <a:lnTo>
                    <a:pt x="72758" y="1173162"/>
                  </a:lnTo>
                  <a:lnTo>
                    <a:pt x="71069" y="1172552"/>
                  </a:lnTo>
                  <a:lnTo>
                    <a:pt x="69392" y="1171905"/>
                  </a:lnTo>
                  <a:lnTo>
                    <a:pt x="67741" y="1171219"/>
                  </a:lnTo>
                  <a:lnTo>
                    <a:pt x="66078" y="1170533"/>
                  </a:lnTo>
                  <a:lnTo>
                    <a:pt x="40119" y="1154671"/>
                  </a:lnTo>
                  <a:lnTo>
                    <a:pt x="38734" y="1153528"/>
                  </a:lnTo>
                  <a:lnTo>
                    <a:pt x="37376" y="1152359"/>
                  </a:lnTo>
                  <a:lnTo>
                    <a:pt x="36042" y="1151153"/>
                  </a:lnTo>
                  <a:lnTo>
                    <a:pt x="34709" y="1149946"/>
                  </a:lnTo>
                  <a:lnTo>
                    <a:pt x="33413" y="1148702"/>
                  </a:lnTo>
                  <a:lnTo>
                    <a:pt x="32143" y="1147432"/>
                  </a:lnTo>
                  <a:lnTo>
                    <a:pt x="30873" y="1146175"/>
                  </a:lnTo>
                  <a:lnTo>
                    <a:pt x="29629" y="1144866"/>
                  </a:lnTo>
                  <a:lnTo>
                    <a:pt x="28422" y="1143533"/>
                  </a:lnTo>
                  <a:lnTo>
                    <a:pt x="27216" y="1142212"/>
                  </a:lnTo>
                  <a:lnTo>
                    <a:pt x="21602" y="1135214"/>
                  </a:lnTo>
                  <a:lnTo>
                    <a:pt x="20523" y="1133767"/>
                  </a:lnTo>
                  <a:lnTo>
                    <a:pt x="10540" y="1116774"/>
                  </a:lnTo>
                  <a:lnTo>
                    <a:pt x="9766" y="1115148"/>
                  </a:lnTo>
                  <a:lnTo>
                    <a:pt x="1193" y="1085951"/>
                  </a:lnTo>
                  <a:lnTo>
                    <a:pt x="927" y="1084173"/>
                  </a:lnTo>
                  <a:lnTo>
                    <a:pt x="711" y="1082395"/>
                  </a:lnTo>
                  <a:lnTo>
                    <a:pt x="533" y="1080604"/>
                  </a:lnTo>
                  <a:lnTo>
                    <a:pt x="355" y="1078826"/>
                  </a:lnTo>
                  <a:lnTo>
                    <a:pt x="228" y="1077023"/>
                  </a:lnTo>
                  <a:lnTo>
                    <a:pt x="139" y="1075232"/>
                  </a:lnTo>
                  <a:lnTo>
                    <a:pt x="50" y="1073442"/>
                  </a:lnTo>
                  <a:lnTo>
                    <a:pt x="0" y="1071651"/>
                  </a:lnTo>
                  <a:lnTo>
                    <a:pt x="0" y="1069848"/>
                  </a:lnTo>
                  <a:lnTo>
                    <a:pt x="0" y="109728"/>
                  </a:lnTo>
                  <a:lnTo>
                    <a:pt x="0" y="107924"/>
                  </a:lnTo>
                  <a:lnTo>
                    <a:pt x="50" y="106133"/>
                  </a:lnTo>
                  <a:lnTo>
                    <a:pt x="139" y="104343"/>
                  </a:lnTo>
                  <a:lnTo>
                    <a:pt x="228" y="102552"/>
                  </a:lnTo>
                  <a:lnTo>
                    <a:pt x="1193" y="93624"/>
                  </a:lnTo>
                  <a:lnTo>
                    <a:pt x="1460" y="91846"/>
                  </a:lnTo>
                  <a:lnTo>
                    <a:pt x="4724" y="77876"/>
                  </a:lnTo>
                  <a:lnTo>
                    <a:pt x="5245" y="76149"/>
                  </a:lnTo>
                  <a:lnTo>
                    <a:pt x="10540" y="62814"/>
                  </a:lnTo>
                  <a:lnTo>
                    <a:pt x="11302" y="61188"/>
                  </a:lnTo>
                  <a:lnTo>
                    <a:pt x="21602" y="44361"/>
                  </a:lnTo>
                  <a:lnTo>
                    <a:pt x="22669" y="42913"/>
                  </a:lnTo>
                  <a:lnTo>
                    <a:pt x="28422" y="36042"/>
                  </a:lnTo>
                  <a:lnTo>
                    <a:pt x="29629" y="34709"/>
                  </a:lnTo>
                  <a:lnTo>
                    <a:pt x="30873" y="33401"/>
                  </a:lnTo>
                  <a:lnTo>
                    <a:pt x="32143" y="32143"/>
                  </a:lnTo>
                  <a:lnTo>
                    <a:pt x="33413" y="30873"/>
                  </a:lnTo>
                  <a:lnTo>
                    <a:pt x="34709" y="29629"/>
                  </a:lnTo>
                  <a:lnTo>
                    <a:pt x="36042" y="28422"/>
                  </a:lnTo>
                  <a:lnTo>
                    <a:pt x="37376" y="27216"/>
                  </a:lnTo>
                  <a:lnTo>
                    <a:pt x="67741" y="8356"/>
                  </a:lnTo>
                  <a:lnTo>
                    <a:pt x="69392" y="7670"/>
                  </a:lnTo>
                  <a:lnTo>
                    <a:pt x="71069" y="7023"/>
                  </a:lnTo>
                  <a:lnTo>
                    <a:pt x="72758" y="6413"/>
                  </a:lnTo>
                  <a:lnTo>
                    <a:pt x="74447" y="5803"/>
                  </a:lnTo>
                  <a:lnTo>
                    <a:pt x="76161" y="5245"/>
                  </a:lnTo>
                  <a:lnTo>
                    <a:pt x="77876" y="4724"/>
                  </a:lnTo>
                  <a:lnTo>
                    <a:pt x="79590" y="4203"/>
                  </a:lnTo>
                  <a:lnTo>
                    <a:pt x="93624" y="1193"/>
                  </a:lnTo>
                  <a:lnTo>
                    <a:pt x="95402" y="927"/>
                  </a:lnTo>
                  <a:lnTo>
                    <a:pt x="97180" y="698"/>
                  </a:lnTo>
                  <a:lnTo>
                    <a:pt x="98971" y="533"/>
                  </a:lnTo>
                  <a:lnTo>
                    <a:pt x="100761" y="355"/>
                  </a:lnTo>
                  <a:lnTo>
                    <a:pt x="102552" y="215"/>
                  </a:lnTo>
                  <a:lnTo>
                    <a:pt x="104343" y="127"/>
                  </a:lnTo>
                  <a:lnTo>
                    <a:pt x="106133" y="38"/>
                  </a:lnTo>
                  <a:lnTo>
                    <a:pt x="107937" y="0"/>
                  </a:lnTo>
                  <a:lnTo>
                    <a:pt x="109727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9779507" y="5239511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900" y="0"/>
                  </a:moveTo>
                  <a:lnTo>
                    <a:pt x="296372" y="3130"/>
                  </a:lnTo>
                  <a:lnTo>
                    <a:pt x="251746" y="12249"/>
                  </a:lnTo>
                  <a:lnTo>
                    <a:pt x="209431" y="26948"/>
                  </a:lnTo>
                  <a:lnTo>
                    <a:pt x="169835" y="46817"/>
                  </a:lnTo>
                  <a:lnTo>
                    <a:pt x="133367" y="71450"/>
                  </a:lnTo>
                  <a:lnTo>
                    <a:pt x="100436" y="100436"/>
                  </a:lnTo>
                  <a:lnTo>
                    <a:pt x="71450" y="133367"/>
                  </a:lnTo>
                  <a:lnTo>
                    <a:pt x="46817" y="169835"/>
                  </a:lnTo>
                  <a:lnTo>
                    <a:pt x="26948" y="209431"/>
                  </a:lnTo>
                  <a:lnTo>
                    <a:pt x="12249" y="251746"/>
                  </a:lnTo>
                  <a:lnTo>
                    <a:pt x="3130" y="296372"/>
                  </a:lnTo>
                  <a:lnTo>
                    <a:pt x="0" y="342900"/>
                  </a:lnTo>
                  <a:lnTo>
                    <a:pt x="3130" y="389427"/>
                  </a:lnTo>
                  <a:lnTo>
                    <a:pt x="12249" y="434053"/>
                  </a:lnTo>
                  <a:lnTo>
                    <a:pt x="26948" y="476368"/>
                  </a:lnTo>
                  <a:lnTo>
                    <a:pt x="46817" y="515964"/>
                  </a:lnTo>
                  <a:lnTo>
                    <a:pt x="71450" y="552432"/>
                  </a:lnTo>
                  <a:lnTo>
                    <a:pt x="100436" y="585363"/>
                  </a:lnTo>
                  <a:lnTo>
                    <a:pt x="133367" y="614349"/>
                  </a:lnTo>
                  <a:lnTo>
                    <a:pt x="169835" y="638982"/>
                  </a:lnTo>
                  <a:lnTo>
                    <a:pt x="209431" y="658851"/>
                  </a:lnTo>
                  <a:lnTo>
                    <a:pt x="251746" y="673550"/>
                  </a:lnTo>
                  <a:lnTo>
                    <a:pt x="296372" y="682669"/>
                  </a:lnTo>
                  <a:lnTo>
                    <a:pt x="342900" y="685800"/>
                  </a:lnTo>
                  <a:lnTo>
                    <a:pt x="389427" y="682669"/>
                  </a:lnTo>
                  <a:lnTo>
                    <a:pt x="434053" y="673550"/>
                  </a:lnTo>
                  <a:lnTo>
                    <a:pt x="476368" y="658851"/>
                  </a:lnTo>
                  <a:lnTo>
                    <a:pt x="515964" y="638982"/>
                  </a:lnTo>
                  <a:lnTo>
                    <a:pt x="552432" y="614349"/>
                  </a:lnTo>
                  <a:lnTo>
                    <a:pt x="585363" y="585363"/>
                  </a:lnTo>
                  <a:lnTo>
                    <a:pt x="614349" y="552432"/>
                  </a:lnTo>
                  <a:lnTo>
                    <a:pt x="638982" y="515964"/>
                  </a:lnTo>
                  <a:lnTo>
                    <a:pt x="658851" y="476368"/>
                  </a:lnTo>
                  <a:lnTo>
                    <a:pt x="673550" y="434053"/>
                  </a:lnTo>
                  <a:lnTo>
                    <a:pt x="682669" y="389427"/>
                  </a:lnTo>
                  <a:lnTo>
                    <a:pt x="685800" y="342900"/>
                  </a:lnTo>
                  <a:lnTo>
                    <a:pt x="682669" y="296372"/>
                  </a:lnTo>
                  <a:lnTo>
                    <a:pt x="673550" y="251746"/>
                  </a:lnTo>
                  <a:lnTo>
                    <a:pt x="658851" y="209431"/>
                  </a:lnTo>
                  <a:lnTo>
                    <a:pt x="638982" y="169835"/>
                  </a:lnTo>
                  <a:lnTo>
                    <a:pt x="614349" y="133367"/>
                  </a:lnTo>
                  <a:lnTo>
                    <a:pt x="585363" y="100436"/>
                  </a:lnTo>
                  <a:lnTo>
                    <a:pt x="552432" y="71450"/>
                  </a:lnTo>
                  <a:lnTo>
                    <a:pt x="515964" y="46817"/>
                  </a:lnTo>
                  <a:lnTo>
                    <a:pt x="476368" y="26948"/>
                  </a:lnTo>
                  <a:lnTo>
                    <a:pt x="434053" y="12249"/>
                  </a:lnTo>
                  <a:lnTo>
                    <a:pt x="389427" y="313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10029247" y="5342051"/>
            <a:ext cx="18669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 b="1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685780" y="5422882"/>
            <a:ext cx="39871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Generate</a:t>
            </a:r>
            <a:r>
              <a:rPr dirty="0" sz="18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useful</a:t>
            </a:r>
            <a:r>
              <a:rPr dirty="0" sz="18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F332F"/>
                </a:solidFill>
                <a:latin typeface="Calibri"/>
                <a:cs typeface="Calibri"/>
              </a:rPr>
              <a:t>placement-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related</a:t>
            </a:r>
            <a:r>
              <a:rPr dirty="0" sz="18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reports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9523090" y="6382130"/>
            <a:ext cx="8180070" cy="1198880"/>
            <a:chOff x="9523090" y="6382130"/>
            <a:chExt cx="8180070" cy="1198880"/>
          </a:xfrm>
        </p:grpSpPr>
        <p:sp>
          <p:nvSpPr>
            <p:cNvPr id="53" name="object 53"/>
            <p:cNvSpPr/>
            <p:nvPr/>
          </p:nvSpPr>
          <p:spPr>
            <a:xfrm>
              <a:off x="9532615" y="6391655"/>
              <a:ext cx="8161020" cy="1179830"/>
            </a:xfrm>
            <a:custGeom>
              <a:avLst/>
              <a:gdLst/>
              <a:ahLst/>
              <a:cxnLst/>
              <a:rect l="l" t="t" r="r" b="b"/>
              <a:pathLst>
                <a:path w="8161019" h="1179829">
                  <a:moveTo>
                    <a:pt x="109727" y="0"/>
                  </a:moveTo>
                  <a:lnTo>
                    <a:pt x="107937" y="0"/>
                  </a:lnTo>
                  <a:lnTo>
                    <a:pt x="91846" y="1447"/>
                  </a:lnTo>
                  <a:lnTo>
                    <a:pt x="47269" y="19494"/>
                  </a:lnTo>
                  <a:lnTo>
                    <a:pt x="14693" y="54851"/>
                  </a:lnTo>
                  <a:lnTo>
                    <a:pt x="355" y="100761"/>
                  </a:lnTo>
                  <a:lnTo>
                    <a:pt x="0" y="1071651"/>
                  </a:lnTo>
                  <a:lnTo>
                    <a:pt x="1460" y="1087729"/>
                  </a:lnTo>
                  <a:lnTo>
                    <a:pt x="19494" y="1132306"/>
                  </a:lnTo>
                  <a:lnTo>
                    <a:pt x="56426" y="1165771"/>
                  </a:lnTo>
                  <a:lnTo>
                    <a:pt x="102552" y="1179360"/>
                  </a:lnTo>
                  <a:lnTo>
                    <a:pt x="8053095" y="1179576"/>
                  </a:lnTo>
                  <a:lnTo>
                    <a:pt x="8069173" y="1178128"/>
                  </a:lnTo>
                  <a:lnTo>
                    <a:pt x="8113750" y="1160081"/>
                  </a:lnTo>
                  <a:lnTo>
                    <a:pt x="8146338" y="1124724"/>
                  </a:lnTo>
                  <a:lnTo>
                    <a:pt x="8160677" y="1078826"/>
                  </a:lnTo>
                  <a:lnTo>
                    <a:pt x="8161020" y="107924"/>
                  </a:lnTo>
                  <a:lnTo>
                    <a:pt x="8159572" y="91846"/>
                  </a:lnTo>
                  <a:lnTo>
                    <a:pt x="8141538" y="47269"/>
                  </a:lnTo>
                  <a:lnTo>
                    <a:pt x="8106168" y="14681"/>
                  </a:lnTo>
                  <a:lnTo>
                    <a:pt x="8058480" y="21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9532615" y="6391655"/>
              <a:ext cx="8161020" cy="1179830"/>
            </a:xfrm>
            <a:custGeom>
              <a:avLst/>
              <a:gdLst/>
              <a:ahLst/>
              <a:cxnLst/>
              <a:rect l="l" t="t" r="r" b="b"/>
              <a:pathLst>
                <a:path w="8161019" h="1179829">
                  <a:moveTo>
                    <a:pt x="109727" y="0"/>
                  </a:moveTo>
                  <a:lnTo>
                    <a:pt x="8051292" y="0"/>
                  </a:lnTo>
                  <a:lnTo>
                    <a:pt x="8053095" y="0"/>
                  </a:lnTo>
                  <a:lnTo>
                    <a:pt x="8054886" y="38"/>
                  </a:lnTo>
                  <a:lnTo>
                    <a:pt x="8056689" y="127"/>
                  </a:lnTo>
                  <a:lnTo>
                    <a:pt x="8058480" y="215"/>
                  </a:lnTo>
                  <a:lnTo>
                    <a:pt x="8060270" y="355"/>
                  </a:lnTo>
                  <a:lnTo>
                    <a:pt x="8062061" y="533"/>
                  </a:lnTo>
                  <a:lnTo>
                    <a:pt x="8063839" y="698"/>
                  </a:lnTo>
                  <a:lnTo>
                    <a:pt x="8065630" y="927"/>
                  </a:lnTo>
                  <a:lnTo>
                    <a:pt x="8067408" y="1193"/>
                  </a:lnTo>
                  <a:lnTo>
                    <a:pt x="8069173" y="1447"/>
                  </a:lnTo>
                  <a:lnTo>
                    <a:pt x="8070938" y="1752"/>
                  </a:lnTo>
                  <a:lnTo>
                    <a:pt x="8072704" y="2108"/>
                  </a:lnTo>
                  <a:lnTo>
                    <a:pt x="8074469" y="2463"/>
                  </a:lnTo>
                  <a:lnTo>
                    <a:pt x="8076222" y="2857"/>
                  </a:lnTo>
                  <a:lnTo>
                    <a:pt x="8077949" y="3289"/>
                  </a:lnTo>
                  <a:lnTo>
                    <a:pt x="8079701" y="3721"/>
                  </a:lnTo>
                  <a:lnTo>
                    <a:pt x="8081429" y="4203"/>
                  </a:lnTo>
                  <a:lnTo>
                    <a:pt x="8083143" y="4724"/>
                  </a:lnTo>
                  <a:lnTo>
                    <a:pt x="8084870" y="5245"/>
                  </a:lnTo>
                  <a:lnTo>
                    <a:pt x="8093290" y="8356"/>
                  </a:lnTo>
                  <a:lnTo>
                    <a:pt x="8094954" y="9042"/>
                  </a:lnTo>
                  <a:lnTo>
                    <a:pt x="8120900" y="24904"/>
                  </a:lnTo>
                  <a:lnTo>
                    <a:pt x="8122297" y="26047"/>
                  </a:lnTo>
                  <a:lnTo>
                    <a:pt x="8123656" y="27216"/>
                  </a:lnTo>
                  <a:lnTo>
                    <a:pt x="8124977" y="28422"/>
                  </a:lnTo>
                  <a:lnTo>
                    <a:pt x="8126310" y="29629"/>
                  </a:lnTo>
                  <a:lnTo>
                    <a:pt x="8127619" y="30873"/>
                  </a:lnTo>
                  <a:lnTo>
                    <a:pt x="8128888" y="32143"/>
                  </a:lnTo>
                  <a:lnTo>
                    <a:pt x="8130158" y="33401"/>
                  </a:lnTo>
                  <a:lnTo>
                    <a:pt x="8131390" y="34709"/>
                  </a:lnTo>
                  <a:lnTo>
                    <a:pt x="8132597" y="36042"/>
                  </a:lnTo>
                  <a:lnTo>
                    <a:pt x="8133803" y="37363"/>
                  </a:lnTo>
                  <a:lnTo>
                    <a:pt x="8134972" y="38722"/>
                  </a:lnTo>
                  <a:lnTo>
                    <a:pt x="8136115" y="40119"/>
                  </a:lnTo>
                  <a:lnTo>
                    <a:pt x="8137258" y="41503"/>
                  </a:lnTo>
                  <a:lnTo>
                    <a:pt x="8138363" y="42913"/>
                  </a:lnTo>
                  <a:lnTo>
                    <a:pt x="8139430" y="44361"/>
                  </a:lnTo>
                  <a:lnTo>
                    <a:pt x="8140496" y="45808"/>
                  </a:lnTo>
                  <a:lnTo>
                    <a:pt x="8145411" y="53314"/>
                  </a:lnTo>
                  <a:lnTo>
                    <a:pt x="8146338" y="54851"/>
                  </a:lnTo>
                  <a:lnTo>
                    <a:pt x="8154606" y="72758"/>
                  </a:lnTo>
                  <a:lnTo>
                    <a:pt x="8155216" y="74447"/>
                  </a:lnTo>
                  <a:lnTo>
                    <a:pt x="8155774" y="76149"/>
                  </a:lnTo>
                  <a:lnTo>
                    <a:pt x="8156295" y="77876"/>
                  </a:lnTo>
                  <a:lnTo>
                    <a:pt x="8156816" y="79590"/>
                  </a:lnTo>
                  <a:lnTo>
                    <a:pt x="8157298" y="81318"/>
                  </a:lnTo>
                  <a:lnTo>
                    <a:pt x="8157730" y="83058"/>
                  </a:lnTo>
                  <a:lnTo>
                    <a:pt x="8158175" y="84810"/>
                  </a:lnTo>
                  <a:lnTo>
                    <a:pt x="8158568" y="86550"/>
                  </a:lnTo>
                  <a:lnTo>
                    <a:pt x="8158911" y="88315"/>
                  </a:lnTo>
                  <a:lnTo>
                    <a:pt x="8159267" y="90081"/>
                  </a:lnTo>
                  <a:lnTo>
                    <a:pt x="8159572" y="91846"/>
                  </a:lnTo>
                  <a:lnTo>
                    <a:pt x="8159838" y="93624"/>
                  </a:lnTo>
                  <a:lnTo>
                    <a:pt x="8160105" y="95402"/>
                  </a:lnTo>
                  <a:lnTo>
                    <a:pt x="8160321" y="97180"/>
                  </a:lnTo>
                  <a:lnTo>
                    <a:pt x="8160499" y="98971"/>
                  </a:lnTo>
                  <a:lnTo>
                    <a:pt x="8160677" y="100761"/>
                  </a:lnTo>
                  <a:lnTo>
                    <a:pt x="8160804" y="102552"/>
                  </a:lnTo>
                  <a:lnTo>
                    <a:pt x="8160893" y="104343"/>
                  </a:lnTo>
                  <a:lnTo>
                    <a:pt x="8160981" y="106133"/>
                  </a:lnTo>
                  <a:lnTo>
                    <a:pt x="8161020" y="107924"/>
                  </a:lnTo>
                  <a:lnTo>
                    <a:pt x="8161020" y="109728"/>
                  </a:lnTo>
                  <a:lnTo>
                    <a:pt x="8161020" y="1069848"/>
                  </a:lnTo>
                  <a:lnTo>
                    <a:pt x="8161020" y="1071651"/>
                  </a:lnTo>
                  <a:lnTo>
                    <a:pt x="8160981" y="1073442"/>
                  </a:lnTo>
                  <a:lnTo>
                    <a:pt x="8160893" y="1075245"/>
                  </a:lnTo>
                  <a:lnTo>
                    <a:pt x="8160804" y="1077023"/>
                  </a:lnTo>
                  <a:lnTo>
                    <a:pt x="8160677" y="1078826"/>
                  </a:lnTo>
                  <a:lnTo>
                    <a:pt x="8160499" y="1080604"/>
                  </a:lnTo>
                  <a:lnTo>
                    <a:pt x="8160321" y="1082395"/>
                  </a:lnTo>
                  <a:lnTo>
                    <a:pt x="8160105" y="1084173"/>
                  </a:lnTo>
                  <a:lnTo>
                    <a:pt x="8159838" y="1085951"/>
                  </a:lnTo>
                  <a:lnTo>
                    <a:pt x="8159572" y="1087729"/>
                  </a:lnTo>
                  <a:lnTo>
                    <a:pt x="8159267" y="1089494"/>
                  </a:lnTo>
                  <a:lnTo>
                    <a:pt x="8158911" y="1091260"/>
                  </a:lnTo>
                  <a:lnTo>
                    <a:pt x="8158568" y="1093012"/>
                  </a:lnTo>
                  <a:lnTo>
                    <a:pt x="8158175" y="1094765"/>
                  </a:lnTo>
                  <a:lnTo>
                    <a:pt x="8157730" y="1096505"/>
                  </a:lnTo>
                  <a:lnTo>
                    <a:pt x="8157298" y="1098257"/>
                  </a:lnTo>
                  <a:lnTo>
                    <a:pt x="8156816" y="1099985"/>
                  </a:lnTo>
                  <a:lnTo>
                    <a:pt x="8156295" y="1101699"/>
                  </a:lnTo>
                  <a:lnTo>
                    <a:pt x="8155774" y="1103414"/>
                  </a:lnTo>
                  <a:lnTo>
                    <a:pt x="8145411" y="1126261"/>
                  </a:lnTo>
                  <a:lnTo>
                    <a:pt x="8144497" y="1127798"/>
                  </a:lnTo>
                  <a:lnTo>
                    <a:pt x="8139430" y="1135214"/>
                  </a:lnTo>
                  <a:lnTo>
                    <a:pt x="8138363" y="1136662"/>
                  </a:lnTo>
                  <a:lnTo>
                    <a:pt x="8137258" y="1138072"/>
                  </a:lnTo>
                  <a:lnTo>
                    <a:pt x="8136115" y="1139456"/>
                  </a:lnTo>
                  <a:lnTo>
                    <a:pt x="8134972" y="1140853"/>
                  </a:lnTo>
                  <a:lnTo>
                    <a:pt x="8133803" y="1142212"/>
                  </a:lnTo>
                  <a:lnTo>
                    <a:pt x="8132597" y="1143533"/>
                  </a:lnTo>
                  <a:lnTo>
                    <a:pt x="8131390" y="1144866"/>
                  </a:lnTo>
                  <a:lnTo>
                    <a:pt x="8124977" y="1151153"/>
                  </a:lnTo>
                  <a:lnTo>
                    <a:pt x="8123656" y="1152359"/>
                  </a:lnTo>
                  <a:lnTo>
                    <a:pt x="8122297" y="1153528"/>
                  </a:lnTo>
                  <a:lnTo>
                    <a:pt x="8120900" y="1154671"/>
                  </a:lnTo>
                  <a:lnTo>
                    <a:pt x="8119516" y="1155814"/>
                  </a:lnTo>
                  <a:lnTo>
                    <a:pt x="8112252" y="1161084"/>
                  </a:lnTo>
                  <a:lnTo>
                    <a:pt x="8110766" y="1162088"/>
                  </a:lnTo>
                  <a:lnTo>
                    <a:pt x="8093290" y="1171219"/>
                  </a:lnTo>
                  <a:lnTo>
                    <a:pt x="8091627" y="1171905"/>
                  </a:lnTo>
                  <a:lnTo>
                    <a:pt x="8089950" y="1172552"/>
                  </a:lnTo>
                  <a:lnTo>
                    <a:pt x="8088261" y="1173162"/>
                  </a:lnTo>
                  <a:lnTo>
                    <a:pt x="8086572" y="1173772"/>
                  </a:lnTo>
                  <a:lnTo>
                    <a:pt x="8084870" y="1174330"/>
                  </a:lnTo>
                  <a:lnTo>
                    <a:pt x="8083143" y="1174851"/>
                  </a:lnTo>
                  <a:lnTo>
                    <a:pt x="8081429" y="1175372"/>
                  </a:lnTo>
                  <a:lnTo>
                    <a:pt x="8079701" y="1175854"/>
                  </a:lnTo>
                  <a:lnTo>
                    <a:pt x="8077949" y="1176286"/>
                  </a:lnTo>
                  <a:lnTo>
                    <a:pt x="8076222" y="1176718"/>
                  </a:lnTo>
                  <a:lnTo>
                    <a:pt x="8074469" y="1177112"/>
                  </a:lnTo>
                  <a:lnTo>
                    <a:pt x="8072704" y="1177467"/>
                  </a:lnTo>
                  <a:lnTo>
                    <a:pt x="8070938" y="1177823"/>
                  </a:lnTo>
                  <a:lnTo>
                    <a:pt x="8069173" y="1178128"/>
                  </a:lnTo>
                  <a:lnTo>
                    <a:pt x="8067408" y="1178382"/>
                  </a:lnTo>
                  <a:lnTo>
                    <a:pt x="8065630" y="1178648"/>
                  </a:lnTo>
                  <a:lnTo>
                    <a:pt x="8053095" y="1179576"/>
                  </a:lnTo>
                  <a:lnTo>
                    <a:pt x="8051292" y="1179576"/>
                  </a:lnTo>
                  <a:lnTo>
                    <a:pt x="109727" y="1179576"/>
                  </a:lnTo>
                  <a:lnTo>
                    <a:pt x="107937" y="1179576"/>
                  </a:lnTo>
                  <a:lnTo>
                    <a:pt x="106133" y="1179525"/>
                  </a:lnTo>
                  <a:lnTo>
                    <a:pt x="93624" y="1178382"/>
                  </a:lnTo>
                  <a:lnTo>
                    <a:pt x="91846" y="1178128"/>
                  </a:lnTo>
                  <a:lnTo>
                    <a:pt x="83070" y="1176286"/>
                  </a:lnTo>
                  <a:lnTo>
                    <a:pt x="81330" y="1175854"/>
                  </a:lnTo>
                  <a:lnTo>
                    <a:pt x="79590" y="1175372"/>
                  </a:lnTo>
                  <a:lnTo>
                    <a:pt x="77876" y="1174851"/>
                  </a:lnTo>
                  <a:lnTo>
                    <a:pt x="76161" y="1174330"/>
                  </a:lnTo>
                  <a:lnTo>
                    <a:pt x="74447" y="1173772"/>
                  </a:lnTo>
                  <a:lnTo>
                    <a:pt x="72758" y="1173162"/>
                  </a:lnTo>
                  <a:lnTo>
                    <a:pt x="71069" y="1172552"/>
                  </a:lnTo>
                  <a:lnTo>
                    <a:pt x="69392" y="1171905"/>
                  </a:lnTo>
                  <a:lnTo>
                    <a:pt x="67741" y="1171219"/>
                  </a:lnTo>
                  <a:lnTo>
                    <a:pt x="66078" y="1170533"/>
                  </a:lnTo>
                  <a:lnTo>
                    <a:pt x="40119" y="1154671"/>
                  </a:lnTo>
                  <a:lnTo>
                    <a:pt x="38734" y="1153528"/>
                  </a:lnTo>
                  <a:lnTo>
                    <a:pt x="37376" y="1152359"/>
                  </a:lnTo>
                  <a:lnTo>
                    <a:pt x="36042" y="1151153"/>
                  </a:lnTo>
                  <a:lnTo>
                    <a:pt x="34709" y="1149946"/>
                  </a:lnTo>
                  <a:lnTo>
                    <a:pt x="28422" y="1143533"/>
                  </a:lnTo>
                  <a:lnTo>
                    <a:pt x="27216" y="1142212"/>
                  </a:lnTo>
                  <a:lnTo>
                    <a:pt x="21602" y="1135214"/>
                  </a:lnTo>
                  <a:lnTo>
                    <a:pt x="20523" y="1133767"/>
                  </a:lnTo>
                  <a:lnTo>
                    <a:pt x="10540" y="1116774"/>
                  </a:lnTo>
                  <a:lnTo>
                    <a:pt x="9766" y="1115148"/>
                  </a:lnTo>
                  <a:lnTo>
                    <a:pt x="1193" y="1085951"/>
                  </a:lnTo>
                  <a:lnTo>
                    <a:pt x="927" y="1084173"/>
                  </a:lnTo>
                  <a:lnTo>
                    <a:pt x="711" y="1082395"/>
                  </a:lnTo>
                  <a:lnTo>
                    <a:pt x="533" y="1080604"/>
                  </a:lnTo>
                  <a:lnTo>
                    <a:pt x="355" y="1078826"/>
                  </a:lnTo>
                  <a:lnTo>
                    <a:pt x="228" y="1077023"/>
                  </a:lnTo>
                  <a:lnTo>
                    <a:pt x="139" y="1075245"/>
                  </a:lnTo>
                  <a:lnTo>
                    <a:pt x="50" y="1073442"/>
                  </a:lnTo>
                  <a:lnTo>
                    <a:pt x="0" y="1071651"/>
                  </a:lnTo>
                  <a:lnTo>
                    <a:pt x="0" y="1069848"/>
                  </a:lnTo>
                  <a:lnTo>
                    <a:pt x="0" y="109728"/>
                  </a:lnTo>
                  <a:lnTo>
                    <a:pt x="0" y="107924"/>
                  </a:lnTo>
                  <a:lnTo>
                    <a:pt x="50" y="106133"/>
                  </a:lnTo>
                  <a:lnTo>
                    <a:pt x="139" y="104343"/>
                  </a:lnTo>
                  <a:lnTo>
                    <a:pt x="228" y="102552"/>
                  </a:lnTo>
                  <a:lnTo>
                    <a:pt x="1193" y="93624"/>
                  </a:lnTo>
                  <a:lnTo>
                    <a:pt x="1460" y="91846"/>
                  </a:lnTo>
                  <a:lnTo>
                    <a:pt x="4724" y="77876"/>
                  </a:lnTo>
                  <a:lnTo>
                    <a:pt x="5245" y="76149"/>
                  </a:lnTo>
                  <a:lnTo>
                    <a:pt x="10540" y="62814"/>
                  </a:lnTo>
                  <a:lnTo>
                    <a:pt x="11302" y="61188"/>
                  </a:lnTo>
                  <a:lnTo>
                    <a:pt x="21602" y="44361"/>
                  </a:lnTo>
                  <a:lnTo>
                    <a:pt x="22669" y="42913"/>
                  </a:lnTo>
                  <a:lnTo>
                    <a:pt x="28422" y="36042"/>
                  </a:lnTo>
                  <a:lnTo>
                    <a:pt x="29629" y="34709"/>
                  </a:lnTo>
                  <a:lnTo>
                    <a:pt x="30873" y="33401"/>
                  </a:lnTo>
                  <a:lnTo>
                    <a:pt x="32143" y="32143"/>
                  </a:lnTo>
                  <a:lnTo>
                    <a:pt x="33413" y="30873"/>
                  </a:lnTo>
                  <a:lnTo>
                    <a:pt x="34709" y="29629"/>
                  </a:lnTo>
                  <a:lnTo>
                    <a:pt x="36042" y="28422"/>
                  </a:lnTo>
                  <a:lnTo>
                    <a:pt x="37376" y="27216"/>
                  </a:lnTo>
                  <a:lnTo>
                    <a:pt x="67741" y="8356"/>
                  </a:lnTo>
                  <a:lnTo>
                    <a:pt x="69392" y="7670"/>
                  </a:lnTo>
                  <a:lnTo>
                    <a:pt x="71069" y="7023"/>
                  </a:lnTo>
                  <a:lnTo>
                    <a:pt x="72758" y="6413"/>
                  </a:lnTo>
                  <a:lnTo>
                    <a:pt x="74447" y="5803"/>
                  </a:lnTo>
                  <a:lnTo>
                    <a:pt x="76161" y="5245"/>
                  </a:lnTo>
                  <a:lnTo>
                    <a:pt x="77876" y="4724"/>
                  </a:lnTo>
                  <a:lnTo>
                    <a:pt x="79590" y="4203"/>
                  </a:lnTo>
                  <a:lnTo>
                    <a:pt x="93624" y="1193"/>
                  </a:lnTo>
                  <a:lnTo>
                    <a:pt x="95402" y="927"/>
                  </a:lnTo>
                  <a:lnTo>
                    <a:pt x="97180" y="698"/>
                  </a:lnTo>
                  <a:lnTo>
                    <a:pt x="98971" y="533"/>
                  </a:lnTo>
                  <a:lnTo>
                    <a:pt x="100761" y="355"/>
                  </a:lnTo>
                  <a:lnTo>
                    <a:pt x="102552" y="215"/>
                  </a:lnTo>
                  <a:lnTo>
                    <a:pt x="104343" y="127"/>
                  </a:lnTo>
                  <a:lnTo>
                    <a:pt x="106133" y="38"/>
                  </a:lnTo>
                  <a:lnTo>
                    <a:pt x="107937" y="0"/>
                  </a:lnTo>
                  <a:lnTo>
                    <a:pt x="109727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9779507" y="6638543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900" y="0"/>
                  </a:moveTo>
                  <a:lnTo>
                    <a:pt x="296372" y="3130"/>
                  </a:lnTo>
                  <a:lnTo>
                    <a:pt x="251746" y="12249"/>
                  </a:lnTo>
                  <a:lnTo>
                    <a:pt x="209431" y="26948"/>
                  </a:lnTo>
                  <a:lnTo>
                    <a:pt x="169835" y="46817"/>
                  </a:lnTo>
                  <a:lnTo>
                    <a:pt x="133367" y="71450"/>
                  </a:lnTo>
                  <a:lnTo>
                    <a:pt x="100436" y="100436"/>
                  </a:lnTo>
                  <a:lnTo>
                    <a:pt x="71450" y="133367"/>
                  </a:lnTo>
                  <a:lnTo>
                    <a:pt x="46817" y="169835"/>
                  </a:lnTo>
                  <a:lnTo>
                    <a:pt x="26948" y="209431"/>
                  </a:lnTo>
                  <a:lnTo>
                    <a:pt x="12249" y="251746"/>
                  </a:lnTo>
                  <a:lnTo>
                    <a:pt x="3130" y="296372"/>
                  </a:lnTo>
                  <a:lnTo>
                    <a:pt x="0" y="342900"/>
                  </a:lnTo>
                  <a:lnTo>
                    <a:pt x="3130" y="389427"/>
                  </a:lnTo>
                  <a:lnTo>
                    <a:pt x="12249" y="434053"/>
                  </a:lnTo>
                  <a:lnTo>
                    <a:pt x="26948" y="476368"/>
                  </a:lnTo>
                  <a:lnTo>
                    <a:pt x="46817" y="515964"/>
                  </a:lnTo>
                  <a:lnTo>
                    <a:pt x="71450" y="552432"/>
                  </a:lnTo>
                  <a:lnTo>
                    <a:pt x="100436" y="585363"/>
                  </a:lnTo>
                  <a:lnTo>
                    <a:pt x="133367" y="614349"/>
                  </a:lnTo>
                  <a:lnTo>
                    <a:pt x="169835" y="638982"/>
                  </a:lnTo>
                  <a:lnTo>
                    <a:pt x="209431" y="658851"/>
                  </a:lnTo>
                  <a:lnTo>
                    <a:pt x="251746" y="673550"/>
                  </a:lnTo>
                  <a:lnTo>
                    <a:pt x="296372" y="682669"/>
                  </a:lnTo>
                  <a:lnTo>
                    <a:pt x="342900" y="685800"/>
                  </a:lnTo>
                  <a:lnTo>
                    <a:pt x="389427" y="682669"/>
                  </a:lnTo>
                  <a:lnTo>
                    <a:pt x="434053" y="673550"/>
                  </a:lnTo>
                  <a:lnTo>
                    <a:pt x="476368" y="658851"/>
                  </a:lnTo>
                  <a:lnTo>
                    <a:pt x="515964" y="638982"/>
                  </a:lnTo>
                  <a:lnTo>
                    <a:pt x="552432" y="614349"/>
                  </a:lnTo>
                  <a:lnTo>
                    <a:pt x="585363" y="585363"/>
                  </a:lnTo>
                  <a:lnTo>
                    <a:pt x="614349" y="552432"/>
                  </a:lnTo>
                  <a:lnTo>
                    <a:pt x="638982" y="515964"/>
                  </a:lnTo>
                  <a:lnTo>
                    <a:pt x="658851" y="476368"/>
                  </a:lnTo>
                  <a:lnTo>
                    <a:pt x="673550" y="434053"/>
                  </a:lnTo>
                  <a:lnTo>
                    <a:pt x="682669" y="389427"/>
                  </a:lnTo>
                  <a:lnTo>
                    <a:pt x="685800" y="342900"/>
                  </a:lnTo>
                  <a:lnTo>
                    <a:pt x="682669" y="296372"/>
                  </a:lnTo>
                  <a:lnTo>
                    <a:pt x="673550" y="251746"/>
                  </a:lnTo>
                  <a:lnTo>
                    <a:pt x="658851" y="209431"/>
                  </a:lnTo>
                  <a:lnTo>
                    <a:pt x="638982" y="169835"/>
                  </a:lnTo>
                  <a:lnTo>
                    <a:pt x="614349" y="133367"/>
                  </a:lnTo>
                  <a:lnTo>
                    <a:pt x="585363" y="100436"/>
                  </a:lnTo>
                  <a:lnTo>
                    <a:pt x="552432" y="71450"/>
                  </a:lnTo>
                  <a:lnTo>
                    <a:pt x="515964" y="46817"/>
                  </a:lnTo>
                  <a:lnTo>
                    <a:pt x="476368" y="26948"/>
                  </a:lnTo>
                  <a:lnTo>
                    <a:pt x="434053" y="12249"/>
                  </a:lnTo>
                  <a:lnTo>
                    <a:pt x="389427" y="313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10029247" y="6741083"/>
            <a:ext cx="18669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 b="1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685780" y="6821913"/>
            <a:ext cx="3365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Reduce</a:t>
            </a:r>
            <a:r>
              <a:rPr dirty="0" sz="1800" spc="-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duplicate</a:t>
            </a:r>
            <a:r>
              <a:rPr dirty="0" sz="1800" spc="-5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and</a:t>
            </a:r>
            <a:r>
              <a:rPr dirty="0" sz="1800" spc="-6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incorrect</a:t>
            </a:r>
            <a:r>
              <a:rPr dirty="0" sz="1800" spc="-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F332F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9523090" y="7781163"/>
            <a:ext cx="8180070" cy="1198880"/>
            <a:chOff x="9523090" y="7781163"/>
            <a:chExt cx="8180070" cy="1198880"/>
          </a:xfrm>
        </p:grpSpPr>
        <p:sp>
          <p:nvSpPr>
            <p:cNvPr id="59" name="object 59"/>
            <p:cNvSpPr/>
            <p:nvPr/>
          </p:nvSpPr>
          <p:spPr>
            <a:xfrm>
              <a:off x="9532615" y="7790688"/>
              <a:ext cx="8161020" cy="1179830"/>
            </a:xfrm>
            <a:custGeom>
              <a:avLst/>
              <a:gdLst/>
              <a:ahLst/>
              <a:cxnLst/>
              <a:rect l="l" t="t" r="r" b="b"/>
              <a:pathLst>
                <a:path w="8161019" h="1179829">
                  <a:moveTo>
                    <a:pt x="109727" y="0"/>
                  </a:moveTo>
                  <a:lnTo>
                    <a:pt x="107937" y="0"/>
                  </a:lnTo>
                  <a:lnTo>
                    <a:pt x="91846" y="1447"/>
                  </a:lnTo>
                  <a:lnTo>
                    <a:pt x="47269" y="19494"/>
                  </a:lnTo>
                  <a:lnTo>
                    <a:pt x="14693" y="54851"/>
                  </a:lnTo>
                  <a:lnTo>
                    <a:pt x="355" y="100761"/>
                  </a:lnTo>
                  <a:lnTo>
                    <a:pt x="0" y="1071651"/>
                  </a:lnTo>
                  <a:lnTo>
                    <a:pt x="1460" y="1087729"/>
                  </a:lnTo>
                  <a:lnTo>
                    <a:pt x="19494" y="1132306"/>
                  </a:lnTo>
                  <a:lnTo>
                    <a:pt x="56426" y="1165771"/>
                  </a:lnTo>
                  <a:lnTo>
                    <a:pt x="102552" y="1179360"/>
                  </a:lnTo>
                  <a:lnTo>
                    <a:pt x="8053095" y="1179575"/>
                  </a:lnTo>
                  <a:lnTo>
                    <a:pt x="8069173" y="1178128"/>
                  </a:lnTo>
                  <a:lnTo>
                    <a:pt x="8113750" y="1160081"/>
                  </a:lnTo>
                  <a:lnTo>
                    <a:pt x="8146338" y="1124724"/>
                  </a:lnTo>
                  <a:lnTo>
                    <a:pt x="8160677" y="1078826"/>
                  </a:lnTo>
                  <a:lnTo>
                    <a:pt x="8161020" y="107924"/>
                  </a:lnTo>
                  <a:lnTo>
                    <a:pt x="8159572" y="91846"/>
                  </a:lnTo>
                  <a:lnTo>
                    <a:pt x="8141538" y="47269"/>
                  </a:lnTo>
                  <a:lnTo>
                    <a:pt x="8106168" y="14681"/>
                  </a:lnTo>
                  <a:lnTo>
                    <a:pt x="8058480" y="215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9532615" y="7790688"/>
              <a:ext cx="8161020" cy="1179830"/>
            </a:xfrm>
            <a:custGeom>
              <a:avLst/>
              <a:gdLst/>
              <a:ahLst/>
              <a:cxnLst/>
              <a:rect l="l" t="t" r="r" b="b"/>
              <a:pathLst>
                <a:path w="8161019" h="1179829">
                  <a:moveTo>
                    <a:pt x="109727" y="0"/>
                  </a:moveTo>
                  <a:lnTo>
                    <a:pt x="8051292" y="0"/>
                  </a:lnTo>
                  <a:lnTo>
                    <a:pt x="8053095" y="0"/>
                  </a:lnTo>
                  <a:lnTo>
                    <a:pt x="8054886" y="38"/>
                  </a:lnTo>
                  <a:lnTo>
                    <a:pt x="8056689" y="126"/>
                  </a:lnTo>
                  <a:lnTo>
                    <a:pt x="8058480" y="215"/>
                  </a:lnTo>
                  <a:lnTo>
                    <a:pt x="8060270" y="355"/>
                  </a:lnTo>
                  <a:lnTo>
                    <a:pt x="8062061" y="533"/>
                  </a:lnTo>
                  <a:lnTo>
                    <a:pt x="8063839" y="698"/>
                  </a:lnTo>
                  <a:lnTo>
                    <a:pt x="8065630" y="927"/>
                  </a:lnTo>
                  <a:lnTo>
                    <a:pt x="8067408" y="1193"/>
                  </a:lnTo>
                  <a:lnTo>
                    <a:pt x="8069173" y="1447"/>
                  </a:lnTo>
                  <a:lnTo>
                    <a:pt x="8070938" y="1752"/>
                  </a:lnTo>
                  <a:lnTo>
                    <a:pt x="8072704" y="2108"/>
                  </a:lnTo>
                  <a:lnTo>
                    <a:pt x="8074469" y="2463"/>
                  </a:lnTo>
                  <a:lnTo>
                    <a:pt x="8076222" y="2857"/>
                  </a:lnTo>
                  <a:lnTo>
                    <a:pt x="8077949" y="3289"/>
                  </a:lnTo>
                  <a:lnTo>
                    <a:pt x="8079701" y="3721"/>
                  </a:lnTo>
                  <a:lnTo>
                    <a:pt x="8081429" y="4203"/>
                  </a:lnTo>
                  <a:lnTo>
                    <a:pt x="8083143" y="4724"/>
                  </a:lnTo>
                  <a:lnTo>
                    <a:pt x="8084870" y="5245"/>
                  </a:lnTo>
                  <a:lnTo>
                    <a:pt x="8093290" y="8356"/>
                  </a:lnTo>
                  <a:lnTo>
                    <a:pt x="8094954" y="9042"/>
                  </a:lnTo>
                  <a:lnTo>
                    <a:pt x="8120900" y="24904"/>
                  </a:lnTo>
                  <a:lnTo>
                    <a:pt x="8122297" y="26047"/>
                  </a:lnTo>
                  <a:lnTo>
                    <a:pt x="8123656" y="27216"/>
                  </a:lnTo>
                  <a:lnTo>
                    <a:pt x="8124977" y="28422"/>
                  </a:lnTo>
                  <a:lnTo>
                    <a:pt x="8126310" y="29629"/>
                  </a:lnTo>
                  <a:lnTo>
                    <a:pt x="8127619" y="30873"/>
                  </a:lnTo>
                  <a:lnTo>
                    <a:pt x="8128888" y="32143"/>
                  </a:lnTo>
                  <a:lnTo>
                    <a:pt x="8130158" y="33400"/>
                  </a:lnTo>
                  <a:lnTo>
                    <a:pt x="8131390" y="34709"/>
                  </a:lnTo>
                  <a:lnTo>
                    <a:pt x="8132597" y="36042"/>
                  </a:lnTo>
                  <a:lnTo>
                    <a:pt x="8133803" y="37363"/>
                  </a:lnTo>
                  <a:lnTo>
                    <a:pt x="8134972" y="38722"/>
                  </a:lnTo>
                  <a:lnTo>
                    <a:pt x="8136115" y="40119"/>
                  </a:lnTo>
                  <a:lnTo>
                    <a:pt x="8137258" y="41503"/>
                  </a:lnTo>
                  <a:lnTo>
                    <a:pt x="8138363" y="42913"/>
                  </a:lnTo>
                  <a:lnTo>
                    <a:pt x="8139430" y="44361"/>
                  </a:lnTo>
                  <a:lnTo>
                    <a:pt x="8140496" y="45808"/>
                  </a:lnTo>
                  <a:lnTo>
                    <a:pt x="8145411" y="53314"/>
                  </a:lnTo>
                  <a:lnTo>
                    <a:pt x="8146338" y="54851"/>
                  </a:lnTo>
                  <a:lnTo>
                    <a:pt x="8154606" y="72758"/>
                  </a:lnTo>
                  <a:lnTo>
                    <a:pt x="8155216" y="74447"/>
                  </a:lnTo>
                  <a:lnTo>
                    <a:pt x="8155774" y="76149"/>
                  </a:lnTo>
                  <a:lnTo>
                    <a:pt x="8156295" y="77876"/>
                  </a:lnTo>
                  <a:lnTo>
                    <a:pt x="8156816" y="79590"/>
                  </a:lnTo>
                  <a:lnTo>
                    <a:pt x="8157298" y="81318"/>
                  </a:lnTo>
                  <a:lnTo>
                    <a:pt x="8157730" y="83057"/>
                  </a:lnTo>
                  <a:lnTo>
                    <a:pt x="8158175" y="84810"/>
                  </a:lnTo>
                  <a:lnTo>
                    <a:pt x="8158568" y="86550"/>
                  </a:lnTo>
                  <a:lnTo>
                    <a:pt x="8158911" y="88315"/>
                  </a:lnTo>
                  <a:lnTo>
                    <a:pt x="8159267" y="90081"/>
                  </a:lnTo>
                  <a:lnTo>
                    <a:pt x="8159572" y="91846"/>
                  </a:lnTo>
                  <a:lnTo>
                    <a:pt x="8159838" y="93624"/>
                  </a:lnTo>
                  <a:lnTo>
                    <a:pt x="8160105" y="95402"/>
                  </a:lnTo>
                  <a:lnTo>
                    <a:pt x="8160321" y="97180"/>
                  </a:lnTo>
                  <a:lnTo>
                    <a:pt x="8160499" y="98971"/>
                  </a:lnTo>
                  <a:lnTo>
                    <a:pt x="8160677" y="100761"/>
                  </a:lnTo>
                  <a:lnTo>
                    <a:pt x="8160804" y="102552"/>
                  </a:lnTo>
                  <a:lnTo>
                    <a:pt x="8160893" y="104343"/>
                  </a:lnTo>
                  <a:lnTo>
                    <a:pt x="8160981" y="106133"/>
                  </a:lnTo>
                  <a:lnTo>
                    <a:pt x="8161020" y="107924"/>
                  </a:lnTo>
                  <a:lnTo>
                    <a:pt x="8161020" y="109727"/>
                  </a:lnTo>
                  <a:lnTo>
                    <a:pt x="8161020" y="1069847"/>
                  </a:lnTo>
                  <a:lnTo>
                    <a:pt x="8161020" y="1071651"/>
                  </a:lnTo>
                  <a:lnTo>
                    <a:pt x="8160981" y="1073442"/>
                  </a:lnTo>
                  <a:lnTo>
                    <a:pt x="8160893" y="1075245"/>
                  </a:lnTo>
                  <a:lnTo>
                    <a:pt x="8160804" y="1077023"/>
                  </a:lnTo>
                  <a:lnTo>
                    <a:pt x="8160677" y="1078826"/>
                  </a:lnTo>
                  <a:lnTo>
                    <a:pt x="8160499" y="1080604"/>
                  </a:lnTo>
                  <a:lnTo>
                    <a:pt x="8160321" y="1082395"/>
                  </a:lnTo>
                  <a:lnTo>
                    <a:pt x="8160105" y="1084173"/>
                  </a:lnTo>
                  <a:lnTo>
                    <a:pt x="8159838" y="1085951"/>
                  </a:lnTo>
                  <a:lnTo>
                    <a:pt x="8159572" y="1087729"/>
                  </a:lnTo>
                  <a:lnTo>
                    <a:pt x="8159267" y="1089494"/>
                  </a:lnTo>
                  <a:lnTo>
                    <a:pt x="8158911" y="1091260"/>
                  </a:lnTo>
                  <a:lnTo>
                    <a:pt x="8158568" y="1093012"/>
                  </a:lnTo>
                  <a:lnTo>
                    <a:pt x="8158175" y="1094765"/>
                  </a:lnTo>
                  <a:lnTo>
                    <a:pt x="8157730" y="1096505"/>
                  </a:lnTo>
                  <a:lnTo>
                    <a:pt x="8157298" y="1098257"/>
                  </a:lnTo>
                  <a:lnTo>
                    <a:pt x="8156816" y="1099985"/>
                  </a:lnTo>
                  <a:lnTo>
                    <a:pt x="8156295" y="1101699"/>
                  </a:lnTo>
                  <a:lnTo>
                    <a:pt x="8155774" y="1103414"/>
                  </a:lnTo>
                  <a:lnTo>
                    <a:pt x="8145411" y="1126261"/>
                  </a:lnTo>
                  <a:lnTo>
                    <a:pt x="8144497" y="1127798"/>
                  </a:lnTo>
                  <a:lnTo>
                    <a:pt x="8139430" y="1135214"/>
                  </a:lnTo>
                  <a:lnTo>
                    <a:pt x="8138363" y="1136662"/>
                  </a:lnTo>
                  <a:lnTo>
                    <a:pt x="8137258" y="1138072"/>
                  </a:lnTo>
                  <a:lnTo>
                    <a:pt x="8136115" y="1139456"/>
                  </a:lnTo>
                  <a:lnTo>
                    <a:pt x="8134972" y="1140853"/>
                  </a:lnTo>
                  <a:lnTo>
                    <a:pt x="8133803" y="1142212"/>
                  </a:lnTo>
                  <a:lnTo>
                    <a:pt x="8132597" y="1143533"/>
                  </a:lnTo>
                  <a:lnTo>
                    <a:pt x="8131390" y="1144866"/>
                  </a:lnTo>
                  <a:lnTo>
                    <a:pt x="8124977" y="1151153"/>
                  </a:lnTo>
                  <a:lnTo>
                    <a:pt x="8123656" y="1152359"/>
                  </a:lnTo>
                  <a:lnTo>
                    <a:pt x="8122297" y="1153528"/>
                  </a:lnTo>
                  <a:lnTo>
                    <a:pt x="8120900" y="1154671"/>
                  </a:lnTo>
                  <a:lnTo>
                    <a:pt x="8119516" y="1155814"/>
                  </a:lnTo>
                  <a:lnTo>
                    <a:pt x="8112252" y="1161084"/>
                  </a:lnTo>
                  <a:lnTo>
                    <a:pt x="8110766" y="1162088"/>
                  </a:lnTo>
                  <a:lnTo>
                    <a:pt x="8098218" y="1169034"/>
                  </a:lnTo>
                  <a:lnTo>
                    <a:pt x="8096592" y="1169809"/>
                  </a:lnTo>
                  <a:lnTo>
                    <a:pt x="8094954" y="1170533"/>
                  </a:lnTo>
                  <a:lnTo>
                    <a:pt x="8093290" y="1171219"/>
                  </a:lnTo>
                  <a:lnTo>
                    <a:pt x="8091627" y="1171905"/>
                  </a:lnTo>
                  <a:lnTo>
                    <a:pt x="8089950" y="1172552"/>
                  </a:lnTo>
                  <a:lnTo>
                    <a:pt x="8088261" y="1173162"/>
                  </a:lnTo>
                  <a:lnTo>
                    <a:pt x="8086572" y="1173772"/>
                  </a:lnTo>
                  <a:lnTo>
                    <a:pt x="8084870" y="1174330"/>
                  </a:lnTo>
                  <a:lnTo>
                    <a:pt x="8083143" y="1174851"/>
                  </a:lnTo>
                  <a:lnTo>
                    <a:pt x="8081429" y="1175372"/>
                  </a:lnTo>
                  <a:lnTo>
                    <a:pt x="8079701" y="1175854"/>
                  </a:lnTo>
                  <a:lnTo>
                    <a:pt x="8077949" y="1176286"/>
                  </a:lnTo>
                  <a:lnTo>
                    <a:pt x="8076222" y="1176718"/>
                  </a:lnTo>
                  <a:lnTo>
                    <a:pt x="8074469" y="1177112"/>
                  </a:lnTo>
                  <a:lnTo>
                    <a:pt x="8072704" y="1177467"/>
                  </a:lnTo>
                  <a:lnTo>
                    <a:pt x="8070938" y="1177823"/>
                  </a:lnTo>
                  <a:lnTo>
                    <a:pt x="8069173" y="1178128"/>
                  </a:lnTo>
                  <a:lnTo>
                    <a:pt x="8067408" y="1178382"/>
                  </a:lnTo>
                  <a:lnTo>
                    <a:pt x="8065630" y="1178648"/>
                  </a:lnTo>
                  <a:lnTo>
                    <a:pt x="8056689" y="1179436"/>
                  </a:lnTo>
                  <a:lnTo>
                    <a:pt x="8054886" y="1179525"/>
                  </a:lnTo>
                  <a:lnTo>
                    <a:pt x="8053095" y="1179575"/>
                  </a:lnTo>
                  <a:lnTo>
                    <a:pt x="8051292" y="1179575"/>
                  </a:lnTo>
                  <a:lnTo>
                    <a:pt x="109727" y="1179575"/>
                  </a:lnTo>
                  <a:lnTo>
                    <a:pt x="107937" y="1179575"/>
                  </a:lnTo>
                  <a:lnTo>
                    <a:pt x="106133" y="1179525"/>
                  </a:lnTo>
                  <a:lnTo>
                    <a:pt x="104343" y="1179436"/>
                  </a:lnTo>
                  <a:lnTo>
                    <a:pt x="102552" y="1179360"/>
                  </a:lnTo>
                  <a:lnTo>
                    <a:pt x="93624" y="1178382"/>
                  </a:lnTo>
                  <a:lnTo>
                    <a:pt x="91846" y="1178128"/>
                  </a:lnTo>
                  <a:lnTo>
                    <a:pt x="83070" y="1176286"/>
                  </a:lnTo>
                  <a:lnTo>
                    <a:pt x="81330" y="1175854"/>
                  </a:lnTo>
                  <a:lnTo>
                    <a:pt x="79590" y="1175372"/>
                  </a:lnTo>
                  <a:lnTo>
                    <a:pt x="77876" y="1174851"/>
                  </a:lnTo>
                  <a:lnTo>
                    <a:pt x="76161" y="1174330"/>
                  </a:lnTo>
                  <a:lnTo>
                    <a:pt x="74447" y="1173772"/>
                  </a:lnTo>
                  <a:lnTo>
                    <a:pt x="72758" y="1173162"/>
                  </a:lnTo>
                  <a:lnTo>
                    <a:pt x="71069" y="1172552"/>
                  </a:lnTo>
                  <a:lnTo>
                    <a:pt x="69392" y="1171905"/>
                  </a:lnTo>
                  <a:lnTo>
                    <a:pt x="67741" y="1171219"/>
                  </a:lnTo>
                  <a:lnTo>
                    <a:pt x="66078" y="1170533"/>
                  </a:lnTo>
                  <a:lnTo>
                    <a:pt x="64439" y="1169809"/>
                  </a:lnTo>
                  <a:lnTo>
                    <a:pt x="62814" y="1169034"/>
                  </a:lnTo>
                  <a:lnTo>
                    <a:pt x="61188" y="1168272"/>
                  </a:lnTo>
                  <a:lnTo>
                    <a:pt x="40119" y="1154671"/>
                  </a:lnTo>
                  <a:lnTo>
                    <a:pt x="38734" y="1153528"/>
                  </a:lnTo>
                  <a:lnTo>
                    <a:pt x="37376" y="1152359"/>
                  </a:lnTo>
                  <a:lnTo>
                    <a:pt x="36042" y="1151153"/>
                  </a:lnTo>
                  <a:lnTo>
                    <a:pt x="34709" y="1149946"/>
                  </a:lnTo>
                  <a:lnTo>
                    <a:pt x="28422" y="1143533"/>
                  </a:lnTo>
                  <a:lnTo>
                    <a:pt x="27216" y="1142212"/>
                  </a:lnTo>
                  <a:lnTo>
                    <a:pt x="21602" y="1135214"/>
                  </a:lnTo>
                  <a:lnTo>
                    <a:pt x="20523" y="1133767"/>
                  </a:lnTo>
                  <a:lnTo>
                    <a:pt x="10540" y="1116761"/>
                  </a:lnTo>
                  <a:lnTo>
                    <a:pt x="9766" y="1115148"/>
                  </a:lnTo>
                  <a:lnTo>
                    <a:pt x="1193" y="1085951"/>
                  </a:lnTo>
                  <a:lnTo>
                    <a:pt x="927" y="1084173"/>
                  </a:lnTo>
                  <a:lnTo>
                    <a:pt x="711" y="1082395"/>
                  </a:lnTo>
                  <a:lnTo>
                    <a:pt x="533" y="1080604"/>
                  </a:lnTo>
                  <a:lnTo>
                    <a:pt x="355" y="1078826"/>
                  </a:lnTo>
                  <a:lnTo>
                    <a:pt x="228" y="1077023"/>
                  </a:lnTo>
                  <a:lnTo>
                    <a:pt x="139" y="1075245"/>
                  </a:lnTo>
                  <a:lnTo>
                    <a:pt x="50" y="1073442"/>
                  </a:lnTo>
                  <a:lnTo>
                    <a:pt x="0" y="1071651"/>
                  </a:lnTo>
                  <a:lnTo>
                    <a:pt x="0" y="1069847"/>
                  </a:lnTo>
                  <a:lnTo>
                    <a:pt x="0" y="109727"/>
                  </a:lnTo>
                  <a:lnTo>
                    <a:pt x="0" y="107924"/>
                  </a:lnTo>
                  <a:lnTo>
                    <a:pt x="50" y="106133"/>
                  </a:lnTo>
                  <a:lnTo>
                    <a:pt x="139" y="104343"/>
                  </a:lnTo>
                  <a:lnTo>
                    <a:pt x="228" y="102552"/>
                  </a:lnTo>
                  <a:lnTo>
                    <a:pt x="1193" y="93624"/>
                  </a:lnTo>
                  <a:lnTo>
                    <a:pt x="1460" y="91846"/>
                  </a:lnTo>
                  <a:lnTo>
                    <a:pt x="4724" y="77876"/>
                  </a:lnTo>
                  <a:lnTo>
                    <a:pt x="5245" y="76149"/>
                  </a:lnTo>
                  <a:lnTo>
                    <a:pt x="10540" y="62814"/>
                  </a:lnTo>
                  <a:lnTo>
                    <a:pt x="11302" y="61188"/>
                  </a:lnTo>
                  <a:lnTo>
                    <a:pt x="21602" y="44361"/>
                  </a:lnTo>
                  <a:lnTo>
                    <a:pt x="22669" y="42913"/>
                  </a:lnTo>
                  <a:lnTo>
                    <a:pt x="28422" y="36042"/>
                  </a:lnTo>
                  <a:lnTo>
                    <a:pt x="29629" y="34709"/>
                  </a:lnTo>
                  <a:lnTo>
                    <a:pt x="30873" y="33400"/>
                  </a:lnTo>
                  <a:lnTo>
                    <a:pt x="32143" y="32143"/>
                  </a:lnTo>
                  <a:lnTo>
                    <a:pt x="33413" y="30873"/>
                  </a:lnTo>
                  <a:lnTo>
                    <a:pt x="34709" y="29629"/>
                  </a:lnTo>
                  <a:lnTo>
                    <a:pt x="36042" y="28422"/>
                  </a:lnTo>
                  <a:lnTo>
                    <a:pt x="37376" y="27216"/>
                  </a:lnTo>
                  <a:lnTo>
                    <a:pt x="67741" y="8356"/>
                  </a:lnTo>
                  <a:lnTo>
                    <a:pt x="69392" y="7670"/>
                  </a:lnTo>
                  <a:lnTo>
                    <a:pt x="71069" y="7023"/>
                  </a:lnTo>
                  <a:lnTo>
                    <a:pt x="72758" y="6413"/>
                  </a:lnTo>
                  <a:lnTo>
                    <a:pt x="74447" y="5803"/>
                  </a:lnTo>
                  <a:lnTo>
                    <a:pt x="76161" y="5245"/>
                  </a:lnTo>
                  <a:lnTo>
                    <a:pt x="77876" y="4724"/>
                  </a:lnTo>
                  <a:lnTo>
                    <a:pt x="79590" y="4203"/>
                  </a:lnTo>
                  <a:lnTo>
                    <a:pt x="93624" y="1193"/>
                  </a:lnTo>
                  <a:lnTo>
                    <a:pt x="95402" y="927"/>
                  </a:lnTo>
                  <a:lnTo>
                    <a:pt x="97180" y="698"/>
                  </a:lnTo>
                  <a:lnTo>
                    <a:pt x="98971" y="533"/>
                  </a:lnTo>
                  <a:lnTo>
                    <a:pt x="100761" y="355"/>
                  </a:lnTo>
                  <a:lnTo>
                    <a:pt x="102552" y="215"/>
                  </a:lnTo>
                  <a:lnTo>
                    <a:pt x="104343" y="126"/>
                  </a:lnTo>
                  <a:lnTo>
                    <a:pt x="106133" y="38"/>
                  </a:lnTo>
                  <a:lnTo>
                    <a:pt x="107937" y="0"/>
                  </a:lnTo>
                  <a:lnTo>
                    <a:pt x="109727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9779507" y="8037576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900" y="0"/>
                  </a:moveTo>
                  <a:lnTo>
                    <a:pt x="296372" y="3130"/>
                  </a:lnTo>
                  <a:lnTo>
                    <a:pt x="251746" y="12249"/>
                  </a:lnTo>
                  <a:lnTo>
                    <a:pt x="209431" y="26948"/>
                  </a:lnTo>
                  <a:lnTo>
                    <a:pt x="169835" y="46817"/>
                  </a:lnTo>
                  <a:lnTo>
                    <a:pt x="133367" y="71450"/>
                  </a:lnTo>
                  <a:lnTo>
                    <a:pt x="100436" y="100436"/>
                  </a:lnTo>
                  <a:lnTo>
                    <a:pt x="71450" y="133367"/>
                  </a:lnTo>
                  <a:lnTo>
                    <a:pt x="46817" y="169835"/>
                  </a:lnTo>
                  <a:lnTo>
                    <a:pt x="26948" y="209431"/>
                  </a:lnTo>
                  <a:lnTo>
                    <a:pt x="12249" y="251746"/>
                  </a:lnTo>
                  <a:lnTo>
                    <a:pt x="3130" y="296372"/>
                  </a:lnTo>
                  <a:lnTo>
                    <a:pt x="0" y="342900"/>
                  </a:lnTo>
                  <a:lnTo>
                    <a:pt x="3130" y="389427"/>
                  </a:lnTo>
                  <a:lnTo>
                    <a:pt x="12249" y="434053"/>
                  </a:lnTo>
                  <a:lnTo>
                    <a:pt x="26948" y="476368"/>
                  </a:lnTo>
                  <a:lnTo>
                    <a:pt x="46817" y="515964"/>
                  </a:lnTo>
                  <a:lnTo>
                    <a:pt x="71450" y="552432"/>
                  </a:lnTo>
                  <a:lnTo>
                    <a:pt x="100436" y="585363"/>
                  </a:lnTo>
                  <a:lnTo>
                    <a:pt x="133367" y="614349"/>
                  </a:lnTo>
                  <a:lnTo>
                    <a:pt x="169835" y="638982"/>
                  </a:lnTo>
                  <a:lnTo>
                    <a:pt x="209431" y="658851"/>
                  </a:lnTo>
                  <a:lnTo>
                    <a:pt x="251746" y="673550"/>
                  </a:lnTo>
                  <a:lnTo>
                    <a:pt x="296372" y="682669"/>
                  </a:lnTo>
                  <a:lnTo>
                    <a:pt x="342900" y="685800"/>
                  </a:lnTo>
                  <a:lnTo>
                    <a:pt x="389427" y="682669"/>
                  </a:lnTo>
                  <a:lnTo>
                    <a:pt x="434053" y="673550"/>
                  </a:lnTo>
                  <a:lnTo>
                    <a:pt x="476368" y="658851"/>
                  </a:lnTo>
                  <a:lnTo>
                    <a:pt x="515964" y="638982"/>
                  </a:lnTo>
                  <a:lnTo>
                    <a:pt x="552432" y="614349"/>
                  </a:lnTo>
                  <a:lnTo>
                    <a:pt x="585363" y="585363"/>
                  </a:lnTo>
                  <a:lnTo>
                    <a:pt x="614349" y="552432"/>
                  </a:lnTo>
                  <a:lnTo>
                    <a:pt x="638982" y="515964"/>
                  </a:lnTo>
                  <a:lnTo>
                    <a:pt x="658851" y="476368"/>
                  </a:lnTo>
                  <a:lnTo>
                    <a:pt x="673550" y="434053"/>
                  </a:lnTo>
                  <a:lnTo>
                    <a:pt x="682669" y="389427"/>
                  </a:lnTo>
                  <a:lnTo>
                    <a:pt x="685800" y="342900"/>
                  </a:lnTo>
                  <a:lnTo>
                    <a:pt x="682669" y="296372"/>
                  </a:lnTo>
                  <a:lnTo>
                    <a:pt x="673550" y="251746"/>
                  </a:lnTo>
                  <a:lnTo>
                    <a:pt x="658851" y="209431"/>
                  </a:lnTo>
                  <a:lnTo>
                    <a:pt x="638982" y="169835"/>
                  </a:lnTo>
                  <a:lnTo>
                    <a:pt x="614349" y="133367"/>
                  </a:lnTo>
                  <a:lnTo>
                    <a:pt x="585363" y="100436"/>
                  </a:lnTo>
                  <a:lnTo>
                    <a:pt x="552432" y="71450"/>
                  </a:lnTo>
                  <a:lnTo>
                    <a:pt x="515964" y="46817"/>
                  </a:lnTo>
                  <a:lnTo>
                    <a:pt x="476368" y="26948"/>
                  </a:lnTo>
                  <a:lnTo>
                    <a:pt x="434053" y="12249"/>
                  </a:lnTo>
                  <a:lnTo>
                    <a:pt x="389427" y="313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9948787" y="8229015"/>
            <a:ext cx="5224145" cy="299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60"/>
              </a:lnSpc>
              <a:tabLst>
                <a:tab pos="749300" algn="l"/>
              </a:tabLst>
            </a:pPr>
            <a:r>
              <a:rPr dirty="0" sz="2500" spc="-25" b="1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dirty="0" sz="25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baseline="1543" sz="2700">
                <a:solidFill>
                  <a:srgbClr val="1F332F"/>
                </a:solidFill>
                <a:latin typeface="Calibri"/>
                <a:cs typeface="Calibri"/>
              </a:rPr>
              <a:t>Improve</a:t>
            </a:r>
            <a:r>
              <a:rPr dirty="0" baseline="1543" sz="2700" spc="-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baseline="1543" sz="2700">
                <a:solidFill>
                  <a:srgbClr val="1F332F"/>
                </a:solidFill>
                <a:latin typeface="Calibri"/>
                <a:cs typeface="Calibri"/>
              </a:rPr>
              <a:t>the</a:t>
            </a:r>
            <a:r>
              <a:rPr dirty="0" baseline="1543" sz="2700" spc="-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baseline="1543" sz="2700" spc="-15">
                <a:solidFill>
                  <a:srgbClr val="1F332F"/>
                </a:solidFill>
                <a:latin typeface="Calibri"/>
                <a:cs typeface="Calibri"/>
              </a:rPr>
              <a:t>efficiency</a:t>
            </a:r>
            <a:r>
              <a:rPr dirty="0" baseline="1543" sz="2700" spc="-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baseline="1543" sz="2700">
                <a:solidFill>
                  <a:srgbClr val="1F332F"/>
                </a:solidFill>
                <a:latin typeface="Calibri"/>
                <a:cs typeface="Calibri"/>
              </a:rPr>
              <a:t>of</a:t>
            </a:r>
            <a:r>
              <a:rPr dirty="0" baseline="1543" sz="2700" spc="-67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baseline="1543" sz="2700">
                <a:solidFill>
                  <a:srgbClr val="1F332F"/>
                </a:solidFill>
                <a:latin typeface="Calibri"/>
                <a:cs typeface="Calibri"/>
              </a:rPr>
              <a:t>the</a:t>
            </a:r>
            <a:r>
              <a:rPr dirty="0" baseline="1543" sz="2700" spc="-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baseline="1543" sz="2700" spc="-15">
                <a:solidFill>
                  <a:srgbClr val="1F332F"/>
                </a:solidFill>
                <a:latin typeface="Calibri"/>
                <a:cs typeface="Calibri"/>
              </a:rPr>
              <a:t>placement</a:t>
            </a:r>
            <a:r>
              <a:rPr dirty="0" baseline="1543" sz="2700" spc="-67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baseline="1543" sz="2700" spc="-15">
                <a:solidFill>
                  <a:srgbClr val="1F332F"/>
                </a:solidFill>
                <a:latin typeface="Calibri"/>
                <a:cs typeface="Calibri"/>
              </a:rPr>
              <a:t>process</a:t>
            </a:r>
            <a:endParaRPr baseline="1543"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09185"/>
            <a:ext cx="32080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00" b="1">
                <a:solidFill>
                  <a:srgbClr val="D98E3C"/>
                </a:solidFill>
                <a:latin typeface="Calibri"/>
                <a:cs typeface="Calibri"/>
              </a:rPr>
              <a:t>THE</a:t>
            </a:r>
            <a:r>
              <a:rPr dirty="0" sz="1800" spc="90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r>
              <a:rPr dirty="0" sz="1800" spc="-14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D98E3C"/>
                </a:solidFill>
                <a:latin typeface="Calibri"/>
                <a:cs typeface="Calibri"/>
              </a:rPr>
              <a:t>Y</a:t>
            </a:r>
            <a:r>
              <a:rPr dirty="0" sz="1800" spc="-13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r>
              <a:rPr dirty="0" sz="1800" spc="-1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200" b="1">
                <a:solidFill>
                  <a:srgbClr val="D98E3C"/>
                </a:solidFill>
                <a:latin typeface="Calibri"/>
                <a:cs typeface="Calibri"/>
              </a:rPr>
              <a:t>TEM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215" b="1">
                <a:solidFill>
                  <a:srgbClr val="D98E3C"/>
                </a:solidFill>
                <a:latin typeface="Calibri"/>
                <a:cs typeface="Calibri"/>
              </a:rPr>
              <a:t>WILL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C</a:t>
            </a:r>
            <a:r>
              <a:rPr dirty="0" sz="1800" spc="-12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O</a:t>
            </a:r>
            <a:r>
              <a:rPr dirty="0" sz="1800" spc="-14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175" b="1">
                <a:solidFill>
                  <a:srgbClr val="D98E3C"/>
                </a:solidFill>
                <a:latin typeface="Calibri"/>
                <a:cs typeface="Calibri"/>
              </a:rPr>
              <a:t>VER 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Scope</a:t>
            </a:r>
            <a:r>
              <a:rPr dirty="0" spc="-2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of</a:t>
            </a:r>
            <a:r>
              <a:rPr dirty="0" spc="-2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the</a:t>
            </a:r>
            <a:r>
              <a:rPr dirty="0" spc="-15">
                <a:latin typeface="Cambria"/>
                <a:cs typeface="Cambria"/>
              </a:rPr>
              <a:t> </a:t>
            </a:r>
            <a:r>
              <a:rPr dirty="0" spc="-10">
                <a:latin typeface="Cambria"/>
                <a:cs typeface="Cambria"/>
              </a:rPr>
              <a:t>Project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04850" y="2047875"/>
            <a:ext cx="8401050" cy="3457575"/>
            <a:chOff x="704850" y="2047875"/>
            <a:chExt cx="8401050" cy="34575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4850" y="2047875"/>
              <a:ext cx="8401050" cy="34575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22962" y="2125980"/>
              <a:ext cx="8161020" cy="3223260"/>
            </a:xfrm>
            <a:custGeom>
              <a:avLst/>
              <a:gdLst/>
              <a:ahLst/>
              <a:cxnLst/>
              <a:rect l="l" t="t" r="r" b="b"/>
              <a:pathLst>
                <a:path w="8161020" h="3223260">
                  <a:moveTo>
                    <a:pt x="137147" y="0"/>
                  </a:moveTo>
                  <a:lnTo>
                    <a:pt x="95186" y="6553"/>
                  </a:lnTo>
                  <a:lnTo>
                    <a:pt x="53644" y="28321"/>
                  </a:lnTo>
                  <a:lnTo>
                    <a:pt x="20662" y="64719"/>
                  </a:lnTo>
                  <a:lnTo>
                    <a:pt x="2197" y="112598"/>
                  </a:lnTo>
                  <a:lnTo>
                    <a:pt x="0" y="3088360"/>
                  </a:lnTo>
                  <a:lnTo>
                    <a:pt x="1155" y="3104019"/>
                  </a:lnTo>
                  <a:lnTo>
                    <a:pt x="15138" y="3148787"/>
                  </a:lnTo>
                  <a:lnTo>
                    <a:pt x="43383" y="3186226"/>
                  </a:lnTo>
                  <a:lnTo>
                    <a:pt x="82588" y="3211957"/>
                  </a:lnTo>
                  <a:lnTo>
                    <a:pt x="128181" y="3222980"/>
                  </a:lnTo>
                  <a:lnTo>
                    <a:pt x="8023872" y="3223260"/>
                  </a:lnTo>
                  <a:lnTo>
                    <a:pt x="8039544" y="3222383"/>
                  </a:lnTo>
                  <a:lnTo>
                    <a:pt x="8080476" y="3211055"/>
                  </a:lnTo>
                  <a:lnTo>
                    <a:pt x="8119262" y="3184677"/>
                  </a:lnTo>
                  <a:lnTo>
                    <a:pt x="8148815" y="3142716"/>
                  </a:lnTo>
                  <a:lnTo>
                    <a:pt x="8160740" y="3095078"/>
                  </a:lnTo>
                  <a:lnTo>
                    <a:pt x="8161020" y="137147"/>
                  </a:lnTo>
                  <a:lnTo>
                    <a:pt x="8160143" y="121475"/>
                  </a:lnTo>
                  <a:lnTo>
                    <a:pt x="8148815" y="80543"/>
                  </a:lnTo>
                  <a:lnTo>
                    <a:pt x="8122437" y="41757"/>
                  </a:lnTo>
                  <a:lnTo>
                    <a:pt x="8080476" y="12204"/>
                  </a:lnTo>
                  <a:lnTo>
                    <a:pt x="8032838" y="279"/>
                  </a:lnTo>
                  <a:lnTo>
                    <a:pt x="1371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22960" y="2125979"/>
              <a:ext cx="8161020" cy="685800"/>
            </a:xfrm>
            <a:custGeom>
              <a:avLst/>
              <a:gdLst/>
              <a:ahLst/>
              <a:cxnLst/>
              <a:rect l="l" t="t" r="r" b="b"/>
              <a:pathLst>
                <a:path w="8161020" h="685800">
                  <a:moveTo>
                    <a:pt x="8161020" y="137160"/>
                  </a:moveTo>
                  <a:lnTo>
                    <a:pt x="8152244" y="88836"/>
                  </a:lnTo>
                  <a:lnTo>
                    <a:pt x="8128457" y="48412"/>
                  </a:lnTo>
                  <a:lnTo>
                    <a:pt x="8092453" y="18364"/>
                  </a:lnTo>
                  <a:lnTo>
                    <a:pt x="8048422" y="2197"/>
                  </a:lnTo>
                  <a:lnTo>
                    <a:pt x="137160" y="0"/>
                  </a:lnTo>
                  <a:lnTo>
                    <a:pt x="121488" y="876"/>
                  </a:lnTo>
                  <a:lnTo>
                    <a:pt x="76492" y="14122"/>
                  </a:lnTo>
                  <a:lnTo>
                    <a:pt x="38582" y="41757"/>
                  </a:lnTo>
                  <a:lnTo>
                    <a:pt x="12204" y="80543"/>
                  </a:lnTo>
                  <a:lnTo>
                    <a:pt x="279" y="128193"/>
                  </a:lnTo>
                  <a:lnTo>
                    <a:pt x="101" y="384048"/>
                  </a:lnTo>
                  <a:lnTo>
                    <a:pt x="0" y="548640"/>
                  </a:lnTo>
                  <a:lnTo>
                    <a:pt x="0" y="685800"/>
                  </a:lnTo>
                  <a:lnTo>
                    <a:pt x="8026108" y="685800"/>
                  </a:lnTo>
                  <a:lnTo>
                    <a:pt x="8161020" y="685800"/>
                  </a:lnTo>
                  <a:lnTo>
                    <a:pt x="8161020" y="384048"/>
                  </a:lnTo>
                  <a:lnTo>
                    <a:pt x="8160855" y="384048"/>
                  </a:lnTo>
                  <a:lnTo>
                    <a:pt x="8161020" y="13716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153160" y="2264946"/>
            <a:ext cx="244030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r>
              <a:rPr dirty="0" sz="21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65860" y="3127248"/>
            <a:ext cx="137160" cy="1536700"/>
            <a:chOff x="1165860" y="3127248"/>
            <a:chExt cx="137160" cy="15367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860" y="3127248"/>
              <a:ext cx="137159" cy="13715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860" y="3593592"/>
              <a:ext cx="137159" cy="13715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5860" y="4059936"/>
              <a:ext cx="137159" cy="13715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5860" y="4526280"/>
              <a:ext cx="137159" cy="13715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468627" y="3012353"/>
            <a:ext cx="1671320" cy="1699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Student</a:t>
            </a:r>
            <a:r>
              <a:rPr dirty="0" sz="1800" spc="-10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details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70000"/>
              </a:lnSpc>
            </a:pP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Department </a:t>
            </a: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Academic</a:t>
            </a:r>
            <a:r>
              <a:rPr dirty="0" sz="1800" spc="-7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records Skills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410700" y="2047875"/>
            <a:ext cx="8401050" cy="3457575"/>
            <a:chOff x="9410700" y="2047875"/>
            <a:chExt cx="8401050" cy="345757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10700" y="2047875"/>
              <a:ext cx="8401050" cy="345757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532622" y="2125980"/>
              <a:ext cx="8161020" cy="3223260"/>
            </a:xfrm>
            <a:custGeom>
              <a:avLst/>
              <a:gdLst/>
              <a:ahLst/>
              <a:cxnLst/>
              <a:rect l="l" t="t" r="r" b="b"/>
              <a:pathLst>
                <a:path w="8161019" h="3223260">
                  <a:moveTo>
                    <a:pt x="137147" y="0"/>
                  </a:moveTo>
                  <a:lnTo>
                    <a:pt x="95186" y="6553"/>
                  </a:lnTo>
                  <a:lnTo>
                    <a:pt x="53644" y="28321"/>
                  </a:lnTo>
                  <a:lnTo>
                    <a:pt x="20662" y="64719"/>
                  </a:lnTo>
                  <a:lnTo>
                    <a:pt x="2197" y="112598"/>
                  </a:lnTo>
                  <a:lnTo>
                    <a:pt x="0" y="3088360"/>
                  </a:lnTo>
                  <a:lnTo>
                    <a:pt x="1155" y="3104019"/>
                  </a:lnTo>
                  <a:lnTo>
                    <a:pt x="15138" y="3148787"/>
                  </a:lnTo>
                  <a:lnTo>
                    <a:pt x="43383" y="3186226"/>
                  </a:lnTo>
                  <a:lnTo>
                    <a:pt x="82588" y="3211957"/>
                  </a:lnTo>
                  <a:lnTo>
                    <a:pt x="128181" y="3222980"/>
                  </a:lnTo>
                  <a:lnTo>
                    <a:pt x="8023872" y="3223260"/>
                  </a:lnTo>
                  <a:lnTo>
                    <a:pt x="8039544" y="3222383"/>
                  </a:lnTo>
                  <a:lnTo>
                    <a:pt x="8080476" y="3211055"/>
                  </a:lnTo>
                  <a:lnTo>
                    <a:pt x="8119262" y="3184677"/>
                  </a:lnTo>
                  <a:lnTo>
                    <a:pt x="8148815" y="3142716"/>
                  </a:lnTo>
                  <a:lnTo>
                    <a:pt x="8160740" y="3095078"/>
                  </a:lnTo>
                  <a:lnTo>
                    <a:pt x="8161020" y="137147"/>
                  </a:lnTo>
                  <a:lnTo>
                    <a:pt x="8160143" y="121475"/>
                  </a:lnTo>
                  <a:lnTo>
                    <a:pt x="8148815" y="80543"/>
                  </a:lnTo>
                  <a:lnTo>
                    <a:pt x="8122437" y="41757"/>
                  </a:lnTo>
                  <a:lnTo>
                    <a:pt x="8080476" y="12204"/>
                  </a:lnTo>
                  <a:lnTo>
                    <a:pt x="8032838" y="279"/>
                  </a:lnTo>
                  <a:lnTo>
                    <a:pt x="1371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532620" y="2125979"/>
              <a:ext cx="8161020" cy="685800"/>
            </a:xfrm>
            <a:custGeom>
              <a:avLst/>
              <a:gdLst/>
              <a:ahLst/>
              <a:cxnLst/>
              <a:rect l="l" t="t" r="r" b="b"/>
              <a:pathLst>
                <a:path w="8161019" h="685800">
                  <a:moveTo>
                    <a:pt x="8161020" y="137160"/>
                  </a:moveTo>
                  <a:lnTo>
                    <a:pt x="8152244" y="88836"/>
                  </a:lnTo>
                  <a:lnTo>
                    <a:pt x="8128457" y="48412"/>
                  </a:lnTo>
                  <a:lnTo>
                    <a:pt x="8092453" y="18364"/>
                  </a:lnTo>
                  <a:lnTo>
                    <a:pt x="8048422" y="2197"/>
                  </a:lnTo>
                  <a:lnTo>
                    <a:pt x="137160" y="0"/>
                  </a:lnTo>
                  <a:lnTo>
                    <a:pt x="121488" y="876"/>
                  </a:lnTo>
                  <a:lnTo>
                    <a:pt x="76492" y="14122"/>
                  </a:lnTo>
                  <a:lnTo>
                    <a:pt x="38582" y="41757"/>
                  </a:lnTo>
                  <a:lnTo>
                    <a:pt x="12204" y="80543"/>
                  </a:lnTo>
                  <a:lnTo>
                    <a:pt x="279" y="128193"/>
                  </a:lnTo>
                  <a:lnTo>
                    <a:pt x="101" y="384048"/>
                  </a:lnTo>
                  <a:lnTo>
                    <a:pt x="0" y="548640"/>
                  </a:lnTo>
                  <a:lnTo>
                    <a:pt x="0" y="685800"/>
                  </a:lnTo>
                  <a:lnTo>
                    <a:pt x="8023860" y="685800"/>
                  </a:lnTo>
                  <a:lnTo>
                    <a:pt x="8161020" y="685800"/>
                  </a:lnTo>
                  <a:lnTo>
                    <a:pt x="8161020" y="384048"/>
                  </a:lnTo>
                  <a:lnTo>
                    <a:pt x="8160855" y="384048"/>
                  </a:lnTo>
                  <a:lnTo>
                    <a:pt x="8161020" y="13716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862819" y="2264946"/>
            <a:ext cx="260921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FFFFFF"/>
                </a:solidFill>
                <a:latin typeface="Calibri"/>
                <a:cs typeface="Calibri"/>
              </a:rPr>
              <a:t>Company</a:t>
            </a:r>
            <a:r>
              <a:rPr dirty="0" sz="21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875519" y="3127248"/>
            <a:ext cx="137160" cy="1069975"/>
            <a:chOff x="9875519" y="3127248"/>
            <a:chExt cx="137160" cy="1069975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75519" y="3127248"/>
              <a:ext cx="137159" cy="13715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75519" y="3593592"/>
              <a:ext cx="137159" cy="13715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75519" y="4059936"/>
              <a:ext cx="137159" cy="13715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0178289" y="3012353"/>
            <a:ext cx="15614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Company</a:t>
            </a:r>
            <a:r>
              <a:rPr dirty="0" sz="1800" spc="-5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details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178289" y="3478699"/>
            <a:ext cx="10839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Job</a:t>
            </a:r>
            <a:r>
              <a:rPr dirty="0" sz="18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65">
                <a:solidFill>
                  <a:srgbClr val="1F332F"/>
                </a:solidFill>
                <a:latin typeface="Calibri"/>
                <a:cs typeface="Calibri"/>
              </a:rPr>
              <a:t>profiles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178289" y="3945042"/>
            <a:ext cx="21666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Eligibility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requirements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04850" y="5753100"/>
            <a:ext cx="8401050" cy="3457575"/>
            <a:chOff x="704850" y="5753100"/>
            <a:chExt cx="8401050" cy="3457575"/>
          </a:xfrm>
        </p:grpSpPr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4850" y="5753100"/>
              <a:ext cx="8401050" cy="345757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22962" y="5829300"/>
              <a:ext cx="8161020" cy="3223260"/>
            </a:xfrm>
            <a:custGeom>
              <a:avLst/>
              <a:gdLst/>
              <a:ahLst/>
              <a:cxnLst/>
              <a:rect l="l" t="t" r="r" b="b"/>
              <a:pathLst>
                <a:path w="8161020" h="3223259">
                  <a:moveTo>
                    <a:pt x="137147" y="0"/>
                  </a:moveTo>
                  <a:lnTo>
                    <a:pt x="95186" y="6553"/>
                  </a:lnTo>
                  <a:lnTo>
                    <a:pt x="53644" y="28321"/>
                  </a:lnTo>
                  <a:lnTo>
                    <a:pt x="20662" y="64719"/>
                  </a:lnTo>
                  <a:lnTo>
                    <a:pt x="2197" y="112598"/>
                  </a:lnTo>
                  <a:lnTo>
                    <a:pt x="0" y="3088360"/>
                  </a:lnTo>
                  <a:lnTo>
                    <a:pt x="1155" y="3104019"/>
                  </a:lnTo>
                  <a:lnTo>
                    <a:pt x="15138" y="3148787"/>
                  </a:lnTo>
                  <a:lnTo>
                    <a:pt x="43383" y="3186226"/>
                  </a:lnTo>
                  <a:lnTo>
                    <a:pt x="82588" y="3211957"/>
                  </a:lnTo>
                  <a:lnTo>
                    <a:pt x="128181" y="3222980"/>
                  </a:lnTo>
                  <a:lnTo>
                    <a:pt x="8023872" y="3223260"/>
                  </a:lnTo>
                  <a:lnTo>
                    <a:pt x="8039544" y="3222383"/>
                  </a:lnTo>
                  <a:lnTo>
                    <a:pt x="8080476" y="3211055"/>
                  </a:lnTo>
                  <a:lnTo>
                    <a:pt x="8119262" y="3184677"/>
                  </a:lnTo>
                  <a:lnTo>
                    <a:pt x="8148815" y="3142716"/>
                  </a:lnTo>
                  <a:lnTo>
                    <a:pt x="8160740" y="3095078"/>
                  </a:lnTo>
                  <a:lnTo>
                    <a:pt x="8161020" y="137147"/>
                  </a:lnTo>
                  <a:lnTo>
                    <a:pt x="8160143" y="121475"/>
                  </a:lnTo>
                  <a:lnTo>
                    <a:pt x="8148815" y="80543"/>
                  </a:lnTo>
                  <a:lnTo>
                    <a:pt x="8122437" y="41757"/>
                  </a:lnTo>
                  <a:lnTo>
                    <a:pt x="8080476" y="12204"/>
                  </a:lnTo>
                  <a:lnTo>
                    <a:pt x="8032838" y="279"/>
                  </a:lnTo>
                  <a:lnTo>
                    <a:pt x="1371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22960" y="5829299"/>
              <a:ext cx="8161020" cy="685800"/>
            </a:xfrm>
            <a:custGeom>
              <a:avLst/>
              <a:gdLst/>
              <a:ahLst/>
              <a:cxnLst/>
              <a:rect l="l" t="t" r="r" b="b"/>
              <a:pathLst>
                <a:path w="8161020" h="685800">
                  <a:moveTo>
                    <a:pt x="8161020" y="137160"/>
                  </a:moveTo>
                  <a:lnTo>
                    <a:pt x="8152244" y="88836"/>
                  </a:lnTo>
                  <a:lnTo>
                    <a:pt x="8128457" y="48412"/>
                  </a:lnTo>
                  <a:lnTo>
                    <a:pt x="8092453" y="18364"/>
                  </a:lnTo>
                  <a:lnTo>
                    <a:pt x="8048422" y="2197"/>
                  </a:lnTo>
                  <a:lnTo>
                    <a:pt x="137160" y="0"/>
                  </a:lnTo>
                  <a:lnTo>
                    <a:pt x="121488" y="876"/>
                  </a:lnTo>
                  <a:lnTo>
                    <a:pt x="76492" y="14122"/>
                  </a:lnTo>
                  <a:lnTo>
                    <a:pt x="38582" y="41757"/>
                  </a:lnTo>
                  <a:lnTo>
                    <a:pt x="12204" y="80543"/>
                  </a:lnTo>
                  <a:lnTo>
                    <a:pt x="279" y="128193"/>
                  </a:lnTo>
                  <a:lnTo>
                    <a:pt x="101" y="384048"/>
                  </a:lnTo>
                  <a:lnTo>
                    <a:pt x="0" y="548640"/>
                  </a:lnTo>
                  <a:lnTo>
                    <a:pt x="0" y="685800"/>
                  </a:lnTo>
                  <a:lnTo>
                    <a:pt x="8026108" y="685800"/>
                  </a:lnTo>
                  <a:lnTo>
                    <a:pt x="8161020" y="685800"/>
                  </a:lnTo>
                  <a:lnTo>
                    <a:pt x="8161020" y="384048"/>
                  </a:lnTo>
                  <a:lnTo>
                    <a:pt x="8160855" y="384048"/>
                  </a:lnTo>
                  <a:lnTo>
                    <a:pt x="8161020" y="13716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1153160" y="5968264"/>
            <a:ext cx="273812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FFFFFF"/>
                </a:solidFill>
                <a:latin typeface="Calibri"/>
                <a:cs typeface="Calibri"/>
              </a:rPr>
              <a:t>Placement</a:t>
            </a:r>
            <a:r>
              <a:rPr dirty="0" sz="2100" spc="-1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00" spc="-10" b="1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165860" y="6830568"/>
            <a:ext cx="137160" cy="2002789"/>
            <a:chOff x="1165860" y="6830568"/>
            <a:chExt cx="137160" cy="2002789"/>
          </a:xfrm>
        </p:grpSpPr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5860" y="6830568"/>
              <a:ext cx="137159" cy="13715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5860" y="7296912"/>
              <a:ext cx="137159" cy="13716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5860" y="7763256"/>
              <a:ext cx="137159" cy="13716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5860" y="8229600"/>
              <a:ext cx="137159" cy="13716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5860" y="8695944"/>
              <a:ext cx="137159" cy="13716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1468627" y="6715673"/>
            <a:ext cx="1614805" cy="2165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Placement</a:t>
            </a:r>
            <a:r>
              <a:rPr dirty="0" sz="18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drives</a:t>
            </a:r>
            <a:endParaRPr sz="1800">
              <a:latin typeface="Calibri"/>
              <a:cs typeface="Calibri"/>
            </a:endParaRPr>
          </a:p>
          <a:p>
            <a:pPr marL="12700" marR="46990">
              <a:lnSpc>
                <a:spcPct val="170000"/>
              </a:lnSpc>
            </a:pP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Applications Selection</a:t>
            </a:r>
            <a:r>
              <a:rPr dirty="0" sz="1800" spc="-2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rounds Results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dirty="0" sz="1800" spc="-40">
                <a:solidFill>
                  <a:srgbClr val="1F332F"/>
                </a:solidFill>
                <a:latin typeface="Calibri"/>
                <a:cs typeface="Calibri"/>
              </a:rPr>
              <a:t>Offers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410700" y="5753100"/>
            <a:ext cx="8401050" cy="3457575"/>
            <a:chOff x="9410700" y="5753100"/>
            <a:chExt cx="8401050" cy="3457575"/>
          </a:xfrm>
        </p:grpSpPr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10700" y="5753100"/>
              <a:ext cx="8401050" cy="345757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9532622" y="5829300"/>
              <a:ext cx="8161020" cy="3223260"/>
            </a:xfrm>
            <a:custGeom>
              <a:avLst/>
              <a:gdLst/>
              <a:ahLst/>
              <a:cxnLst/>
              <a:rect l="l" t="t" r="r" b="b"/>
              <a:pathLst>
                <a:path w="8161019" h="3223259">
                  <a:moveTo>
                    <a:pt x="137147" y="0"/>
                  </a:moveTo>
                  <a:lnTo>
                    <a:pt x="95186" y="6553"/>
                  </a:lnTo>
                  <a:lnTo>
                    <a:pt x="53644" y="28321"/>
                  </a:lnTo>
                  <a:lnTo>
                    <a:pt x="20662" y="64719"/>
                  </a:lnTo>
                  <a:lnTo>
                    <a:pt x="2197" y="112598"/>
                  </a:lnTo>
                  <a:lnTo>
                    <a:pt x="0" y="3088360"/>
                  </a:lnTo>
                  <a:lnTo>
                    <a:pt x="1155" y="3104019"/>
                  </a:lnTo>
                  <a:lnTo>
                    <a:pt x="15138" y="3148787"/>
                  </a:lnTo>
                  <a:lnTo>
                    <a:pt x="43383" y="3186226"/>
                  </a:lnTo>
                  <a:lnTo>
                    <a:pt x="82588" y="3211957"/>
                  </a:lnTo>
                  <a:lnTo>
                    <a:pt x="128181" y="3222980"/>
                  </a:lnTo>
                  <a:lnTo>
                    <a:pt x="8023872" y="3223260"/>
                  </a:lnTo>
                  <a:lnTo>
                    <a:pt x="8039544" y="3222383"/>
                  </a:lnTo>
                  <a:lnTo>
                    <a:pt x="8080476" y="3211055"/>
                  </a:lnTo>
                  <a:lnTo>
                    <a:pt x="8119262" y="3184677"/>
                  </a:lnTo>
                  <a:lnTo>
                    <a:pt x="8148815" y="3142716"/>
                  </a:lnTo>
                  <a:lnTo>
                    <a:pt x="8160740" y="3095078"/>
                  </a:lnTo>
                  <a:lnTo>
                    <a:pt x="8161020" y="137147"/>
                  </a:lnTo>
                  <a:lnTo>
                    <a:pt x="8160143" y="121475"/>
                  </a:lnTo>
                  <a:lnTo>
                    <a:pt x="8148815" y="80543"/>
                  </a:lnTo>
                  <a:lnTo>
                    <a:pt x="8122437" y="41757"/>
                  </a:lnTo>
                  <a:lnTo>
                    <a:pt x="8080476" y="12204"/>
                  </a:lnTo>
                  <a:lnTo>
                    <a:pt x="8032838" y="279"/>
                  </a:lnTo>
                  <a:lnTo>
                    <a:pt x="1371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9532620" y="5829299"/>
              <a:ext cx="8161020" cy="685800"/>
            </a:xfrm>
            <a:custGeom>
              <a:avLst/>
              <a:gdLst/>
              <a:ahLst/>
              <a:cxnLst/>
              <a:rect l="l" t="t" r="r" b="b"/>
              <a:pathLst>
                <a:path w="8161019" h="685800">
                  <a:moveTo>
                    <a:pt x="8161020" y="137160"/>
                  </a:moveTo>
                  <a:lnTo>
                    <a:pt x="8152244" y="88836"/>
                  </a:lnTo>
                  <a:lnTo>
                    <a:pt x="8128457" y="48412"/>
                  </a:lnTo>
                  <a:lnTo>
                    <a:pt x="8092453" y="18364"/>
                  </a:lnTo>
                  <a:lnTo>
                    <a:pt x="8048422" y="2197"/>
                  </a:lnTo>
                  <a:lnTo>
                    <a:pt x="137160" y="0"/>
                  </a:lnTo>
                  <a:lnTo>
                    <a:pt x="121488" y="876"/>
                  </a:lnTo>
                  <a:lnTo>
                    <a:pt x="76492" y="14122"/>
                  </a:lnTo>
                  <a:lnTo>
                    <a:pt x="38582" y="41757"/>
                  </a:lnTo>
                  <a:lnTo>
                    <a:pt x="12204" y="80543"/>
                  </a:lnTo>
                  <a:lnTo>
                    <a:pt x="279" y="128193"/>
                  </a:lnTo>
                  <a:lnTo>
                    <a:pt x="101" y="384048"/>
                  </a:lnTo>
                  <a:lnTo>
                    <a:pt x="0" y="548640"/>
                  </a:lnTo>
                  <a:lnTo>
                    <a:pt x="0" y="685800"/>
                  </a:lnTo>
                  <a:lnTo>
                    <a:pt x="8023860" y="685800"/>
                  </a:lnTo>
                  <a:lnTo>
                    <a:pt x="8161020" y="685800"/>
                  </a:lnTo>
                  <a:lnTo>
                    <a:pt x="8161020" y="384048"/>
                  </a:lnTo>
                  <a:lnTo>
                    <a:pt x="8160855" y="384048"/>
                  </a:lnTo>
                  <a:lnTo>
                    <a:pt x="8161020" y="13716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9862819" y="5968264"/>
            <a:ext cx="111315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85" b="1">
                <a:solidFill>
                  <a:srgbClr val="FFFFFF"/>
                </a:solidFill>
                <a:latin typeface="Calibri"/>
                <a:cs typeface="Calibri"/>
              </a:rPr>
              <a:t>Reporting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9875519" y="6830568"/>
            <a:ext cx="137160" cy="2002789"/>
            <a:chOff x="9875519" y="6830568"/>
            <a:chExt cx="137160" cy="2002789"/>
          </a:xfrm>
        </p:grpSpPr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75519" y="6830568"/>
              <a:ext cx="137159" cy="13715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75519" y="7296912"/>
              <a:ext cx="137159" cy="13716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75519" y="7763256"/>
              <a:ext cx="137159" cy="13716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75519" y="8229600"/>
              <a:ext cx="137159" cy="13716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75519" y="8695944"/>
              <a:ext cx="137159" cy="137160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10178289" y="6715673"/>
            <a:ext cx="1542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Eligible</a:t>
            </a:r>
            <a:r>
              <a:rPr dirty="0" sz="1800" spc="-5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students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178289" y="7182018"/>
            <a:ext cx="1163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178289" y="7648362"/>
            <a:ext cx="1668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Selected</a:t>
            </a:r>
            <a:r>
              <a:rPr dirty="0" sz="1800" spc="-9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students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178289" y="8114705"/>
            <a:ext cx="22313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solidFill>
                  <a:srgbClr val="1F332F"/>
                </a:solidFill>
                <a:latin typeface="Calibri"/>
                <a:cs typeface="Calibri"/>
              </a:rPr>
              <a:t>Company-</a:t>
            </a:r>
            <a:r>
              <a:rPr dirty="0" sz="1800">
                <a:solidFill>
                  <a:srgbClr val="1F332F"/>
                </a:solidFill>
                <a:latin typeface="Calibri"/>
                <a:cs typeface="Calibri"/>
              </a:rPr>
              <a:t>wise</a:t>
            </a:r>
            <a:r>
              <a:rPr dirty="0" sz="1800" spc="7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F332F"/>
                </a:solidFill>
                <a:latin typeface="Calibri"/>
                <a:cs typeface="Calibri"/>
              </a:rPr>
              <a:t>statistics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0178289" y="8581050"/>
            <a:ext cx="583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85">
                <a:solidFill>
                  <a:srgbClr val="1F332F"/>
                </a:solidFill>
                <a:latin typeface="Calibri"/>
                <a:cs typeface="Calibri"/>
              </a:rPr>
              <a:t>Offers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09185"/>
            <a:ext cx="58693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25" b="1">
                <a:solidFill>
                  <a:srgbClr val="D98E3C"/>
                </a:solidFill>
                <a:latin typeface="Calibri"/>
                <a:cs typeface="Calibri"/>
              </a:rPr>
              <a:t>EXIS</a:t>
            </a:r>
            <a:r>
              <a:rPr dirty="0" sz="1800" spc="-1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225" b="1">
                <a:solidFill>
                  <a:srgbClr val="D98E3C"/>
                </a:solidFill>
                <a:latin typeface="Calibri"/>
                <a:cs typeface="Calibri"/>
              </a:rPr>
              <a:t>TING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210" b="1">
                <a:solidFill>
                  <a:srgbClr val="D98E3C"/>
                </a:solidFill>
                <a:latin typeface="Calibri"/>
                <a:cs typeface="Calibri"/>
              </a:rPr>
              <a:t>APPR</a:t>
            </a:r>
            <a:r>
              <a:rPr dirty="0" sz="1800" spc="-1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O</a:t>
            </a:r>
            <a:r>
              <a:rPr dirty="0" sz="1800" spc="-13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A</a:t>
            </a:r>
            <a:r>
              <a:rPr dirty="0" sz="1800" spc="-1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200" b="1">
                <a:solidFill>
                  <a:srgbClr val="D98E3C"/>
                </a:solidFill>
                <a:latin typeface="Calibri"/>
                <a:cs typeface="Calibri"/>
              </a:rPr>
              <a:t>CHE</a:t>
            </a:r>
            <a:r>
              <a:rPr dirty="0" sz="1800" spc="-1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V</a:t>
            </a:r>
            <a:r>
              <a:rPr dirty="0" sz="1800" spc="-1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140" b="1">
                <a:solidFill>
                  <a:srgbClr val="D98E3C"/>
                </a:solidFill>
                <a:latin typeface="Calibri"/>
                <a:cs typeface="Calibri"/>
              </a:rPr>
              <a:t>PR</a:t>
            </a:r>
            <a:r>
              <a:rPr dirty="0" sz="1800" spc="-12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245" b="1">
                <a:solidFill>
                  <a:srgbClr val="D98E3C"/>
                </a:solidFill>
                <a:latin typeface="Calibri"/>
                <a:cs typeface="Calibri"/>
              </a:rPr>
              <a:t>OPOSED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r>
              <a:rPr dirty="0" sz="1800" spc="-14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D98E3C"/>
                </a:solidFill>
                <a:latin typeface="Calibri"/>
                <a:cs typeface="Calibri"/>
              </a:rPr>
              <a:t>Y</a:t>
            </a:r>
            <a:r>
              <a:rPr dirty="0" sz="1800" spc="-13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r>
              <a:rPr dirty="0" sz="1800" spc="-12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175" b="1">
                <a:solidFill>
                  <a:srgbClr val="D98E3C"/>
                </a:solidFill>
                <a:latin typeface="Calibri"/>
                <a:cs typeface="Calibri"/>
              </a:rPr>
              <a:t>TEM 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Literature</a:t>
            </a:r>
            <a:r>
              <a:rPr dirty="0" spc="-240">
                <a:latin typeface="Cambria"/>
                <a:cs typeface="Cambria"/>
              </a:rPr>
              <a:t> </a:t>
            </a:r>
            <a:r>
              <a:rPr dirty="0" spc="-25">
                <a:latin typeface="Cambria"/>
                <a:cs typeface="Cambria"/>
              </a:rPr>
              <a:t>Survey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13434" y="2116454"/>
          <a:ext cx="8324850" cy="3702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89120"/>
                <a:gridCol w="3840479"/>
              </a:tblGrid>
              <a:tr h="617220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Existing</a:t>
                      </a:r>
                      <a:r>
                        <a:rPr dirty="0" sz="17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7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Approach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B="0" marT="153670">
                    <a:lnL w="19050">
                      <a:solidFill>
                        <a:srgbClr val="BBD8CC"/>
                      </a:solidFill>
                      <a:prstDash val="solid"/>
                    </a:lnL>
                    <a:lnR w="19050">
                      <a:solidFill>
                        <a:srgbClr val="BBD8CC"/>
                      </a:solidFill>
                      <a:prstDash val="solid"/>
                    </a:lnR>
                    <a:lnT w="19050">
                      <a:solidFill>
                        <a:srgbClr val="BBD8CC"/>
                      </a:solidFill>
                      <a:prstDash val="solid"/>
                    </a:lnT>
                    <a:lnB w="19050">
                      <a:solidFill>
                        <a:srgbClr val="BBD8CC"/>
                      </a:solidFill>
                      <a:prstDash val="solid"/>
                    </a:lnB>
                    <a:solidFill>
                      <a:srgbClr val="1B4A4A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7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Limitations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B="0" marT="153670">
                    <a:lnL w="19050">
                      <a:solidFill>
                        <a:srgbClr val="BBD8CC"/>
                      </a:solidFill>
                      <a:prstDash val="solid"/>
                    </a:lnL>
                    <a:lnR w="19050">
                      <a:solidFill>
                        <a:srgbClr val="BBD8CC"/>
                      </a:solidFill>
                      <a:prstDash val="solid"/>
                    </a:lnR>
                    <a:lnT w="19050">
                      <a:solidFill>
                        <a:srgbClr val="BBD8CC"/>
                      </a:solidFill>
                      <a:prstDash val="solid"/>
                    </a:lnT>
                    <a:lnB w="19050">
                      <a:solidFill>
                        <a:srgbClr val="BBD8CC"/>
                      </a:solidFill>
                      <a:prstDash val="solid"/>
                    </a:lnB>
                    <a:solidFill>
                      <a:srgbClr val="1B4A4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70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Manual</a:t>
                      </a:r>
                      <a:r>
                        <a:rPr dirty="0" sz="1700" spc="-3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700" spc="-1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records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B="0" marT="153670">
                    <a:lnL w="19050">
                      <a:solidFill>
                        <a:srgbClr val="BBD8CC"/>
                      </a:solidFill>
                      <a:prstDash val="solid"/>
                    </a:lnL>
                    <a:lnR w="19050">
                      <a:solidFill>
                        <a:srgbClr val="BBD8CC"/>
                      </a:solidFill>
                      <a:prstDash val="solid"/>
                    </a:lnR>
                    <a:lnT w="19050">
                      <a:solidFill>
                        <a:srgbClr val="BBD8CC"/>
                      </a:solidFill>
                      <a:prstDash val="solid"/>
                    </a:lnT>
                    <a:lnB w="19050">
                      <a:solidFill>
                        <a:srgbClr val="BBD8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700" spc="-1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Time-consuming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B="0" marT="153670">
                    <a:lnL w="19050">
                      <a:solidFill>
                        <a:srgbClr val="BBD8CC"/>
                      </a:solidFill>
                      <a:prstDash val="solid"/>
                    </a:lnL>
                    <a:lnR w="19050">
                      <a:solidFill>
                        <a:srgbClr val="BBD8CC"/>
                      </a:solidFill>
                      <a:prstDash val="solid"/>
                    </a:lnR>
                    <a:lnT w="19050">
                      <a:solidFill>
                        <a:srgbClr val="BBD8CC"/>
                      </a:solidFill>
                      <a:prstDash val="solid"/>
                    </a:lnT>
                    <a:lnB w="19050">
                      <a:solidFill>
                        <a:srgbClr val="BBD8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6585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70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Excel</a:t>
                      </a:r>
                      <a:r>
                        <a:rPr dirty="0" sz="1700" spc="-8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700" spc="-1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spreadsheets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B="0" marT="153670">
                    <a:lnL w="19050">
                      <a:solidFill>
                        <a:srgbClr val="BBD8CC"/>
                      </a:solidFill>
                      <a:prstDash val="solid"/>
                    </a:lnL>
                    <a:lnR w="19050">
                      <a:solidFill>
                        <a:srgbClr val="BBD8CC"/>
                      </a:solidFill>
                      <a:prstDash val="solid"/>
                    </a:lnR>
                    <a:lnT w="19050">
                      <a:solidFill>
                        <a:srgbClr val="BBD8CC"/>
                      </a:solidFill>
                      <a:prstDash val="solid"/>
                    </a:lnT>
                    <a:lnB w="19050">
                      <a:solidFill>
                        <a:srgbClr val="BBD8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70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700" spc="-6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70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duplication</a:t>
                      </a:r>
                      <a:r>
                        <a:rPr dirty="0" sz="1700" spc="-55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70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700" spc="-6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700" spc="-1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inconsistency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B="0" marT="153670">
                    <a:lnL w="19050">
                      <a:solidFill>
                        <a:srgbClr val="BBD8CC"/>
                      </a:solidFill>
                      <a:prstDash val="solid"/>
                    </a:lnL>
                    <a:lnR w="19050">
                      <a:solidFill>
                        <a:srgbClr val="BBD8CC"/>
                      </a:solidFill>
                      <a:prstDash val="solid"/>
                    </a:lnR>
                    <a:lnT w="19050">
                      <a:solidFill>
                        <a:srgbClr val="BBD8CC"/>
                      </a:solidFill>
                      <a:prstDash val="solid"/>
                    </a:lnT>
                    <a:lnB w="19050">
                      <a:solidFill>
                        <a:srgbClr val="BBD8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70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Separate</a:t>
                      </a:r>
                      <a:r>
                        <a:rPr dirty="0" sz="1700" spc="-7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700" spc="-1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student/company</a:t>
                      </a:r>
                      <a:r>
                        <a:rPr dirty="0" sz="1700" spc="-7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700" spc="-1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records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B="0" marT="153670">
                    <a:lnL w="19050">
                      <a:solidFill>
                        <a:srgbClr val="BBD8CC"/>
                      </a:solidFill>
                      <a:prstDash val="solid"/>
                    </a:lnL>
                    <a:lnR w="19050">
                      <a:solidFill>
                        <a:srgbClr val="BBD8CC"/>
                      </a:solidFill>
                      <a:prstDash val="solid"/>
                    </a:lnR>
                    <a:lnT w="19050">
                      <a:solidFill>
                        <a:srgbClr val="BBD8CC"/>
                      </a:solidFill>
                      <a:prstDash val="solid"/>
                    </a:lnT>
                    <a:lnB w="19050">
                      <a:solidFill>
                        <a:srgbClr val="BBD8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700" spc="-1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Difficult</a:t>
                      </a:r>
                      <a:r>
                        <a:rPr dirty="0" sz="1700" spc="-3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70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700" spc="-3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700" spc="-1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integrate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B="0" marT="153670">
                    <a:lnL w="19050">
                      <a:solidFill>
                        <a:srgbClr val="BBD8CC"/>
                      </a:solidFill>
                      <a:prstDash val="solid"/>
                    </a:lnL>
                    <a:lnR w="19050">
                      <a:solidFill>
                        <a:srgbClr val="BBD8CC"/>
                      </a:solidFill>
                      <a:prstDash val="solid"/>
                    </a:lnR>
                    <a:lnT w="19050">
                      <a:solidFill>
                        <a:srgbClr val="BBD8CC"/>
                      </a:solidFill>
                      <a:prstDash val="solid"/>
                    </a:lnT>
                    <a:lnB w="19050">
                      <a:solidFill>
                        <a:srgbClr val="BBD8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6585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70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Manual</a:t>
                      </a:r>
                      <a:r>
                        <a:rPr dirty="0" sz="1700" spc="-2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70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eligibility</a:t>
                      </a:r>
                      <a:r>
                        <a:rPr dirty="0" sz="1700" spc="-1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 checking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B="0" marT="153670">
                    <a:lnL w="19050">
                      <a:solidFill>
                        <a:srgbClr val="BBD8CC"/>
                      </a:solidFill>
                      <a:prstDash val="solid"/>
                    </a:lnL>
                    <a:lnR w="19050">
                      <a:solidFill>
                        <a:srgbClr val="BBD8CC"/>
                      </a:solidFill>
                      <a:prstDash val="solid"/>
                    </a:lnR>
                    <a:lnT w="19050">
                      <a:solidFill>
                        <a:srgbClr val="BBD8CC"/>
                      </a:solidFill>
                      <a:prstDash val="solid"/>
                    </a:lnT>
                    <a:lnB w="19050">
                      <a:solidFill>
                        <a:srgbClr val="BBD8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70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Possibility</a:t>
                      </a:r>
                      <a:r>
                        <a:rPr dirty="0" sz="1700" spc="-3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70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700" spc="-3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700" spc="-1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errors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B="0" marT="153670">
                    <a:lnL w="19050">
                      <a:solidFill>
                        <a:srgbClr val="BBD8CC"/>
                      </a:solidFill>
                      <a:prstDash val="solid"/>
                    </a:lnL>
                    <a:lnR w="19050">
                      <a:solidFill>
                        <a:srgbClr val="BBD8CC"/>
                      </a:solidFill>
                      <a:prstDash val="solid"/>
                    </a:lnR>
                    <a:lnT w="19050">
                      <a:solidFill>
                        <a:srgbClr val="BBD8CC"/>
                      </a:solidFill>
                      <a:prstDash val="solid"/>
                    </a:lnT>
                    <a:lnB w="19050">
                      <a:solidFill>
                        <a:srgbClr val="BBD8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70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Manual</a:t>
                      </a:r>
                      <a:r>
                        <a:rPr dirty="0" sz="1700" spc="-5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70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report</a:t>
                      </a:r>
                      <a:r>
                        <a:rPr dirty="0" sz="1700" spc="-5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700" spc="-1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generation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B="0" marT="153670">
                    <a:lnL w="19050">
                      <a:solidFill>
                        <a:srgbClr val="BBD8CC"/>
                      </a:solidFill>
                      <a:prstDash val="solid"/>
                    </a:lnL>
                    <a:lnR w="19050">
                      <a:solidFill>
                        <a:srgbClr val="BBD8CC"/>
                      </a:solidFill>
                      <a:prstDash val="solid"/>
                    </a:lnR>
                    <a:lnT w="19050">
                      <a:solidFill>
                        <a:srgbClr val="BBD8CC"/>
                      </a:solidFill>
                      <a:prstDash val="solid"/>
                    </a:lnT>
                    <a:lnB w="19050">
                      <a:solidFill>
                        <a:srgbClr val="BBD8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700" spc="-35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Takes</a:t>
                      </a:r>
                      <a:r>
                        <a:rPr dirty="0" sz="1700" spc="-6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70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more</a:t>
                      </a:r>
                      <a:r>
                        <a:rPr dirty="0" sz="1700" spc="-5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700" spc="-20">
                          <a:solidFill>
                            <a:srgbClr val="1F332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B="0" marT="153670">
                    <a:lnL w="19050">
                      <a:solidFill>
                        <a:srgbClr val="BBD8CC"/>
                      </a:solidFill>
                      <a:prstDash val="solid"/>
                    </a:lnL>
                    <a:lnR w="19050">
                      <a:solidFill>
                        <a:srgbClr val="BBD8CC"/>
                      </a:solidFill>
                      <a:prstDash val="solid"/>
                    </a:lnR>
                    <a:lnT w="19050">
                      <a:solidFill>
                        <a:srgbClr val="BBD8CC"/>
                      </a:solidFill>
                      <a:prstDash val="solid"/>
                    </a:lnT>
                    <a:lnB w="19050">
                      <a:solidFill>
                        <a:srgbClr val="BBD8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9532618" y="2125979"/>
            <a:ext cx="7955280" cy="3703320"/>
            <a:chOff x="9532618" y="2125979"/>
            <a:chExt cx="7955280" cy="3703320"/>
          </a:xfrm>
        </p:grpSpPr>
        <p:sp>
          <p:nvSpPr>
            <p:cNvPr id="6" name="object 6"/>
            <p:cNvSpPr/>
            <p:nvPr/>
          </p:nvSpPr>
          <p:spPr>
            <a:xfrm>
              <a:off x="9532618" y="2125979"/>
              <a:ext cx="7955280" cy="3703320"/>
            </a:xfrm>
            <a:custGeom>
              <a:avLst/>
              <a:gdLst/>
              <a:ahLst/>
              <a:cxnLst/>
              <a:rect l="l" t="t" r="r" b="b"/>
              <a:pathLst>
                <a:path w="7955280" h="3703320">
                  <a:moveTo>
                    <a:pt x="137172" y="0"/>
                  </a:moveTo>
                  <a:lnTo>
                    <a:pt x="95199" y="6553"/>
                  </a:lnTo>
                  <a:lnTo>
                    <a:pt x="53657" y="28333"/>
                  </a:lnTo>
                  <a:lnTo>
                    <a:pt x="20675" y="64719"/>
                  </a:lnTo>
                  <a:lnTo>
                    <a:pt x="2197" y="112610"/>
                  </a:lnTo>
                  <a:lnTo>
                    <a:pt x="0" y="3566147"/>
                  </a:lnTo>
                  <a:lnTo>
                    <a:pt x="876" y="3581831"/>
                  </a:lnTo>
                  <a:lnTo>
                    <a:pt x="12217" y="3622776"/>
                  </a:lnTo>
                  <a:lnTo>
                    <a:pt x="38595" y="3661562"/>
                  </a:lnTo>
                  <a:lnTo>
                    <a:pt x="80556" y="3691102"/>
                  </a:lnTo>
                  <a:lnTo>
                    <a:pt x="128193" y="3703040"/>
                  </a:lnTo>
                  <a:lnTo>
                    <a:pt x="7820355" y="3703320"/>
                  </a:lnTo>
                  <a:lnTo>
                    <a:pt x="7836014" y="3702164"/>
                  </a:lnTo>
                  <a:lnTo>
                    <a:pt x="7884756" y="3686073"/>
                  </a:lnTo>
                  <a:lnTo>
                    <a:pt x="7916697" y="3661562"/>
                  </a:lnTo>
                  <a:lnTo>
                    <a:pt x="7943062" y="3622776"/>
                  </a:lnTo>
                  <a:lnTo>
                    <a:pt x="7955000" y="3575126"/>
                  </a:lnTo>
                  <a:lnTo>
                    <a:pt x="7955280" y="137172"/>
                  </a:lnTo>
                  <a:lnTo>
                    <a:pt x="7954403" y="121488"/>
                  </a:lnTo>
                  <a:lnTo>
                    <a:pt x="7943062" y="80556"/>
                  </a:lnTo>
                  <a:lnTo>
                    <a:pt x="7916697" y="41770"/>
                  </a:lnTo>
                  <a:lnTo>
                    <a:pt x="7874723" y="12204"/>
                  </a:lnTo>
                  <a:lnTo>
                    <a:pt x="7827086" y="279"/>
                  </a:lnTo>
                  <a:lnTo>
                    <a:pt x="137172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12680" y="3072383"/>
              <a:ext cx="137159" cy="13715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12680" y="3538727"/>
              <a:ext cx="137159" cy="13715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12680" y="4005072"/>
              <a:ext cx="137159" cy="13715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12680" y="4471415"/>
              <a:ext cx="137159" cy="13715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12680" y="4937759"/>
              <a:ext cx="137159" cy="13715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12680" y="5404103"/>
              <a:ext cx="137159" cy="13715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9999980" y="2461353"/>
            <a:ext cx="3586479" cy="3141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105" b="1">
                <a:solidFill>
                  <a:srgbClr val="D98E3C"/>
                </a:solidFill>
                <a:latin typeface="Calibri"/>
                <a:cs typeface="Calibri"/>
              </a:rPr>
              <a:t>PR</a:t>
            </a:r>
            <a:r>
              <a:rPr dirty="0" sz="1600" spc="-15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600" spc="165" b="1">
                <a:solidFill>
                  <a:srgbClr val="D98E3C"/>
                </a:solidFill>
                <a:latin typeface="Calibri"/>
                <a:cs typeface="Calibri"/>
              </a:rPr>
              <a:t>OPOSED</a:t>
            </a:r>
            <a:r>
              <a:rPr dirty="0" sz="1600" spc="45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600" spc="114" b="1">
                <a:solidFill>
                  <a:srgbClr val="D98E3C"/>
                </a:solidFill>
                <a:latin typeface="Calibri"/>
                <a:cs typeface="Calibri"/>
              </a:rPr>
              <a:t>SYS</a:t>
            </a:r>
            <a:r>
              <a:rPr dirty="0" sz="1600" spc="-15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600" spc="140" b="1">
                <a:solidFill>
                  <a:srgbClr val="D98E3C"/>
                </a:solidFill>
                <a:latin typeface="Calibri"/>
                <a:cs typeface="Calibri"/>
              </a:rPr>
              <a:t>TEM</a:t>
            </a:r>
            <a:r>
              <a:rPr dirty="0" sz="1600" spc="45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600" spc="105" b="1">
                <a:solidFill>
                  <a:srgbClr val="D98E3C"/>
                </a:solidFill>
                <a:latin typeface="Calibri"/>
                <a:cs typeface="Calibri"/>
              </a:rPr>
              <a:t>PR</a:t>
            </a:r>
            <a:r>
              <a:rPr dirty="0" sz="1600" spc="-15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600" spc="155" b="1">
                <a:solidFill>
                  <a:srgbClr val="D98E3C"/>
                </a:solidFill>
                <a:latin typeface="Calibri"/>
                <a:cs typeface="Calibri"/>
              </a:rPr>
              <a:t>OVIDE</a:t>
            </a:r>
            <a:r>
              <a:rPr dirty="0" sz="1600" spc="-15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600" spc="-5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endParaRPr sz="16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095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Centralized</a:t>
            </a:r>
            <a:r>
              <a:rPr dirty="0" sz="18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355600" marR="5080">
              <a:lnSpc>
                <a:spcPct val="17000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Automated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eligibility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management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Structured</a:t>
            </a:r>
            <a:r>
              <a:rPr dirty="0" sz="18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relationships</a:t>
            </a:r>
            <a:endParaRPr sz="1800">
              <a:latin typeface="Calibri"/>
              <a:cs typeface="Calibri"/>
            </a:endParaRPr>
          </a:p>
          <a:p>
            <a:pPr marL="355600" marR="1356995">
              <a:lnSpc>
                <a:spcPct val="170000"/>
              </a:lnSpc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Faster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searching Better</a:t>
            </a:r>
            <a:r>
              <a:rPr dirty="0" sz="1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integrity Automated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reports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11052" y="6160293"/>
            <a:ext cx="16689069" cy="2493010"/>
            <a:chOff x="811052" y="6160293"/>
            <a:chExt cx="16689069" cy="2493010"/>
          </a:xfrm>
        </p:grpSpPr>
        <p:sp>
          <p:nvSpPr>
            <p:cNvPr id="15" name="object 15"/>
            <p:cNvSpPr/>
            <p:nvPr/>
          </p:nvSpPr>
          <p:spPr>
            <a:xfrm>
              <a:off x="822958" y="6172200"/>
              <a:ext cx="16664940" cy="2468880"/>
            </a:xfrm>
            <a:custGeom>
              <a:avLst/>
              <a:gdLst/>
              <a:ahLst/>
              <a:cxnLst/>
              <a:rect l="l" t="t" r="r" b="b"/>
              <a:pathLst>
                <a:path w="16664940" h="2468879">
                  <a:moveTo>
                    <a:pt x="137172" y="0"/>
                  </a:moveTo>
                  <a:lnTo>
                    <a:pt x="88849" y="8775"/>
                  </a:lnTo>
                  <a:lnTo>
                    <a:pt x="48412" y="32562"/>
                  </a:lnTo>
                  <a:lnTo>
                    <a:pt x="20675" y="64719"/>
                  </a:lnTo>
                  <a:lnTo>
                    <a:pt x="2197" y="112610"/>
                  </a:lnTo>
                  <a:lnTo>
                    <a:pt x="0" y="2331707"/>
                  </a:lnTo>
                  <a:lnTo>
                    <a:pt x="876" y="2347379"/>
                  </a:lnTo>
                  <a:lnTo>
                    <a:pt x="11303" y="2386279"/>
                  </a:lnTo>
                  <a:lnTo>
                    <a:pt x="38595" y="2427122"/>
                  </a:lnTo>
                  <a:lnTo>
                    <a:pt x="80556" y="2456662"/>
                  </a:lnTo>
                  <a:lnTo>
                    <a:pt x="128193" y="2468600"/>
                  </a:lnTo>
                  <a:lnTo>
                    <a:pt x="16527779" y="2468880"/>
                  </a:lnTo>
                  <a:lnTo>
                    <a:pt x="16543439" y="2468003"/>
                  </a:lnTo>
                  <a:lnTo>
                    <a:pt x="16588485" y="2454744"/>
                  </a:lnTo>
                  <a:lnTo>
                    <a:pt x="16626331" y="2427122"/>
                  </a:lnTo>
                  <a:lnTo>
                    <a:pt x="16649827" y="2394394"/>
                  </a:lnTo>
                  <a:lnTo>
                    <a:pt x="16663796" y="2349614"/>
                  </a:lnTo>
                  <a:lnTo>
                    <a:pt x="16664939" y="137172"/>
                  </a:lnTo>
                  <a:lnTo>
                    <a:pt x="16664089" y="121488"/>
                  </a:lnTo>
                  <a:lnTo>
                    <a:pt x="16649827" y="74485"/>
                  </a:lnTo>
                  <a:lnTo>
                    <a:pt x="16623156" y="38595"/>
                  </a:lnTo>
                  <a:lnTo>
                    <a:pt x="16584421" y="12204"/>
                  </a:lnTo>
                  <a:lnTo>
                    <a:pt x="16536771" y="279"/>
                  </a:lnTo>
                  <a:lnTo>
                    <a:pt x="1371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22958" y="6172200"/>
              <a:ext cx="16664940" cy="2468880"/>
            </a:xfrm>
            <a:custGeom>
              <a:avLst/>
              <a:gdLst/>
              <a:ahLst/>
              <a:cxnLst/>
              <a:rect l="l" t="t" r="r" b="b"/>
              <a:pathLst>
                <a:path w="16664940" h="2468879">
                  <a:moveTo>
                    <a:pt x="137172" y="0"/>
                  </a:moveTo>
                  <a:lnTo>
                    <a:pt x="16527779" y="0"/>
                  </a:lnTo>
                  <a:lnTo>
                    <a:pt x="16530002" y="0"/>
                  </a:lnTo>
                  <a:lnTo>
                    <a:pt x="16532263" y="50"/>
                  </a:lnTo>
                  <a:lnTo>
                    <a:pt x="16534549" y="165"/>
                  </a:lnTo>
                  <a:lnTo>
                    <a:pt x="16536771" y="279"/>
                  </a:lnTo>
                  <a:lnTo>
                    <a:pt x="16538994" y="444"/>
                  </a:lnTo>
                  <a:lnTo>
                    <a:pt x="16541216" y="660"/>
                  </a:lnTo>
                  <a:lnTo>
                    <a:pt x="16543439" y="876"/>
                  </a:lnTo>
                  <a:lnTo>
                    <a:pt x="16545661" y="1155"/>
                  </a:lnTo>
                  <a:lnTo>
                    <a:pt x="16547884" y="1485"/>
                  </a:lnTo>
                  <a:lnTo>
                    <a:pt x="16550106" y="1816"/>
                  </a:lnTo>
                  <a:lnTo>
                    <a:pt x="16567594" y="5905"/>
                  </a:lnTo>
                  <a:lnTo>
                    <a:pt x="16569753" y="6553"/>
                  </a:lnTo>
                  <a:lnTo>
                    <a:pt x="16598264" y="19519"/>
                  </a:lnTo>
                  <a:lnTo>
                    <a:pt x="16600233" y="20675"/>
                  </a:lnTo>
                  <a:lnTo>
                    <a:pt x="16614749" y="31140"/>
                  </a:lnTo>
                  <a:lnTo>
                    <a:pt x="16616527" y="32562"/>
                  </a:lnTo>
                  <a:lnTo>
                    <a:pt x="16624744" y="40182"/>
                  </a:lnTo>
                  <a:lnTo>
                    <a:pt x="16626331" y="41757"/>
                  </a:lnTo>
                  <a:lnTo>
                    <a:pt x="16633799" y="50152"/>
                  </a:lnTo>
                  <a:lnTo>
                    <a:pt x="16635260" y="51892"/>
                  </a:lnTo>
                  <a:lnTo>
                    <a:pt x="16636657" y="53657"/>
                  </a:lnTo>
                  <a:lnTo>
                    <a:pt x="16637990" y="55460"/>
                  </a:lnTo>
                  <a:lnTo>
                    <a:pt x="16639324" y="57264"/>
                  </a:lnTo>
                  <a:lnTo>
                    <a:pt x="16640594" y="59093"/>
                  </a:lnTo>
                  <a:lnTo>
                    <a:pt x="16641800" y="60960"/>
                  </a:lnTo>
                  <a:lnTo>
                    <a:pt x="16643070" y="62826"/>
                  </a:lnTo>
                  <a:lnTo>
                    <a:pt x="16651795" y="78524"/>
                  </a:lnTo>
                  <a:lnTo>
                    <a:pt x="16652748" y="80556"/>
                  </a:lnTo>
                  <a:lnTo>
                    <a:pt x="16653637" y="82600"/>
                  </a:lnTo>
                  <a:lnTo>
                    <a:pt x="16654462" y="84683"/>
                  </a:lnTo>
                  <a:lnTo>
                    <a:pt x="16655351" y="86753"/>
                  </a:lnTo>
                  <a:lnTo>
                    <a:pt x="16659034" y="97358"/>
                  </a:lnTo>
                  <a:lnTo>
                    <a:pt x="16659669" y="99504"/>
                  </a:lnTo>
                  <a:lnTo>
                    <a:pt x="16662273" y="110413"/>
                  </a:lnTo>
                  <a:lnTo>
                    <a:pt x="16662717" y="112610"/>
                  </a:lnTo>
                  <a:lnTo>
                    <a:pt x="16663098" y="114820"/>
                  </a:lnTo>
                  <a:lnTo>
                    <a:pt x="16663416" y="117043"/>
                  </a:lnTo>
                  <a:lnTo>
                    <a:pt x="16663796" y="119265"/>
                  </a:lnTo>
                  <a:lnTo>
                    <a:pt x="16664089" y="121488"/>
                  </a:lnTo>
                  <a:lnTo>
                    <a:pt x="16664279" y="123723"/>
                  </a:lnTo>
                  <a:lnTo>
                    <a:pt x="16664533" y="125958"/>
                  </a:lnTo>
                  <a:lnTo>
                    <a:pt x="16664685" y="128193"/>
                  </a:lnTo>
                  <a:lnTo>
                    <a:pt x="16664749" y="130441"/>
                  </a:lnTo>
                  <a:lnTo>
                    <a:pt x="16664876" y="132676"/>
                  </a:lnTo>
                  <a:lnTo>
                    <a:pt x="16664939" y="134924"/>
                  </a:lnTo>
                  <a:lnTo>
                    <a:pt x="16664939" y="137172"/>
                  </a:lnTo>
                  <a:lnTo>
                    <a:pt x="16664939" y="2331707"/>
                  </a:lnTo>
                  <a:lnTo>
                    <a:pt x="16664939" y="2333955"/>
                  </a:lnTo>
                  <a:lnTo>
                    <a:pt x="16664876" y="2336190"/>
                  </a:lnTo>
                  <a:lnTo>
                    <a:pt x="16664749" y="2338438"/>
                  </a:lnTo>
                  <a:lnTo>
                    <a:pt x="16664685" y="2340686"/>
                  </a:lnTo>
                  <a:lnTo>
                    <a:pt x="16664533" y="2342921"/>
                  </a:lnTo>
                  <a:lnTo>
                    <a:pt x="16664279" y="2345156"/>
                  </a:lnTo>
                  <a:lnTo>
                    <a:pt x="16664089" y="2347379"/>
                  </a:lnTo>
                  <a:lnTo>
                    <a:pt x="16663796" y="2349614"/>
                  </a:lnTo>
                  <a:lnTo>
                    <a:pt x="16663416" y="2351836"/>
                  </a:lnTo>
                  <a:lnTo>
                    <a:pt x="16663098" y="2354059"/>
                  </a:lnTo>
                  <a:lnTo>
                    <a:pt x="16662717" y="2356269"/>
                  </a:lnTo>
                  <a:lnTo>
                    <a:pt x="16662273" y="2358466"/>
                  </a:lnTo>
                  <a:lnTo>
                    <a:pt x="16661828" y="2360676"/>
                  </a:lnTo>
                  <a:lnTo>
                    <a:pt x="16659034" y="2371521"/>
                  </a:lnTo>
                  <a:lnTo>
                    <a:pt x="16658399" y="2373680"/>
                  </a:lnTo>
                  <a:lnTo>
                    <a:pt x="16657700" y="2375814"/>
                  </a:lnTo>
                  <a:lnTo>
                    <a:pt x="16656939" y="2377909"/>
                  </a:lnTo>
                  <a:lnTo>
                    <a:pt x="16656177" y="2380030"/>
                  </a:lnTo>
                  <a:lnTo>
                    <a:pt x="16655351" y="2382126"/>
                  </a:lnTo>
                  <a:lnTo>
                    <a:pt x="16654462" y="2384196"/>
                  </a:lnTo>
                  <a:lnTo>
                    <a:pt x="16653637" y="2386279"/>
                  </a:lnTo>
                  <a:lnTo>
                    <a:pt x="16648747" y="2396363"/>
                  </a:lnTo>
                  <a:lnTo>
                    <a:pt x="16647667" y="2398344"/>
                  </a:lnTo>
                  <a:lnTo>
                    <a:pt x="16641800" y="2407920"/>
                  </a:lnTo>
                  <a:lnTo>
                    <a:pt x="16640594" y="2409786"/>
                  </a:lnTo>
                  <a:lnTo>
                    <a:pt x="16633799" y="2418727"/>
                  </a:lnTo>
                  <a:lnTo>
                    <a:pt x="16632402" y="2420467"/>
                  </a:lnTo>
                  <a:lnTo>
                    <a:pt x="16624744" y="2428697"/>
                  </a:lnTo>
                  <a:lnTo>
                    <a:pt x="16623156" y="2430284"/>
                  </a:lnTo>
                  <a:lnTo>
                    <a:pt x="16614749" y="2437739"/>
                  </a:lnTo>
                  <a:lnTo>
                    <a:pt x="16613035" y="2439162"/>
                  </a:lnTo>
                  <a:lnTo>
                    <a:pt x="16598264" y="2449360"/>
                  </a:lnTo>
                  <a:lnTo>
                    <a:pt x="16596360" y="2450515"/>
                  </a:lnTo>
                  <a:lnTo>
                    <a:pt x="16594429" y="2451633"/>
                  </a:lnTo>
                  <a:lnTo>
                    <a:pt x="16592461" y="2452687"/>
                  </a:lnTo>
                  <a:lnTo>
                    <a:pt x="16590492" y="2453741"/>
                  </a:lnTo>
                  <a:lnTo>
                    <a:pt x="16573982" y="2460853"/>
                  </a:lnTo>
                  <a:lnTo>
                    <a:pt x="16571887" y="2461615"/>
                  </a:lnTo>
                  <a:lnTo>
                    <a:pt x="16547884" y="2467394"/>
                  </a:lnTo>
                  <a:lnTo>
                    <a:pt x="16545661" y="2467724"/>
                  </a:lnTo>
                  <a:lnTo>
                    <a:pt x="16530002" y="2468880"/>
                  </a:lnTo>
                  <a:lnTo>
                    <a:pt x="16527779" y="2468880"/>
                  </a:lnTo>
                  <a:lnTo>
                    <a:pt x="137172" y="2468880"/>
                  </a:lnTo>
                  <a:lnTo>
                    <a:pt x="134924" y="2468880"/>
                  </a:lnTo>
                  <a:lnTo>
                    <a:pt x="132689" y="2468829"/>
                  </a:lnTo>
                  <a:lnTo>
                    <a:pt x="117043" y="2467394"/>
                  </a:lnTo>
                  <a:lnTo>
                    <a:pt x="114820" y="2467063"/>
                  </a:lnTo>
                  <a:lnTo>
                    <a:pt x="112610" y="2466682"/>
                  </a:lnTo>
                  <a:lnTo>
                    <a:pt x="110413" y="2466238"/>
                  </a:lnTo>
                  <a:lnTo>
                    <a:pt x="108204" y="2465806"/>
                  </a:lnTo>
                  <a:lnTo>
                    <a:pt x="106019" y="2465311"/>
                  </a:lnTo>
                  <a:lnTo>
                    <a:pt x="103847" y="2464765"/>
                  </a:lnTo>
                  <a:lnTo>
                    <a:pt x="101663" y="2464219"/>
                  </a:lnTo>
                  <a:lnTo>
                    <a:pt x="90957" y="2460853"/>
                  </a:lnTo>
                  <a:lnTo>
                    <a:pt x="88849" y="2460104"/>
                  </a:lnTo>
                  <a:lnTo>
                    <a:pt x="86753" y="2459304"/>
                  </a:lnTo>
                  <a:lnTo>
                    <a:pt x="84683" y="2458440"/>
                  </a:lnTo>
                  <a:lnTo>
                    <a:pt x="82600" y="2457577"/>
                  </a:lnTo>
                  <a:lnTo>
                    <a:pt x="48412" y="2436317"/>
                  </a:lnTo>
                  <a:lnTo>
                    <a:pt x="45059" y="2433345"/>
                  </a:lnTo>
                  <a:lnTo>
                    <a:pt x="43395" y="2431834"/>
                  </a:lnTo>
                  <a:lnTo>
                    <a:pt x="41770" y="2430284"/>
                  </a:lnTo>
                  <a:lnTo>
                    <a:pt x="40182" y="2428697"/>
                  </a:lnTo>
                  <a:lnTo>
                    <a:pt x="38595" y="2427122"/>
                  </a:lnTo>
                  <a:lnTo>
                    <a:pt x="31140" y="2418727"/>
                  </a:lnTo>
                  <a:lnTo>
                    <a:pt x="29718" y="2417000"/>
                  </a:lnTo>
                  <a:lnTo>
                    <a:pt x="28333" y="2415235"/>
                  </a:lnTo>
                  <a:lnTo>
                    <a:pt x="27000" y="2413431"/>
                  </a:lnTo>
                  <a:lnTo>
                    <a:pt x="25654" y="2411615"/>
                  </a:lnTo>
                  <a:lnTo>
                    <a:pt x="19519" y="2402230"/>
                  </a:lnTo>
                  <a:lnTo>
                    <a:pt x="18364" y="2400300"/>
                  </a:lnTo>
                  <a:lnTo>
                    <a:pt x="5905" y="2371521"/>
                  </a:lnTo>
                  <a:lnTo>
                    <a:pt x="5257" y="2369375"/>
                  </a:lnTo>
                  <a:lnTo>
                    <a:pt x="2641" y="2358466"/>
                  </a:lnTo>
                  <a:lnTo>
                    <a:pt x="2197" y="2356269"/>
                  </a:lnTo>
                  <a:lnTo>
                    <a:pt x="1816" y="2354059"/>
                  </a:lnTo>
                  <a:lnTo>
                    <a:pt x="1485" y="2351836"/>
                  </a:lnTo>
                  <a:lnTo>
                    <a:pt x="1155" y="2349614"/>
                  </a:lnTo>
                  <a:lnTo>
                    <a:pt x="165" y="2338438"/>
                  </a:lnTo>
                  <a:lnTo>
                    <a:pt x="50" y="2336190"/>
                  </a:lnTo>
                  <a:lnTo>
                    <a:pt x="0" y="2333955"/>
                  </a:lnTo>
                  <a:lnTo>
                    <a:pt x="0" y="2331707"/>
                  </a:lnTo>
                  <a:lnTo>
                    <a:pt x="0" y="137172"/>
                  </a:lnTo>
                  <a:lnTo>
                    <a:pt x="0" y="134924"/>
                  </a:lnTo>
                  <a:lnTo>
                    <a:pt x="50" y="132676"/>
                  </a:lnTo>
                  <a:lnTo>
                    <a:pt x="165" y="130441"/>
                  </a:lnTo>
                  <a:lnTo>
                    <a:pt x="279" y="128193"/>
                  </a:lnTo>
                  <a:lnTo>
                    <a:pt x="1485" y="117043"/>
                  </a:lnTo>
                  <a:lnTo>
                    <a:pt x="1816" y="114820"/>
                  </a:lnTo>
                  <a:lnTo>
                    <a:pt x="2197" y="112610"/>
                  </a:lnTo>
                  <a:lnTo>
                    <a:pt x="2641" y="110413"/>
                  </a:lnTo>
                  <a:lnTo>
                    <a:pt x="3073" y="108204"/>
                  </a:lnTo>
                  <a:lnTo>
                    <a:pt x="3568" y="106019"/>
                  </a:lnTo>
                  <a:lnTo>
                    <a:pt x="4114" y="103847"/>
                  </a:lnTo>
                  <a:lnTo>
                    <a:pt x="4660" y="101663"/>
                  </a:lnTo>
                  <a:lnTo>
                    <a:pt x="5257" y="99504"/>
                  </a:lnTo>
                  <a:lnTo>
                    <a:pt x="5905" y="97358"/>
                  </a:lnTo>
                  <a:lnTo>
                    <a:pt x="6553" y="95199"/>
                  </a:lnTo>
                  <a:lnTo>
                    <a:pt x="19519" y="66649"/>
                  </a:lnTo>
                  <a:lnTo>
                    <a:pt x="20675" y="64719"/>
                  </a:lnTo>
                  <a:lnTo>
                    <a:pt x="27000" y="55460"/>
                  </a:lnTo>
                  <a:lnTo>
                    <a:pt x="28333" y="53657"/>
                  </a:lnTo>
                  <a:lnTo>
                    <a:pt x="35534" y="45046"/>
                  </a:lnTo>
                  <a:lnTo>
                    <a:pt x="37045" y="43383"/>
                  </a:lnTo>
                  <a:lnTo>
                    <a:pt x="38595" y="41757"/>
                  </a:lnTo>
                  <a:lnTo>
                    <a:pt x="40182" y="40182"/>
                  </a:lnTo>
                  <a:lnTo>
                    <a:pt x="41770" y="38595"/>
                  </a:lnTo>
                  <a:lnTo>
                    <a:pt x="43395" y="37045"/>
                  </a:lnTo>
                  <a:lnTo>
                    <a:pt x="45059" y="35534"/>
                  </a:lnTo>
                  <a:lnTo>
                    <a:pt x="46723" y="34023"/>
                  </a:lnTo>
                  <a:lnTo>
                    <a:pt x="55460" y="27000"/>
                  </a:lnTo>
                  <a:lnTo>
                    <a:pt x="57264" y="25654"/>
                  </a:lnTo>
                  <a:lnTo>
                    <a:pt x="93078" y="7264"/>
                  </a:lnTo>
                  <a:lnTo>
                    <a:pt x="97358" y="5905"/>
                  </a:lnTo>
                  <a:lnTo>
                    <a:pt x="99504" y="5257"/>
                  </a:lnTo>
                  <a:lnTo>
                    <a:pt x="101663" y="4660"/>
                  </a:lnTo>
                  <a:lnTo>
                    <a:pt x="103847" y="4114"/>
                  </a:lnTo>
                  <a:lnTo>
                    <a:pt x="106019" y="3568"/>
                  </a:lnTo>
                  <a:lnTo>
                    <a:pt x="108204" y="3073"/>
                  </a:lnTo>
                  <a:lnTo>
                    <a:pt x="110413" y="2641"/>
                  </a:lnTo>
                  <a:lnTo>
                    <a:pt x="112610" y="2197"/>
                  </a:lnTo>
                  <a:lnTo>
                    <a:pt x="130441" y="165"/>
                  </a:lnTo>
                  <a:lnTo>
                    <a:pt x="132689" y="50"/>
                  </a:lnTo>
                  <a:lnTo>
                    <a:pt x="134924" y="0"/>
                  </a:lnTo>
                  <a:lnTo>
                    <a:pt x="137172" y="0"/>
                  </a:lnTo>
                  <a:close/>
                </a:path>
              </a:pathLst>
            </a:custGeom>
            <a:ln w="23812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290319" y="6493856"/>
            <a:ext cx="15375255" cy="1532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1B4A4A"/>
                </a:solidFill>
                <a:latin typeface="Calibri"/>
                <a:cs typeface="Calibri"/>
              </a:rPr>
              <a:t>C</a:t>
            </a:r>
            <a:r>
              <a:rPr dirty="0" sz="1600" spc="-160" b="1">
                <a:solidFill>
                  <a:srgbClr val="1B4A4A"/>
                </a:solidFill>
                <a:latin typeface="Calibri"/>
                <a:cs typeface="Calibri"/>
              </a:rPr>
              <a:t> </a:t>
            </a:r>
            <a:r>
              <a:rPr dirty="0" sz="1600" spc="165" b="1">
                <a:solidFill>
                  <a:srgbClr val="1B4A4A"/>
                </a:solidFill>
                <a:latin typeface="Calibri"/>
                <a:cs typeface="Calibri"/>
              </a:rPr>
              <a:t>ONCLUSION 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26800"/>
              </a:lnSpc>
            </a:pP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Existing</a:t>
            </a:r>
            <a:r>
              <a:rPr dirty="0" sz="1900" spc="-4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approaches</a:t>
            </a:r>
            <a:r>
              <a:rPr dirty="0" sz="1900" spc="-4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can</a:t>
            </a:r>
            <a:r>
              <a:rPr dirty="0" sz="1900" spc="-3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manage</a:t>
            </a:r>
            <a:r>
              <a:rPr dirty="0" sz="1900" spc="-3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basic</a:t>
            </a:r>
            <a:r>
              <a:rPr dirty="0" sz="1900" spc="-4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placement</a:t>
            </a:r>
            <a:r>
              <a:rPr dirty="0" sz="1900" spc="-3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1F332F"/>
                </a:solidFill>
                <a:latin typeface="Calibri"/>
                <a:cs typeface="Calibri"/>
              </a:rPr>
              <a:t>information,</a:t>
            </a:r>
            <a:r>
              <a:rPr dirty="0" sz="1900" spc="-3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but</a:t>
            </a:r>
            <a:r>
              <a:rPr dirty="0" sz="1900" spc="-4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a</a:t>
            </a:r>
            <a:r>
              <a:rPr dirty="0" sz="1900" spc="-3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1F332F"/>
                </a:solidFill>
                <a:latin typeface="Calibri"/>
                <a:cs typeface="Calibri"/>
              </a:rPr>
              <a:t>centralized</a:t>
            </a:r>
            <a:r>
              <a:rPr dirty="0" sz="1900" spc="-4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1F332F"/>
                </a:solidFill>
                <a:latin typeface="Calibri"/>
                <a:cs typeface="Calibri"/>
              </a:rPr>
              <a:t>relational</a:t>
            </a:r>
            <a:r>
              <a:rPr dirty="0" sz="1900" spc="-4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database</a:t>
            </a:r>
            <a:r>
              <a:rPr dirty="0" sz="1900" spc="-3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can</a:t>
            </a:r>
            <a:r>
              <a:rPr dirty="0" sz="1900" spc="-4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provide</a:t>
            </a:r>
            <a:r>
              <a:rPr dirty="0" sz="1900" spc="-3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1F332F"/>
                </a:solidFill>
                <a:latin typeface="Calibri"/>
                <a:cs typeface="Calibri"/>
              </a:rPr>
              <a:t>better</a:t>
            </a:r>
            <a:r>
              <a:rPr dirty="0" sz="1900" spc="-3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organization,</a:t>
            </a:r>
            <a:r>
              <a:rPr dirty="0" sz="1900" spc="-3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1F332F"/>
                </a:solidFill>
                <a:latin typeface="Calibri"/>
                <a:cs typeface="Calibri"/>
              </a:rPr>
              <a:t>consistency</a:t>
            </a:r>
            <a:r>
              <a:rPr dirty="0" sz="1900" spc="-4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and</a:t>
            </a:r>
            <a:r>
              <a:rPr dirty="0" sz="1900" spc="-4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1F332F"/>
                </a:solidFill>
                <a:latin typeface="Calibri"/>
                <a:cs typeface="Calibri"/>
              </a:rPr>
              <a:t>efficient retrieval</a:t>
            </a:r>
            <a:r>
              <a:rPr dirty="0" sz="1900" spc="-4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of</a:t>
            </a:r>
            <a:r>
              <a:rPr dirty="0" sz="1900" spc="-4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placement</a:t>
            </a:r>
            <a:r>
              <a:rPr dirty="0" sz="1900" spc="-4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spc="-20" i="1">
                <a:solidFill>
                  <a:srgbClr val="1F332F"/>
                </a:solidFill>
                <a:latin typeface="Calibri"/>
                <a:cs typeface="Calibri"/>
              </a:rPr>
              <a:t>data.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09185"/>
            <a:ext cx="25304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r>
              <a:rPr dirty="0" sz="1800" spc="-14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D98E3C"/>
                </a:solidFill>
                <a:latin typeface="Calibri"/>
                <a:cs typeface="Calibri"/>
              </a:rPr>
              <a:t>Y</a:t>
            </a:r>
            <a:r>
              <a:rPr dirty="0" sz="1800" spc="-13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r>
              <a:rPr dirty="0" sz="1800" spc="-1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200" b="1">
                <a:solidFill>
                  <a:srgbClr val="D98E3C"/>
                </a:solidFill>
                <a:latin typeface="Calibri"/>
                <a:cs typeface="Calibri"/>
              </a:rPr>
              <a:t>TEM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-25" b="1">
                <a:solidFill>
                  <a:srgbClr val="D98E3C"/>
                </a:solidFill>
                <a:latin typeface="Calibri"/>
                <a:cs typeface="Calibri"/>
              </a:rPr>
              <a:t>W</a:t>
            </a:r>
            <a:r>
              <a:rPr dirty="0" sz="1800" spc="-13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240" b="1">
                <a:solidFill>
                  <a:srgbClr val="D98E3C"/>
                </a:solidFill>
                <a:latin typeface="Calibri"/>
                <a:cs typeface="Calibri"/>
              </a:rPr>
              <a:t>ORKFL</a:t>
            </a:r>
            <a:r>
              <a:rPr dirty="0" sz="1800" spc="-13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O</a:t>
            </a:r>
            <a:r>
              <a:rPr dirty="0" sz="1800" spc="-13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-50" b="1">
                <a:solidFill>
                  <a:srgbClr val="D98E3C"/>
                </a:solidFill>
                <a:latin typeface="Calibri"/>
                <a:cs typeface="Calibri"/>
              </a:rPr>
              <a:t>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10259" y="920869"/>
            <a:ext cx="4507865" cy="711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Proposed</a:t>
            </a:r>
            <a:r>
              <a:rPr dirty="0" spc="-105">
                <a:latin typeface="Cambria"/>
                <a:cs typeface="Cambria"/>
              </a:rPr>
              <a:t> </a:t>
            </a:r>
            <a:r>
              <a:rPr dirty="0" spc="-25">
                <a:latin typeface="Cambria"/>
                <a:cs typeface="Cambria"/>
              </a:rPr>
              <a:t>System</a:t>
            </a:r>
          </a:p>
        </p:txBody>
      </p:sp>
      <p:sp>
        <p:nvSpPr>
          <p:cNvPr id="4" name="object 4"/>
          <p:cNvSpPr/>
          <p:nvPr/>
        </p:nvSpPr>
        <p:spPr>
          <a:xfrm>
            <a:off x="1133633" y="2537460"/>
            <a:ext cx="2743200" cy="1577340"/>
          </a:xfrm>
          <a:custGeom>
            <a:avLst/>
            <a:gdLst/>
            <a:ahLst/>
            <a:cxnLst/>
            <a:rect l="l" t="t" r="r" b="b"/>
            <a:pathLst>
              <a:path w="2743200" h="1577339">
                <a:moveTo>
                  <a:pt x="137159" y="0"/>
                </a:moveTo>
                <a:lnTo>
                  <a:pt x="95199" y="6553"/>
                </a:lnTo>
                <a:lnTo>
                  <a:pt x="51879" y="29705"/>
                </a:lnTo>
                <a:lnTo>
                  <a:pt x="18351" y="68580"/>
                </a:lnTo>
                <a:lnTo>
                  <a:pt x="2197" y="112610"/>
                </a:lnTo>
                <a:lnTo>
                  <a:pt x="0" y="1440167"/>
                </a:lnTo>
                <a:lnTo>
                  <a:pt x="266" y="1449146"/>
                </a:lnTo>
                <a:lnTo>
                  <a:pt x="12204" y="1496783"/>
                </a:lnTo>
                <a:lnTo>
                  <a:pt x="38582" y="1535569"/>
                </a:lnTo>
                <a:lnTo>
                  <a:pt x="80543" y="1565135"/>
                </a:lnTo>
                <a:lnTo>
                  <a:pt x="128181" y="1577060"/>
                </a:lnTo>
                <a:lnTo>
                  <a:pt x="2608275" y="1577340"/>
                </a:lnTo>
                <a:lnTo>
                  <a:pt x="2623934" y="1576184"/>
                </a:lnTo>
                <a:lnTo>
                  <a:pt x="2672676" y="1560080"/>
                </a:lnTo>
                <a:lnTo>
                  <a:pt x="2709176" y="1530616"/>
                </a:lnTo>
                <a:lnTo>
                  <a:pt x="2730982" y="1496783"/>
                </a:lnTo>
                <a:lnTo>
                  <a:pt x="2742920" y="1449146"/>
                </a:lnTo>
                <a:lnTo>
                  <a:pt x="2743200" y="137160"/>
                </a:lnTo>
                <a:lnTo>
                  <a:pt x="2742311" y="121488"/>
                </a:lnTo>
                <a:lnTo>
                  <a:pt x="2729064" y="76492"/>
                </a:lnTo>
                <a:lnTo>
                  <a:pt x="2704604" y="41757"/>
                </a:lnTo>
                <a:lnTo>
                  <a:pt x="2662643" y="12204"/>
                </a:lnTo>
                <a:lnTo>
                  <a:pt x="2615006" y="279"/>
                </a:lnTo>
                <a:lnTo>
                  <a:pt x="137159" y="0"/>
                </a:lnTo>
                <a:close/>
              </a:path>
            </a:pathLst>
          </a:custGeom>
          <a:solidFill>
            <a:srgbClr val="1B4A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22854" y="3022699"/>
            <a:ext cx="1165225" cy="58102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 indent="195580">
              <a:lnSpc>
                <a:spcPct val="102299"/>
              </a:lnSpc>
              <a:spcBef>
                <a:spcPts val="50"/>
              </a:spcBef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Student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Registration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79709" y="3047095"/>
            <a:ext cx="3708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D98E3C"/>
                </a:solidFill>
                <a:latin typeface="Calibri"/>
                <a:cs typeface="Calibri"/>
              </a:rPr>
              <a:t>→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52905" y="2537460"/>
            <a:ext cx="2743200" cy="1577340"/>
          </a:xfrm>
          <a:custGeom>
            <a:avLst/>
            <a:gdLst/>
            <a:ahLst/>
            <a:cxnLst/>
            <a:rect l="l" t="t" r="r" b="b"/>
            <a:pathLst>
              <a:path w="2743200" h="1577339">
                <a:moveTo>
                  <a:pt x="137160" y="0"/>
                </a:moveTo>
                <a:lnTo>
                  <a:pt x="95199" y="6553"/>
                </a:lnTo>
                <a:lnTo>
                  <a:pt x="51879" y="29705"/>
                </a:lnTo>
                <a:lnTo>
                  <a:pt x="18351" y="68580"/>
                </a:lnTo>
                <a:lnTo>
                  <a:pt x="2197" y="112610"/>
                </a:lnTo>
                <a:lnTo>
                  <a:pt x="0" y="1440167"/>
                </a:lnTo>
                <a:lnTo>
                  <a:pt x="876" y="1455851"/>
                </a:lnTo>
                <a:lnTo>
                  <a:pt x="14122" y="1500847"/>
                </a:lnTo>
                <a:lnTo>
                  <a:pt x="38582" y="1535569"/>
                </a:lnTo>
                <a:lnTo>
                  <a:pt x="80543" y="1565135"/>
                </a:lnTo>
                <a:lnTo>
                  <a:pt x="128193" y="1577060"/>
                </a:lnTo>
                <a:lnTo>
                  <a:pt x="2608275" y="1577340"/>
                </a:lnTo>
                <a:lnTo>
                  <a:pt x="2623934" y="1576184"/>
                </a:lnTo>
                <a:lnTo>
                  <a:pt x="2672676" y="1560080"/>
                </a:lnTo>
                <a:lnTo>
                  <a:pt x="2709176" y="1530616"/>
                </a:lnTo>
                <a:lnTo>
                  <a:pt x="2730982" y="1496783"/>
                </a:lnTo>
                <a:lnTo>
                  <a:pt x="2742920" y="1449146"/>
                </a:lnTo>
                <a:lnTo>
                  <a:pt x="2743200" y="137160"/>
                </a:lnTo>
                <a:lnTo>
                  <a:pt x="2742311" y="121488"/>
                </a:lnTo>
                <a:lnTo>
                  <a:pt x="2729064" y="76492"/>
                </a:lnTo>
                <a:lnTo>
                  <a:pt x="2704604" y="41757"/>
                </a:lnTo>
                <a:lnTo>
                  <a:pt x="2662643" y="12204"/>
                </a:lnTo>
                <a:lnTo>
                  <a:pt x="2615006" y="279"/>
                </a:lnTo>
                <a:lnTo>
                  <a:pt x="137160" y="0"/>
                </a:lnTo>
                <a:close/>
              </a:path>
            </a:pathLst>
          </a:custGeom>
          <a:solidFill>
            <a:srgbClr val="2C3A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244820" y="3022699"/>
            <a:ext cx="1158875" cy="58102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4925" marR="5080" indent="-22860">
              <a:lnSpc>
                <a:spcPct val="102299"/>
              </a:lnSpc>
              <a:spcBef>
                <a:spcPts val="5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Academic</a:t>
            </a: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 &amp;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Skill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 Details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98980" y="3047095"/>
            <a:ext cx="3708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D98E3C"/>
                </a:solidFill>
                <a:latin typeface="Calibri"/>
                <a:cs typeface="Calibri"/>
              </a:rPr>
              <a:t>→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72177" y="2537460"/>
            <a:ext cx="2743200" cy="1577340"/>
          </a:xfrm>
          <a:custGeom>
            <a:avLst/>
            <a:gdLst/>
            <a:ahLst/>
            <a:cxnLst/>
            <a:rect l="l" t="t" r="r" b="b"/>
            <a:pathLst>
              <a:path w="2743200" h="1577339">
                <a:moveTo>
                  <a:pt x="137159" y="0"/>
                </a:moveTo>
                <a:lnTo>
                  <a:pt x="95199" y="6553"/>
                </a:lnTo>
                <a:lnTo>
                  <a:pt x="51879" y="29705"/>
                </a:lnTo>
                <a:lnTo>
                  <a:pt x="18351" y="68580"/>
                </a:lnTo>
                <a:lnTo>
                  <a:pt x="2197" y="112610"/>
                </a:lnTo>
                <a:lnTo>
                  <a:pt x="0" y="1440167"/>
                </a:lnTo>
                <a:lnTo>
                  <a:pt x="876" y="1455851"/>
                </a:lnTo>
                <a:lnTo>
                  <a:pt x="14122" y="1500847"/>
                </a:lnTo>
                <a:lnTo>
                  <a:pt x="38582" y="1535569"/>
                </a:lnTo>
                <a:lnTo>
                  <a:pt x="80543" y="1565135"/>
                </a:lnTo>
                <a:lnTo>
                  <a:pt x="128181" y="1577060"/>
                </a:lnTo>
                <a:lnTo>
                  <a:pt x="2608275" y="1577340"/>
                </a:lnTo>
                <a:lnTo>
                  <a:pt x="2623934" y="1576184"/>
                </a:lnTo>
                <a:lnTo>
                  <a:pt x="2672676" y="1560080"/>
                </a:lnTo>
                <a:lnTo>
                  <a:pt x="2709176" y="1530616"/>
                </a:lnTo>
                <a:lnTo>
                  <a:pt x="2730982" y="1496783"/>
                </a:lnTo>
                <a:lnTo>
                  <a:pt x="2742920" y="1449146"/>
                </a:lnTo>
                <a:lnTo>
                  <a:pt x="2743199" y="137160"/>
                </a:lnTo>
                <a:lnTo>
                  <a:pt x="2742310" y="121488"/>
                </a:lnTo>
                <a:lnTo>
                  <a:pt x="2729064" y="76492"/>
                </a:lnTo>
                <a:lnTo>
                  <a:pt x="2704604" y="41757"/>
                </a:lnTo>
                <a:lnTo>
                  <a:pt x="2662643" y="12204"/>
                </a:lnTo>
                <a:lnTo>
                  <a:pt x="2615006" y="279"/>
                </a:lnTo>
                <a:lnTo>
                  <a:pt x="137159" y="0"/>
                </a:lnTo>
                <a:close/>
              </a:path>
            </a:pathLst>
          </a:custGeom>
          <a:solidFill>
            <a:srgbClr val="1B4A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578603" y="3022699"/>
            <a:ext cx="1130935" cy="58102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67945" marR="5080" indent="-55880">
              <a:lnSpc>
                <a:spcPct val="102299"/>
              </a:lnSpc>
              <a:spcBef>
                <a:spcPts val="50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Company</a:t>
            </a:r>
            <a:r>
              <a:rPr dirty="0" sz="18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Calibri"/>
                <a:cs typeface="Calibri"/>
              </a:rPr>
              <a:t>&amp; </a:t>
            </a: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Job </a:t>
            </a: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Profile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18252" y="3047095"/>
            <a:ext cx="3708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D98E3C"/>
                </a:solidFill>
                <a:latin typeface="Calibri"/>
                <a:cs typeface="Calibri"/>
              </a:rPr>
              <a:t>→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091450" y="2537460"/>
            <a:ext cx="2743200" cy="1577340"/>
          </a:xfrm>
          <a:custGeom>
            <a:avLst/>
            <a:gdLst/>
            <a:ahLst/>
            <a:cxnLst/>
            <a:rect l="l" t="t" r="r" b="b"/>
            <a:pathLst>
              <a:path w="2743200" h="1577339">
                <a:moveTo>
                  <a:pt x="137159" y="0"/>
                </a:moveTo>
                <a:lnTo>
                  <a:pt x="95199" y="6553"/>
                </a:lnTo>
                <a:lnTo>
                  <a:pt x="51879" y="29705"/>
                </a:lnTo>
                <a:lnTo>
                  <a:pt x="18351" y="68580"/>
                </a:lnTo>
                <a:lnTo>
                  <a:pt x="2197" y="112610"/>
                </a:lnTo>
                <a:lnTo>
                  <a:pt x="0" y="1440167"/>
                </a:lnTo>
                <a:lnTo>
                  <a:pt x="876" y="1455851"/>
                </a:lnTo>
                <a:lnTo>
                  <a:pt x="14122" y="1500847"/>
                </a:lnTo>
                <a:lnTo>
                  <a:pt x="38582" y="1535569"/>
                </a:lnTo>
                <a:lnTo>
                  <a:pt x="80543" y="1565135"/>
                </a:lnTo>
                <a:lnTo>
                  <a:pt x="128181" y="1577060"/>
                </a:lnTo>
                <a:lnTo>
                  <a:pt x="2610523" y="1577289"/>
                </a:lnTo>
                <a:lnTo>
                  <a:pt x="2628379" y="1575523"/>
                </a:lnTo>
                <a:lnTo>
                  <a:pt x="2672676" y="1560080"/>
                </a:lnTo>
                <a:lnTo>
                  <a:pt x="2709176" y="1530616"/>
                </a:lnTo>
                <a:lnTo>
                  <a:pt x="2730982" y="1496783"/>
                </a:lnTo>
                <a:lnTo>
                  <a:pt x="2742920" y="1449146"/>
                </a:lnTo>
                <a:lnTo>
                  <a:pt x="2743199" y="137160"/>
                </a:lnTo>
                <a:lnTo>
                  <a:pt x="2742755" y="125958"/>
                </a:lnTo>
                <a:lnTo>
                  <a:pt x="2729064" y="76492"/>
                </a:lnTo>
                <a:lnTo>
                  <a:pt x="2704604" y="41757"/>
                </a:lnTo>
                <a:lnTo>
                  <a:pt x="2662643" y="12204"/>
                </a:lnTo>
                <a:lnTo>
                  <a:pt x="2615006" y="279"/>
                </a:lnTo>
                <a:lnTo>
                  <a:pt x="137159" y="0"/>
                </a:lnTo>
                <a:close/>
              </a:path>
            </a:pathLst>
          </a:custGeom>
          <a:solidFill>
            <a:srgbClr val="2C3A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949220" y="3022699"/>
            <a:ext cx="1028700" cy="58102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62255" marR="5080" indent="-250190">
              <a:lnSpc>
                <a:spcPct val="102299"/>
              </a:lnSpc>
              <a:spcBef>
                <a:spcPts val="50"/>
              </a:spcBef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Placement Drive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937526" y="3047095"/>
            <a:ext cx="3708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D98E3C"/>
                </a:solidFill>
                <a:latin typeface="Calibri"/>
                <a:cs typeface="Calibri"/>
              </a:rPr>
              <a:t>→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410720" y="2537460"/>
            <a:ext cx="2743200" cy="1577340"/>
          </a:xfrm>
          <a:custGeom>
            <a:avLst/>
            <a:gdLst/>
            <a:ahLst/>
            <a:cxnLst/>
            <a:rect l="l" t="t" r="r" b="b"/>
            <a:pathLst>
              <a:path w="2743200" h="1577339">
                <a:moveTo>
                  <a:pt x="137159" y="0"/>
                </a:moveTo>
                <a:lnTo>
                  <a:pt x="95199" y="6553"/>
                </a:lnTo>
                <a:lnTo>
                  <a:pt x="51879" y="29705"/>
                </a:lnTo>
                <a:lnTo>
                  <a:pt x="18351" y="68580"/>
                </a:lnTo>
                <a:lnTo>
                  <a:pt x="2197" y="112610"/>
                </a:lnTo>
                <a:lnTo>
                  <a:pt x="0" y="1440167"/>
                </a:lnTo>
                <a:lnTo>
                  <a:pt x="266" y="1449146"/>
                </a:lnTo>
                <a:lnTo>
                  <a:pt x="11290" y="1494739"/>
                </a:lnTo>
                <a:lnTo>
                  <a:pt x="32550" y="1528927"/>
                </a:lnTo>
                <a:lnTo>
                  <a:pt x="68567" y="1558975"/>
                </a:lnTo>
                <a:lnTo>
                  <a:pt x="112598" y="1575142"/>
                </a:lnTo>
                <a:lnTo>
                  <a:pt x="2608275" y="1577340"/>
                </a:lnTo>
                <a:lnTo>
                  <a:pt x="2623934" y="1576184"/>
                </a:lnTo>
                <a:lnTo>
                  <a:pt x="2672676" y="1560080"/>
                </a:lnTo>
                <a:lnTo>
                  <a:pt x="2709176" y="1530616"/>
                </a:lnTo>
                <a:lnTo>
                  <a:pt x="2730982" y="1496783"/>
                </a:lnTo>
                <a:lnTo>
                  <a:pt x="2742920" y="1449146"/>
                </a:lnTo>
                <a:lnTo>
                  <a:pt x="2743199" y="137160"/>
                </a:lnTo>
                <a:lnTo>
                  <a:pt x="2742310" y="121488"/>
                </a:lnTo>
                <a:lnTo>
                  <a:pt x="2729064" y="76492"/>
                </a:lnTo>
                <a:lnTo>
                  <a:pt x="2704604" y="41757"/>
                </a:lnTo>
                <a:lnTo>
                  <a:pt x="2662643" y="12204"/>
                </a:lnTo>
                <a:lnTo>
                  <a:pt x="2615006" y="279"/>
                </a:lnTo>
                <a:lnTo>
                  <a:pt x="137159" y="0"/>
                </a:lnTo>
                <a:close/>
              </a:path>
            </a:pathLst>
          </a:custGeom>
          <a:solidFill>
            <a:srgbClr val="1B4A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5336135" y="3022699"/>
            <a:ext cx="893444" cy="58102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63830" marR="5080" indent="-151765">
              <a:lnSpc>
                <a:spcPct val="102299"/>
              </a:lnSpc>
              <a:spcBef>
                <a:spcPts val="50"/>
              </a:spcBef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Eligibility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41371" y="4384518"/>
            <a:ext cx="405130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50" b="1">
                <a:solidFill>
                  <a:srgbClr val="D98E3C"/>
                </a:solidFill>
                <a:latin typeface="Calibri"/>
                <a:cs typeface="Calibri"/>
              </a:rPr>
              <a:t>↓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33633" y="5143500"/>
            <a:ext cx="2743200" cy="1577340"/>
          </a:xfrm>
          <a:custGeom>
            <a:avLst/>
            <a:gdLst/>
            <a:ahLst/>
            <a:cxnLst/>
            <a:rect l="l" t="t" r="r" b="b"/>
            <a:pathLst>
              <a:path w="2743200" h="1577340">
                <a:moveTo>
                  <a:pt x="137159" y="0"/>
                </a:moveTo>
                <a:lnTo>
                  <a:pt x="95199" y="6553"/>
                </a:lnTo>
                <a:lnTo>
                  <a:pt x="51879" y="29705"/>
                </a:lnTo>
                <a:lnTo>
                  <a:pt x="18351" y="68580"/>
                </a:lnTo>
                <a:lnTo>
                  <a:pt x="2197" y="112610"/>
                </a:lnTo>
                <a:lnTo>
                  <a:pt x="0" y="1440167"/>
                </a:lnTo>
                <a:lnTo>
                  <a:pt x="266" y="1449146"/>
                </a:lnTo>
                <a:lnTo>
                  <a:pt x="12204" y="1496783"/>
                </a:lnTo>
                <a:lnTo>
                  <a:pt x="38582" y="1535569"/>
                </a:lnTo>
                <a:lnTo>
                  <a:pt x="80543" y="1565135"/>
                </a:lnTo>
                <a:lnTo>
                  <a:pt x="128181" y="1577060"/>
                </a:lnTo>
                <a:lnTo>
                  <a:pt x="2608275" y="1577340"/>
                </a:lnTo>
                <a:lnTo>
                  <a:pt x="2623934" y="1576184"/>
                </a:lnTo>
                <a:lnTo>
                  <a:pt x="2672676" y="1560080"/>
                </a:lnTo>
                <a:lnTo>
                  <a:pt x="2709176" y="1530616"/>
                </a:lnTo>
                <a:lnTo>
                  <a:pt x="2730982" y="1496783"/>
                </a:lnTo>
                <a:lnTo>
                  <a:pt x="2742920" y="1449146"/>
                </a:lnTo>
                <a:lnTo>
                  <a:pt x="2743200" y="137160"/>
                </a:lnTo>
                <a:lnTo>
                  <a:pt x="2742311" y="121488"/>
                </a:lnTo>
                <a:lnTo>
                  <a:pt x="2729064" y="76492"/>
                </a:lnTo>
                <a:lnTo>
                  <a:pt x="2704604" y="41757"/>
                </a:lnTo>
                <a:lnTo>
                  <a:pt x="2662643" y="12204"/>
                </a:lnTo>
                <a:lnTo>
                  <a:pt x="2615006" y="279"/>
                </a:lnTo>
                <a:lnTo>
                  <a:pt x="137159" y="0"/>
                </a:lnTo>
                <a:close/>
              </a:path>
            </a:pathLst>
          </a:custGeom>
          <a:solidFill>
            <a:srgbClr val="1B4A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952115" y="5628740"/>
            <a:ext cx="1105535" cy="58102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 indent="166370">
              <a:lnSpc>
                <a:spcPct val="102299"/>
              </a:lnSpc>
              <a:spcBef>
                <a:spcPts val="50"/>
              </a:spcBef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Student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79709" y="5653135"/>
            <a:ext cx="3708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D98E3C"/>
                </a:solidFill>
                <a:latin typeface="Calibri"/>
                <a:cs typeface="Calibri"/>
              </a:rPr>
              <a:t>→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452905" y="5143500"/>
            <a:ext cx="2743200" cy="1577340"/>
          </a:xfrm>
          <a:custGeom>
            <a:avLst/>
            <a:gdLst/>
            <a:ahLst/>
            <a:cxnLst/>
            <a:rect l="l" t="t" r="r" b="b"/>
            <a:pathLst>
              <a:path w="2743200" h="1577340">
                <a:moveTo>
                  <a:pt x="137160" y="0"/>
                </a:moveTo>
                <a:lnTo>
                  <a:pt x="95199" y="6553"/>
                </a:lnTo>
                <a:lnTo>
                  <a:pt x="51879" y="29705"/>
                </a:lnTo>
                <a:lnTo>
                  <a:pt x="18351" y="68580"/>
                </a:lnTo>
                <a:lnTo>
                  <a:pt x="2197" y="112610"/>
                </a:lnTo>
                <a:lnTo>
                  <a:pt x="0" y="1440167"/>
                </a:lnTo>
                <a:lnTo>
                  <a:pt x="876" y="1455851"/>
                </a:lnTo>
                <a:lnTo>
                  <a:pt x="14122" y="1500847"/>
                </a:lnTo>
                <a:lnTo>
                  <a:pt x="38582" y="1535569"/>
                </a:lnTo>
                <a:lnTo>
                  <a:pt x="80543" y="1565135"/>
                </a:lnTo>
                <a:lnTo>
                  <a:pt x="128193" y="1577060"/>
                </a:lnTo>
                <a:lnTo>
                  <a:pt x="2608275" y="1577340"/>
                </a:lnTo>
                <a:lnTo>
                  <a:pt x="2623934" y="1576184"/>
                </a:lnTo>
                <a:lnTo>
                  <a:pt x="2672676" y="1560080"/>
                </a:lnTo>
                <a:lnTo>
                  <a:pt x="2709176" y="1530616"/>
                </a:lnTo>
                <a:lnTo>
                  <a:pt x="2730982" y="1496783"/>
                </a:lnTo>
                <a:lnTo>
                  <a:pt x="2742920" y="1449146"/>
                </a:lnTo>
                <a:lnTo>
                  <a:pt x="2743200" y="137160"/>
                </a:lnTo>
                <a:lnTo>
                  <a:pt x="2742311" y="121488"/>
                </a:lnTo>
                <a:lnTo>
                  <a:pt x="2729064" y="76492"/>
                </a:lnTo>
                <a:lnTo>
                  <a:pt x="2704604" y="41757"/>
                </a:lnTo>
                <a:lnTo>
                  <a:pt x="2662643" y="12204"/>
                </a:lnTo>
                <a:lnTo>
                  <a:pt x="2615006" y="279"/>
                </a:lnTo>
                <a:lnTo>
                  <a:pt x="137160" y="0"/>
                </a:lnTo>
                <a:close/>
              </a:path>
            </a:pathLst>
          </a:custGeom>
          <a:solidFill>
            <a:srgbClr val="2C3A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377092" y="5628740"/>
            <a:ext cx="895985" cy="58102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93980" marR="5080" indent="-81915">
              <a:lnSpc>
                <a:spcPct val="102299"/>
              </a:lnSpc>
              <a:spcBef>
                <a:spcPts val="50"/>
              </a:spcBef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Selection Rounds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98980" y="5653135"/>
            <a:ext cx="3708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D98E3C"/>
                </a:solidFill>
                <a:latin typeface="Calibri"/>
                <a:cs typeface="Calibri"/>
              </a:rPr>
              <a:t>→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772177" y="5143500"/>
            <a:ext cx="2743200" cy="1577340"/>
          </a:xfrm>
          <a:custGeom>
            <a:avLst/>
            <a:gdLst/>
            <a:ahLst/>
            <a:cxnLst/>
            <a:rect l="l" t="t" r="r" b="b"/>
            <a:pathLst>
              <a:path w="2743200" h="1577340">
                <a:moveTo>
                  <a:pt x="137159" y="0"/>
                </a:moveTo>
                <a:lnTo>
                  <a:pt x="95199" y="6553"/>
                </a:lnTo>
                <a:lnTo>
                  <a:pt x="51879" y="29705"/>
                </a:lnTo>
                <a:lnTo>
                  <a:pt x="18351" y="68580"/>
                </a:lnTo>
                <a:lnTo>
                  <a:pt x="2197" y="112610"/>
                </a:lnTo>
                <a:lnTo>
                  <a:pt x="0" y="1440167"/>
                </a:lnTo>
                <a:lnTo>
                  <a:pt x="876" y="1455851"/>
                </a:lnTo>
                <a:lnTo>
                  <a:pt x="14122" y="1500847"/>
                </a:lnTo>
                <a:lnTo>
                  <a:pt x="38582" y="1535569"/>
                </a:lnTo>
                <a:lnTo>
                  <a:pt x="80543" y="1565135"/>
                </a:lnTo>
                <a:lnTo>
                  <a:pt x="128181" y="1577060"/>
                </a:lnTo>
                <a:lnTo>
                  <a:pt x="2608275" y="1577340"/>
                </a:lnTo>
                <a:lnTo>
                  <a:pt x="2623934" y="1576184"/>
                </a:lnTo>
                <a:lnTo>
                  <a:pt x="2672676" y="1560080"/>
                </a:lnTo>
                <a:lnTo>
                  <a:pt x="2709176" y="1530616"/>
                </a:lnTo>
                <a:lnTo>
                  <a:pt x="2730982" y="1496783"/>
                </a:lnTo>
                <a:lnTo>
                  <a:pt x="2742920" y="1449146"/>
                </a:lnTo>
                <a:lnTo>
                  <a:pt x="2743199" y="137160"/>
                </a:lnTo>
                <a:lnTo>
                  <a:pt x="2742310" y="121488"/>
                </a:lnTo>
                <a:lnTo>
                  <a:pt x="2729064" y="76492"/>
                </a:lnTo>
                <a:lnTo>
                  <a:pt x="2704604" y="41757"/>
                </a:lnTo>
                <a:lnTo>
                  <a:pt x="2662643" y="12204"/>
                </a:lnTo>
                <a:lnTo>
                  <a:pt x="2615006" y="279"/>
                </a:lnTo>
                <a:lnTo>
                  <a:pt x="137159" y="0"/>
                </a:lnTo>
                <a:close/>
              </a:path>
            </a:pathLst>
          </a:custGeom>
          <a:solidFill>
            <a:srgbClr val="1B4A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790586" y="5628740"/>
            <a:ext cx="706755" cy="58102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 indent="32384">
              <a:lnSpc>
                <a:spcPct val="102299"/>
              </a:lnSpc>
              <a:spcBef>
                <a:spcPts val="50"/>
              </a:spcBef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Round Results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618252" y="5653135"/>
            <a:ext cx="3708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D98E3C"/>
                </a:solidFill>
                <a:latin typeface="Calibri"/>
                <a:cs typeface="Calibri"/>
              </a:rPr>
              <a:t>→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091450" y="5143500"/>
            <a:ext cx="2743200" cy="1577340"/>
          </a:xfrm>
          <a:custGeom>
            <a:avLst/>
            <a:gdLst/>
            <a:ahLst/>
            <a:cxnLst/>
            <a:rect l="l" t="t" r="r" b="b"/>
            <a:pathLst>
              <a:path w="2743200" h="1577340">
                <a:moveTo>
                  <a:pt x="137159" y="0"/>
                </a:moveTo>
                <a:lnTo>
                  <a:pt x="95199" y="6553"/>
                </a:lnTo>
                <a:lnTo>
                  <a:pt x="51879" y="29705"/>
                </a:lnTo>
                <a:lnTo>
                  <a:pt x="18351" y="68580"/>
                </a:lnTo>
                <a:lnTo>
                  <a:pt x="2197" y="112610"/>
                </a:lnTo>
                <a:lnTo>
                  <a:pt x="0" y="1440167"/>
                </a:lnTo>
                <a:lnTo>
                  <a:pt x="876" y="1455851"/>
                </a:lnTo>
                <a:lnTo>
                  <a:pt x="14122" y="1500847"/>
                </a:lnTo>
                <a:lnTo>
                  <a:pt x="38582" y="1535569"/>
                </a:lnTo>
                <a:lnTo>
                  <a:pt x="80543" y="1565135"/>
                </a:lnTo>
                <a:lnTo>
                  <a:pt x="128181" y="1577060"/>
                </a:lnTo>
                <a:lnTo>
                  <a:pt x="2610523" y="1577289"/>
                </a:lnTo>
                <a:lnTo>
                  <a:pt x="2628379" y="1575523"/>
                </a:lnTo>
                <a:lnTo>
                  <a:pt x="2672676" y="1560080"/>
                </a:lnTo>
                <a:lnTo>
                  <a:pt x="2709176" y="1530616"/>
                </a:lnTo>
                <a:lnTo>
                  <a:pt x="2730982" y="1496783"/>
                </a:lnTo>
                <a:lnTo>
                  <a:pt x="2742920" y="1449146"/>
                </a:lnTo>
                <a:lnTo>
                  <a:pt x="2743199" y="137160"/>
                </a:lnTo>
                <a:lnTo>
                  <a:pt x="2742755" y="125958"/>
                </a:lnTo>
                <a:lnTo>
                  <a:pt x="2729064" y="76492"/>
                </a:lnTo>
                <a:lnTo>
                  <a:pt x="2704604" y="41757"/>
                </a:lnTo>
                <a:lnTo>
                  <a:pt x="2662643" y="12204"/>
                </a:lnTo>
                <a:lnTo>
                  <a:pt x="2615006" y="279"/>
                </a:lnTo>
                <a:lnTo>
                  <a:pt x="137159" y="0"/>
                </a:lnTo>
                <a:close/>
              </a:path>
            </a:pathLst>
          </a:custGeom>
          <a:solidFill>
            <a:srgbClr val="2C3A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2015721" y="5628740"/>
            <a:ext cx="895985" cy="58102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 indent="207645">
              <a:lnSpc>
                <a:spcPct val="102299"/>
              </a:lnSpc>
              <a:spcBef>
                <a:spcPts val="50"/>
              </a:spcBef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Final Selection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937526" y="5653135"/>
            <a:ext cx="37084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D98E3C"/>
                </a:solidFill>
                <a:latin typeface="Calibri"/>
                <a:cs typeface="Calibri"/>
              </a:rPr>
              <a:t>→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4410720" y="5143500"/>
            <a:ext cx="2743200" cy="1577340"/>
          </a:xfrm>
          <a:custGeom>
            <a:avLst/>
            <a:gdLst/>
            <a:ahLst/>
            <a:cxnLst/>
            <a:rect l="l" t="t" r="r" b="b"/>
            <a:pathLst>
              <a:path w="2743200" h="1577340">
                <a:moveTo>
                  <a:pt x="137159" y="0"/>
                </a:moveTo>
                <a:lnTo>
                  <a:pt x="95199" y="6553"/>
                </a:lnTo>
                <a:lnTo>
                  <a:pt x="51879" y="29705"/>
                </a:lnTo>
                <a:lnTo>
                  <a:pt x="18351" y="68580"/>
                </a:lnTo>
                <a:lnTo>
                  <a:pt x="2197" y="112610"/>
                </a:lnTo>
                <a:lnTo>
                  <a:pt x="0" y="1440167"/>
                </a:lnTo>
                <a:lnTo>
                  <a:pt x="266" y="1449146"/>
                </a:lnTo>
                <a:lnTo>
                  <a:pt x="11290" y="1494739"/>
                </a:lnTo>
                <a:lnTo>
                  <a:pt x="32550" y="1528927"/>
                </a:lnTo>
                <a:lnTo>
                  <a:pt x="68567" y="1558975"/>
                </a:lnTo>
                <a:lnTo>
                  <a:pt x="112598" y="1575142"/>
                </a:lnTo>
                <a:lnTo>
                  <a:pt x="2608275" y="1577340"/>
                </a:lnTo>
                <a:lnTo>
                  <a:pt x="2623934" y="1576184"/>
                </a:lnTo>
                <a:lnTo>
                  <a:pt x="2672676" y="1560080"/>
                </a:lnTo>
                <a:lnTo>
                  <a:pt x="2709176" y="1530616"/>
                </a:lnTo>
                <a:lnTo>
                  <a:pt x="2730982" y="1496783"/>
                </a:lnTo>
                <a:lnTo>
                  <a:pt x="2742920" y="1449146"/>
                </a:lnTo>
                <a:lnTo>
                  <a:pt x="2743199" y="137160"/>
                </a:lnTo>
                <a:lnTo>
                  <a:pt x="2742310" y="121488"/>
                </a:lnTo>
                <a:lnTo>
                  <a:pt x="2729064" y="76492"/>
                </a:lnTo>
                <a:lnTo>
                  <a:pt x="2704604" y="41757"/>
                </a:lnTo>
                <a:lnTo>
                  <a:pt x="2662643" y="12204"/>
                </a:lnTo>
                <a:lnTo>
                  <a:pt x="2615006" y="279"/>
                </a:lnTo>
                <a:lnTo>
                  <a:pt x="137159" y="0"/>
                </a:lnTo>
                <a:close/>
              </a:path>
            </a:pathLst>
          </a:custGeom>
          <a:solidFill>
            <a:srgbClr val="1B4A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5527611" y="5628740"/>
            <a:ext cx="509905" cy="58102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 indent="81280">
              <a:lnSpc>
                <a:spcPct val="102299"/>
              </a:lnSpc>
              <a:spcBef>
                <a:spcPts val="50"/>
              </a:spcBef>
            </a:pP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Job </a:t>
            </a:r>
            <a:r>
              <a:rPr dirty="0" sz="1800" spc="-225" b="1">
                <a:solidFill>
                  <a:srgbClr val="FFFFFF"/>
                </a:solidFill>
                <a:latin typeface="Calibri"/>
                <a:cs typeface="Calibri"/>
              </a:rPr>
              <a:t>Offer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908338" y="7326153"/>
            <a:ext cx="14425930" cy="1875789"/>
            <a:chOff x="1908338" y="7326153"/>
            <a:chExt cx="14425930" cy="1875789"/>
          </a:xfrm>
        </p:grpSpPr>
        <p:sp>
          <p:nvSpPr>
            <p:cNvPr id="34" name="object 34"/>
            <p:cNvSpPr/>
            <p:nvPr/>
          </p:nvSpPr>
          <p:spPr>
            <a:xfrm>
              <a:off x="1920244" y="7338059"/>
              <a:ext cx="14401800" cy="1851660"/>
            </a:xfrm>
            <a:custGeom>
              <a:avLst/>
              <a:gdLst/>
              <a:ahLst/>
              <a:cxnLst/>
              <a:rect l="l" t="t" r="r" b="b"/>
              <a:pathLst>
                <a:path w="14401800" h="1851659">
                  <a:moveTo>
                    <a:pt x="137147" y="0"/>
                  </a:moveTo>
                  <a:lnTo>
                    <a:pt x="134899" y="0"/>
                  </a:lnTo>
                  <a:lnTo>
                    <a:pt x="119240" y="1155"/>
                  </a:lnTo>
                  <a:lnTo>
                    <a:pt x="70510" y="17246"/>
                  </a:lnTo>
                  <a:lnTo>
                    <a:pt x="32550" y="48412"/>
                  </a:lnTo>
                  <a:lnTo>
                    <a:pt x="9575" y="86741"/>
                  </a:lnTo>
                  <a:lnTo>
                    <a:pt x="266" y="128181"/>
                  </a:lnTo>
                  <a:lnTo>
                    <a:pt x="0" y="1714512"/>
                  </a:lnTo>
                  <a:lnTo>
                    <a:pt x="876" y="1730184"/>
                  </a:lnTo>
                  <a:lnTo>
                    <a:pt x="14122" y="1775180"/>
                  </a:lnTo>
                  <a:lnTo>
                    <a:pt x="43383" y="1814626"/>
                  </a:lnTo>
                  <a:lnTo>
                    <a:pt x="82588" y="1840369"/>
                  </a:lnTo>
                  <a:lnTo>
                    <a:pt x="128181" y="1851380"/>
                  </a:lnTo>
                  <a:lnTo>
                    <a:pt x="14264640" y="1851660"/>
                  </a:lnTo>
                  <a:lnTo>
                    <a:pt x="14280286" y="1850783"/>
                  </a:lnTo>
                  <a:lnTo>
                    <a:pt x="14321269" y="1839455"/>
                  </a:lnTo>
                  <a:lnTo>
                    <a:pt x="14360017" y="1813077"/>
                  </a:lnTo>
                  <a:lnTo>
                    <a:pt x="14386687" y="1777187"/>
                  </a:lnTo>
                  <a:lnTo>
                    <a:pt x="14400657" y="1732407"/>
                  </a:lnTo>
                  <a:lnTo>
                    <a:pt x="14401800" y="137147"/>
                  </a:lnTo>
                  <a:lnTo>
                    <a:pt x="14401546" y="128181"/>
                  </a:lnTo>
                  <a:lnTo>
                    <a:pt x="14389608" y="80543"/>
                  </a:lnTo>
                  <a:lnTo>
                    <a:pt x="14363192" y="41757"/>
                  </a:lnTo>
                  <a:lnTo>
                    <a:pt x="14321269" y="12204"/>
                  </a:lnTo>
                  <a:lnTo>
                    <a:pt x="14273618" y="279"/>
                  </a:lnTo>
                  <a:lnTo>
                    <a:pt x="1371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920244" y="7338059"/>
              <a:ext cx="14401800" cy="1851660"/>
            </a:xfrm>
            <a:custGeom>
              <a:avLst/>
              <a:gdLst/>
              <a:ahLst/>
              <a:cxnLst/>
              <a:rect l="l" t="t" r="r" b="b"/>
              <a:pathLst>
                <a:path w="14401800" h="1851659">
                  <a:moveTo>
                    <a:pt x="137147" y="0"/>
                  </a:moveTo>
                  <a:lnTo>
                    <a:pt x="14264640" y="0"/>
                  </a:lnTo>
                  <a:lnTo>
                    <a:pt x="14266862" y="0"/>
                  </a:lnTo>
                  <a:lnTo>
                    <a:pt x="14269110" y="50"/>
                  </a:lnTo>
                  <a:lnTo>
                    <a:pt x="14284731" y="1485"/>
                  </a:lnTo>
                  <a:lnTo>
                    <a:pt x="14286953" y="1816"/>
                  </a:lnTo>
                  <a:lnTo>
                    <a:pt x="14289176" y="2197"/>
                  </a:lnTo>
                  <a:lnTo>
                    <a:pt x="14291398" y="2641"/>
                  </a:lnTo>
                  <a:lnTo>
                    <a:pt x="14293621" y="3073"/>
                  </a:lnTo>
                  <a:lnTo>
                    <a:pt x="14317116" y="10439"/>
                  </a:lnTo>
                  <a:lnTo>
                    <a:pt x="14319211" y="11303"/>
                  </a:lnTo>
                  <a:lnTo>
                    <a:pt x="14321269" y="12204"/>
                  </a:lnTo>
                  <a:lnTo>
                    <a:pt x="14323314" y="13169"/>
                  </a:lnTo>
                  <a:lnTo>
                    <a:pt x="14325346" y="14122"/>
                  </a:lnTo>
                  <a:lnTo>
                    <a:pt x="14335125" y="19507"/>
                  </a:lnTo>
                  <a:lnTo>
                    <a:pt x="14337093" y="20662"/>
                  </a:lnTo>
                  <a:lnTo>
                    <a:pt x="14356740" y="35534"/>
                  </a:lnTo>
                  <a:lnTo>
                    <a:pt x="14358391" y="37033"/>
                  </a:lnTo>
                  <a:lnTo>
                    <a:pt x="14360017" y="38582"/>
                  </a:lnTo>
                  <a:lnTo>
                    <a:pt x="14361604" y="40170"/>
                  </a:lnTo>
                  <a:lnTo>
                    <a:pt x="14363192" y="41757"/>
                  </a:lnTo>
                  <a:lnTo>
                    <a:pt x="14370646" y="50139"/>
                  </a:lnTo>
                  <a:lnTo>
                    <a:pt x="14372107" y="51879"/>
                  </a:lnTo>
                  <a:lnTo>
                    <a:pt x="14378647" y="60960"/>
                  </a:lnTo>
                  <a:lnTo>
                    <a:pt x="14379917" y="62826"/>
                  </a:lnTo>
                  <a:lnTo>
                    <a:pt x="14385607" y="72504"/>
                  </a:lnTo>
                  <a:lnTo>
                    <a:pt x="14386687" y="74472"/>
                  </a:lnTo>
                  <a:lnTo>
                    <a:pt x="14387702" y="76479"/>
                  </a:lnTo>
                  <a:lnTo>
                    <a:pt x="14388655" y="78511"/>
                  </a:lnTo>
                  <a:lnTo>
                    <a:pt x="14389608" y="80543"/>
                  </a:lnTo>
                  <a:lnTo>
                    <a:pt x="14390496" y="82588"/>
                  </a:lnTo>
                  <a:lnTo>
                    <a:pt x="14391322" y="84670"/>
                  </a:lnTo>
                  <a:lnTo>
                    <a:pt x="14392211" y="86741"/>
                  </a:lnTo>
                  <a:lnTo>
                    <a:pt x="14399133" y="110401"/>
                  </a:lnTo>
                  <a:lnTo>
                    <a:pt x="14399577" y="112598"/>
                  </a:lnTo>
                  <a:lnTo>
                    <a:pt x="14399958" y="114808"/>
                  </a:lnTo>
                  <a:lnTo>
                    <a:pt x="14400275" y="117030"/>
                  </a:lnTo>
                  <a:lnTo>
                    <a:pt x="14400657" y="119253"/>
                  </a:lnTo>
                  <a:lnTo>
                    <a:pt x="14400936" y="121475"/>
                  </a:lnTo>
                  <a:lnTo>
                    <a:pt x="14401126" y="123710"/>
                  </a:lnTo>
                  <a:lnTo>
                    <a:pt x="14401380" y="125945"/>
                  </a:lnTo>
                  <a:lnTo>
                    <a:pt x="14401546" y="128181"/>
                  </a:lnTo>
                  <a:lnTo>
                    <a:pt x="14401609" y="130429"/>
                  </a:lnTo>
                  <a:lnTo>
                    <a:pt x="14401736" y="132664"/>
                  </a:lnTo>
                  <a:lnTo>
                    <a:pt x="14401800" y="134912"/>
                  </a:lnTo>
                  <a:lnTo>
                    <a:pt x="14401800" y="137147"/>
                  </a:lnTo>
                  <a:lnTo>
                    <a:pt x="14401800" y="1714512"/>
                  </a:lnTo>
                  <a:lnTo>
                    <a:pt x="14401800" y="1716747"/>
                  </a:lnTo>
                  <a:lnTo>
                    <a:pt x="14401736" y="1718995"/>
                  </a:lnTo>
                  <a:lnTo>
                    <a:pt x="14401609" y="1721231"/>
                  </a:lnTo>
                  <a:lnTo>
                    <a:pt x="14401546" y="1723478"/>
                  </a:lnTo>
                  <a:lnTo>
                    <a:pt x="14401380" y="1725714"/>
                  </a:lnTo>
                  <a:lnTo>
                    <a:pt x="14401126" y="1727949"/>
                  </a:lnTo>
                  <a:lnTo>
                    <a:pt x="14400936" y="1730184"/>
                  </a:lnTo>
                  <a:lnTo>
                    <a:pt x="14400657" y="1732407"/>
                  </a:lnTo>
                  <a:lnTo>
                    <a:pt x="14400275" y="1734629"/>
                  </a:lnTo>
                  <a:lnTo>
                    <a:pt x="14399958" y="1736852"/>
                  </a:lnTo>
                  <a:lnTo>
                    <a:pt x="14399577" y="1739061"/>
                  </a:lnTo>
                  <a:lnTo>
                    <a:pt x="14399133" y="1741258"/>
                  </a:lnTo>
                  <a:lnTo>
                    <a:pt x="14398688" y="1743468"/>
                  </a:lnTo>
                  <a:lnTo>
                    <a:pt x="14391322" y="1766989"/>
                  </a:lnTo>
                  <a:lnTo>
                    <a:pt x="14390496" y="1769071"/>
                  </a:lnTo>
                  <a:lnTo>
                    <a:pt x="14389608" y="1771116"/>
                  </a:lnTo>
                  <a:lnTo>
                    <a:pt x="14388655" y="1773148"/>
                  </a:lnTo>
                  <a:lnTo>
                    <a:pt x="14387702" y="1775180"/>
                  </a:lnTo>
                  <a:lnTo>
                    <a:pt x="14382267" y="1785010"/>
                  </a:lnTo>
                  <a:lnTo>
                    <a:pt x="14381124" y="1786940"/>
                  </a:lnTo>
                  <a:lnTo>
                    <a:pt x="14379917" y="1788845"/>
                  </a:lnTo>
                  <a:lnTo>
                    <a:pt x="14378647" y="1790712"/>
                  </a:lnTo>
                  <a:lnTo>
                    <a:pt x="14377441" y="1792566"/>
                  </a:lnTo>
                  <a:lnTo>
                    <a:pt x="14376171" y="1794408"/>
                  </a:lnTo>
                  <a:lnTo>
                    <a:pt x="14374837" y="1796211"/>
                  </a:lnTo>
                  <a:lnTo>
                    <a:pt x="14373504" y="1798015"/>
                  </a:lnTo>
                  <a:lnTo>
                    <a:pt x="14372107" y="1799780"/>
                  </a:lnTo>
                  <a:lnTo>
                    <a:pt x="14370646" y="1801520"/>
                  </a:lnTo>
                  <a:lnTo>
                    <a:pt x="14369249" y="1803247"/>
                  </a:lnTo>
                  <a:lnTo>
                    <a:pt x="14361604" y="1811489"/>
                  </a:lnTo>
                  <a:lnTo>
                    <a:pt x="14360017" y="1813077"/>
                  </a:lnTo>
                  <a:lnTo>
                    <a:pt x="14335125" y="1832140"/>
                  </a:lnTo>
                  <a:lnTo>
                    <a:pt x="14333219" y="1833295"/>
                  </a:lnTo>
                  <a:lnTo>
                    <a:pt x="14317116" y="1841220"/>
                  </a:lnTo>
                  <a:lnTo>
                    <a:pt x="14315020" y="1842084"/>
                  </a:lnTo>
                  <a:lnTo>
                    <a:pt x="14304454" y="1845754"/>
                  </a:lnTo>
                  <a:lnTo>
                    <a:pt x="14302295" y="1846414"/>
                  </a:lnTo>
                  <a:lnTo>
                    <a:pt x="14300136" y="1847011"/>
                  </a:lnTo>
                  <a:lnTo>
                    <a:pt x="14297977" y="1847545"/>
                  </a:lnTo>
                  <a:lnTo>
                    <a:pt x="14295818" y="1848091"/>
                  </a:lnTo>
                  <a:lnTo>
                    <a:pt x="14293621" y="1848586"/>
                  </a:lnTo>
                  <a:lnTo>
                    <a:pt x="14291398" y="1849018"/>
                  </a:lnTo>
                  <a:lnTo>
                    <a:pt x="14289176" y="1849462"/>
                  </a:lnTo>
                  <a:lnTo>
                    <a:pt x="14286953" y="1849843"/>
                  </a:lnTo>
                  <a:lnTo>
                    <a:pt x="14284731" y="1850174"/>
                  </a:lnTo>
                  <a:lnTo>
                    <a:pt x="14282508" y="1850504"/>
                  </a:lnTo>
                  <a:lnTo>
                    <a:pt x="14266862" y="1851660"/>
                  </a:lnTo>
                  <a:lnTo>
                    <a:pt x="14264640" y="1851660"/>
                  </a:lnTo>
                  <a:lnTo>
                    <a:pt x="137147" y="1851660"/>
                  </a:lnTo>
                  <a:lnTo>
                    <a:pt x="134899" y="1851660"/>
                  </a:lnTo>
                  <a:lnTo>
                    <a:pt x="132664" y="1851609"/>
                  </a:lnTo>
                  <a:lnTo>
                    <a:pt x="110388" y="1849018"/>
                  </a:lnTo>
                  <a:lnTo>
                    <a:pt x="108191" y="1848586"/>
                  </a:lnTo>
                  <a:lnTo>
                    <a:pt x="105994" y="1848091"/>
                  </a:lnTo>
                  <a:lnTo>
                    <a:pt x="103822" y="1847545"/>
                  </a:lnTo>
                  <a:lnTo>
                    <a:pt x="101650" y="1847011"/>
                  </a:lnTo>
                  <a:lnTo>
                    <a:pt x="99479" y="1846414"/>
                  </a:lnTo>
                  <a:lnTo>
                    <a:pt x="97332" y="1845754"/>
                  </a:lnTo>
                  <a:lnTo>
                    <a:pt x="95186" y="1845106"/>
                  </a:lnTo>
                  <a:lnTo>
                    <a:pt x="84658" y="1841220"/>
                  </a:lnTo>
                  <a:lnTo>
                    <a:pt x="82588" y="1840369"/>
                  </a:lnTo>
                  <a:lnTo>
                    <a:pt x="66636" y="1832140"/>
                  </a:lnTo>
                  <a:lnTo>
                    <a:pt x="64706" y="1830997"/>
                  </a:lnTo>
                  <a:lnTo>
                    <a:pt x="62814" y="1829790"/>
                  </a:lnTo>
                  <a:lnTo>
                    <a:pt x="60947" y="1828546"/>
                  </a:lnTo>
                  <a:lnTo>
                    <a:pt x="59080" y="1827301"/>
                  </a:lnTo>
                  <a:lnTo>
                    <a:pt x="57251" y="1826006"/>
                  </a:lnTo>
                  <a:lnTo>
                    <a:pt x="55448" y="1824659"/>
                  </a:lnTo>
                  <a:lnTo>
                    <a:pt x="53644" y="1823326"/>
                  </a:lnTo>
                  <a:lnTo>
                    <a:pt x="40170" y="1811489"/>
                  </a:lnTo>
                  <a:lnTo>
                    <a:pt x="38582" y="1809902"/>
                  </a:lnTo>
                  <a:lnTo>
                    <a:pt x="37033" y="1808276"/>
                  </a:lnTo>
                  <a:lnTo>
                    <a:pt x="35521" y="1806613"/>
                  </a:lnTo>
                  <a:lnTo>
                    <a:pt x="34010" y="1804949"/>
                  </a:lnTo>
                  <a:lnTo>
                    <a:pt x="26987" y="1796211"/>
                  </a:lnTo>
                  <a:lnTo>
                    <a:pt x="25654" y="1794408"/>
                  </a:lnTo>
                  <a:lnTo>
                    <a:pt x="24358" y="1792566"/>
                  </a:lnTo>
                  <a:lnTo>
                    <a:pt x="23114" y="1790712"/>
                  </a:lnTo>
                  <a:lnTo>
                    <a:pt x="21856" y="1788845"/>
                  </a:lnTo>
                  <a:lnTo>
                    <a:pt x="20662" y="1786940"/>
                  </a:lnTo>
                  <a:lnTo>
                    <a:pt x="19507" y="1785010"/>
                  </a:lnTo>
                  <a:lnTo>
                    <a:pt x="18351" y="1783092"/>
                  </a:lnTo>
                  <a:lnTo>
                    <a:pt x="17246" y="1781136"/>
                  </a:lnTo>
                  <a:lnTo>
                    <a:pt x="16192" y="1779168"/>
                  </a:lnTo>
                  <a:lnTo>
                    <a:pt x="15125" y="1777187"/>
                  </a:lnTo>
                  <a:lnTo>
                    <a:pt x="10439" y="1766989"/>
                  </a:lnTo>
                  <a:lnTo>
                    <a:pt x="9575" y="1764919"/>
                  </a:lnTo>
                  <a:lnTo>
                    <a:pt x="8763" y="1762836"/>
                  </a:lnTo>
                  <a:lnTo>
                    <a:pt x="8013" y="1760715"/>
                  </a:lnTo>
                  <a:lnTo>
                    <a:pt x="7251" y="1758607"/>
                  </a:lnTo>
                  <a:lnTo>
                    <a:pt x="6553" y="1756473"/>
                  </a:lnTo>
                  <a:lnTo>
                    <a:pt x="5905" y="1754327"/>
                  </a:lnTo>
                  <a:lnTo>
                    <a:pt x="5245" y="1752168"/>
                  </a:lnTo>
                  <a:lnTo>
                    <a:pt x="4648" y="1750009"/>
                  </a:lnTo>
                  <a:lnTo>
                    <a:pt x="4102" y="1747824"/>
                  </a:lnTo>
                  <a:lnTo>
                    <a:pt x="3556" y="1745653"/>
                  </a:lnTo>
                  <a:lnTo>
                    <a:pt x="660" y="1727949"/>
                  </a:lnTo>
                  <a:lnTo>
                    <a:pt x="431" y="1725714"/>
                  </a:lnTo>
                  <a:lnTo>
                    <a:pt x="266" y="1723478"/>
                  </a:lnTo>
                  <a:lnTo>
                    <a:pt x="165" y="1721231"/>
                  </a:lnTo>
                  <a:lnTo>
                    <a:pt x="50" y="1718995"/>
                  </a:lnTo>
                  <a:lnTo>
                    <a:pt x="0" y="1716747"/>
                  </a:lnTo>
                  <a:lnTo>
                    <a:pt x="0" y="1714512"/>
                  </a:lnTo>
                  <a:lnTo>
                    <a:pt x="0" y="137147"/>
                  </a:lnTo>
                  <a:lnTo>
                    <a:pt x="0" y="134912"/>
                  </a:lnTo>
                  <a:lnTo>
                    <a:pt x="50" y="132664"/>
                  </a:lnTo>
                  <a:lnTo>
                    <a:pt x="165" y="130429"/>
                  </a:lnTo>
                  <a:lnTo>
                    <a:pt x="266" y="128181"/>
                  </a:lnTo>
                  <a:lnTo>
                    <a:pt x="431" y="125945"/>
                  </a:lnTo>
                  <a:lnTo>
                    <a:pt x="660" y="123710"/>
                  </a:lnTo>
                  <a:lnTo>
                    <a:pt x="876" y="121475"/>
                  </a:lnTo>
                  <a:lnTo>
                    <a:pt x="5905" y="97332"/>
                  </a:lnTo>
                  <a:lnTo>
                    <a:pt x="6553" y="95186"/>
                  </a:lnTo>
                  <a:lnTo>
                    <a:pt x="7251" y="93065"/>
                  </a:lnTo>
                  <a:lnTo>
                    <a:pt x="8013" y="90944"/>
                  </a:lnTo>
                  <a:lnTo>
                    <a:pt x="8763" y="88836"/>
                  </a:lnTo>
                  <a:lnTo>
                    <a:pt x="9575" y="86741"/>
                  </a:lnTo>
                  <a:lnTo>
                    <a:pt x="10439" y="84670"/>
                  </a:lnTo>
                  <a:lnTo>
                    <a:pt x="11290" y="82588"/>
                  </a:lnTo>
                  <a:lnTo>
                    <a:pt x="16192" y="72504"/>
                  </a:lnTo>
                  <a:lnTo>
                    <a:pt x="17246" y="70523"/>
                  </a:lnTo>
                  <a:lnTo>
                    <a:pt x="23114" y="60960"/>
                  </a:lnTo>
                  <a:lnTo>
                    <a:pt x="24358" y="59093"/>
                  </a:lnTo>
                  <a:lnTo>
                    <a:pt x="40170" y="40170"/>
                  </a:lnTo>
                  <a:lnTo>
                    <a:pt x="41757" y="38582"/>
                  </a:lnTo>
                  <a:lnTo>
                    <a:pt x="43383" y="37033"/>
                  </a:lnTo>
                  <a:lnTo>
                    <a:pt x="45046" y="35534"/>
                  </a:lnTo>
                  <a:lnTo>
                    <a:pt x="46710" y="34023"/>
                  </a:lnTo>
                  <a:lnTo>
                    <a:pt x="48399" y="32550"/>
                  </a:lnTo>
                  <a:lnTo>
                    <a:pt x="50139" y="31127"/>
                  </a:lnTo>
                  <a:lnTo>
                    <a:pt x="51879" y="29705"/>
                  </a:lnTo>
                  <a:lnTo>
                    <a:pt x="78511" y="13169"/>
                  </a:lnTo>
                  <a:lnTo>
                    <a:pt x="80530" y="12204"/>
                  </a:lnTo>
                  <a:lnTo>
                    <a:pt x="97332" y="5905"/>
                  </a:lnTo>
                  <a:lnTo>
                    <a:pt x="99479" y="5257"/>
                  </a:lnTo>
                  <a:lnTo>
                    <a:pt x="110388" y="2641"/>
                  </a:lnTo>
                  <a:lnTo>
                    <a:pt x="112585" y="2197"/>
                  </a:lnTo>
                  <a:lnTo>
                    <a:pt x="134899" y="0"/>
                  </a:lnTo>
                  <a:lnTo>
                    <a:pt x="137147" y="0"/>
                  </a:lnTo>
                  <a:close/>
                </a:path>
              </a:pathLst>
            </a:custGeom>
            <a:ln w="23812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2387600" y="7883835"/>
            <a:ext cx="13238480" cy="759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6800"/>
              </a:lnSpc>
              <a:spcBef>
                <a:spcPts val="95"/>
              </a:spcBef>
            </a:pP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This</a:t>
            </a:r>
            <a:r>
              <a:rPr dirty="0" sz="1900" spc="-4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slide</a:t>
            </a:r>
            <a:r>
              <a:rPr dirty="0" sz="1900" spc="-3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explains</a:t>
            </a:r>
            <a:r>
              <a:rPr dirty="0" sz="1900" spc="-3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the</a:t>
            </a:r>
            <a:r>
              <a:rPr dirty="0" sz="1900" spc="-3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entire</a:t>
            </a:r>
            <a:r>
              <a:rPr dirty="0" sz="1900" spc="-3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project</a:t>
            </a:r>
            <a:r>
              <a:rPr dirty="0" sz="1900" spc="-3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in</a:t>
            </a:r>
            <a:r>
              <a:rPr dirty="0" sz="1900" spc="-4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one</a:t>
            </a:r>
            <a:r>
              <a:rPr dirty="0" sz="1900" spc="-3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ﬂow</a:t>
            </a:r>
            <a:r>
              <a:rPr dirty="0" sz="1900" spc="-3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—</a:t>
            </a:r>
            <a:r>
              <a:rPr dirty="0" sz="1900" spc="-4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from</a:t>
            </a:r>
            <a:r>
              <a:rPr dirty="0" sz="1900" spc="-3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1F332F"/>
                </a:solidFill>
                <a:latin typeface="Calibri"/>
                <a:cs typeface="Calibri"/>
              </a:rPr>
              <a:t>student</a:t>
            </a:r>
            <a:r>
              <a:rPr dirty="0" sz="1900" spc="-3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1F332F"/>
                </a:solidFill>
                <a:latin typeface="Calibri"/>
                <a:cs typeface="Calibri"/>
              </a:rPr>
              <a:t>registration</a:t>
            </a:r>
            <a:r>
              <a:rPr dirty="0" sz="1900" spc="-3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through</a:t>
            </a:r>
            <a:r>
              <a:rPr dirty="0" sz="1900" spc="-4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to</a:t>
            </a:r>
            <a:r>
              <a:rPr dirty="0" sz="1900" spc="-3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the</a:t>
            </a:r>
            <a:r>
              <a:rPr dirty="0" sz="1900" spc="-3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final</a:t>
            </a:r>
            <a:r>
              <a:rPr dirty="0" sz="1900" spc="-4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job</a:t>
            </a:r>
            <a:r>
              <a:rPr dirty="0" sz="1900" spc="-3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offer</a:t>
            </a:r>
            <a:r>
              <a:rPr dirty="0" sz="1900" spc="-3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—</a:t>
            </a:r>
            <a:r>
              <a:rPr dirty="0" sz="1900" spc="-3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and</a:t>
            </a:r>
            <a:r>
              <a:rPr dirty="0" sz="1900" spc="-4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is</a:t>
            </a:r>
            <a:r>
              <a:rPr dirty="0" sz="1900" spc="-3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well</a:t>
            </a:r>
            <a:r>
              <a:rPr dirty="0" sz="1900" spc="-3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suited</a:t>
            </a:r>
            <a:r>
              <a:rPr dirty="0" sz="1900" spc="-3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for</a:t>
            </a:r>
            <a:r>
              <a:rPr dirty="0" sz="1900" spc="-3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1F332F"/>
                </a:solidFill>
                <a:latin typeface="Calibri"/>
                <a:cs typeface="Calibri"/>
              </a:rPr>
              <a:t>verbal explanation</a:t>
            </a:r>
            <a:r>
              <a:rPr dirty="0" sz="1900" spc="-4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during</a:t>
            </a:r>
            <a:r>
              <a:rPr dirty="0" sz="1900" spc="-45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i="1">
                <a:solidFill>
                  <a:srgbClr val="1F332F"/>
                </a:solidFill>
                <a:latin typeface="Calibri"/>
                <a:cs typeface="Calibri"/>
              </a:rPr>
              <a:t>the</a:t>
            </a:r>
            <a:r>
              <a:rPr dirty="0" sz="1900" spc="-40" i="1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900" spc="-10" i="1">
                <a:solidFill>
                  <a:srgbClr val="1F332F"/>
                </a:solidFill>
                <a:latin typeface="Calibri"/>
                <a:cs typeface="Calibri"/>
              </a:rPr>
              <a:t>review.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09185"/>
            <a:ext cx="29495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40" b="1">
                <a:solidFill>
                  <a:srgbClr val="D98E3C"/>
                </a:solidFill>
                <a:latin typeface="Calibri"/>
                <a:cs typeface="Calibri"/>
              </a:rPr>
              <a:t>THREE</a:t>
            </a:r>
            <a:r>
              <a:rPr dirty="0" sz="1800" spc="90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150" b="1">
                <a:solidFill>
                  <a:srgbClr val="D98E3C"/>
                </a:solidFill>
                <a:latin typeface="Calibri"/>
                <a:cs typeface="Calibri"/>
              </a:rPr>
              <a:t>TY</a:t>
            </a:r>
            <a:r>
              <a:rPr dirty="0" sz="1800" spc="-10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140" b="1">
                <a:solidFill>
                  <a:srgbClr val="D98E3C"/>
                </a:solidFill>
                <a:latin typeface="Calibri"/>
                <a:cs typeface="Calibri"/>
              </a:rPr>
              <a:t>PE</a:t>
            </a:r>
            <a:r>
              <a:rPr dirty="0" sz="1800" spc="-1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150" b="1">
                <a:solidFill>
                  <a:srgbClr val="D98E3C"/>
                </a:solidFill>
                <a:latin typeface="Calibri"/>
                <a:cs typeface="Calibri"/>
              </a:rPr>
              <a:t>OF</a:t>
            </a:r>
            <a:r>
              <a:rPr dirty="0" sz="1800" spc="90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225" b="1">
                <a:solidFill>
                  <a:srgbClr val="D98E3C"/>
                </a:solidFill>
                <a:latin typeface="Calibri"/>
                <a:cs typeface="Calibri"/>
              </a:rPr>
              <a:t>USER</a:t>
            </a:r>
            <a:r>
              <a:rPr dirty="0" sz="1800" spc="-12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-5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10259" y="920869"/>
            <a:ext cx="5098415" cy="711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Users</a:t>
            </a:r>
            <a:r>
              <a:rPr dirty="0" spc="-1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of</a:t>
            </a:r>
            <a:r>
              <a:rPr dirty="0" spc="-5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the </a:t>
            </a:r>
            <a:r>
              <a:rPr dirty="0" spc="-25">
                <a:latin typeface="Cambria"/>
                <a:cs typeface="Cambria"/>
              </a:rPr>
              <a:t>System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04850" y="2047875"/>
            <a:ext cx="5581650" cy="7572375"/>
            <a:chOff x="704850" y="2047875"/>
            <a:chExt cx="5581650" cy="75723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4850" y="2047875"/>
              <a:ext cx="5581650" cy="75723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22954" y="2125980"/>
              <a:ext cx="5349240" cy="7338059"/>
            </a:xfrm>
            <a:custGeom>
              <a:avLst/>
              <a:gdLst/>
              <a:ahLst/>
              <a:cxnLst/>
              <a:rect l="l" t="t" r="r" b="b"/>
              <a:pathLst>
                <a:path w="5349240" h="7338059">
                  <a:moveTo>
                    <a:pt x="137159" y="0"/>
                  </a:moveTo>
                  <a:lnTo>
                    <a:pt x="93065" y="7264"/>
                  </a:lnTo>
                  <a:lnTo>
                    <a:pt x="53657" y="28333"/>
                  </a:lnTo>
                  <a:lnTo>
                    <a:pt x="20675" y="64719"/>
                  </a:lnTo>
                  <a:lnTo>
                    <a:pt x="2197" y="112598"/>
                  </a:lnTo>
                  <a:lnTo>
                    <a:pt x="0" y="7200912"/>
                  </a:lnTo>
                  <a:lnTo>
                    <a:pt x="888" y="7216584"/>
                  </a:lnTo>
                  <a:lnTo>
                    <a:pt x="14135" y="7261580"/>
                  </a:lnTo>
                  <a:lnTo>
                    <a:pt x="43395" y="7301026"/>
                  </a:lnTo>
                  <a:lnTo>
                    <a:pt x="82600" y="7326769"/>
                  </a:lnTo>
                  <a:lnTo>
                    <a:pt x="128193" y="7337780"/>
                  </a:lnTo>
                  <a:lnTo>
                    <a:pt x="5216575" y="7338009"/>
                  </a:lnTo>
                  <a:lnTo>
                    <a:pt x="5234432" y="7336243"/>
                  </a:lnTo>
                  <a:lnTo>
                    <a:pt x="5278716" y="7320813"/>
                  </a:lnTo>
                  <a:lnTo>
                    <a:pt x="5312206" y="7294676"/>
                  </a:lnTo>
                  <a:lnTo>
                    <a:pt x="5339664" y="7251319"/>
                  </a:lnTo>
                  <a:lnTo>
                    <a:pt x="5348973" y="7209878"/>
                  </a:lnTo>
                  <a:lnTo>
                    <a:pt x="5349240" y="137160"/>
                  </a:lnTo>
                  <a:lnTo>
                    <a:pt x="5348973" y="128181"/>
                  </a:lnTo>
                  <a:lnTo>
                    <a:pt x="5337949" y="82588"/>
                  </a:lnTo>
                  <a:lnTo>
                    <a:pt x="5310657" y="41757"/>
                  </a:lnTo>
                  <a:lnTo>
                    <a:pt x="5268696" y="12204"/>
                  </a:lnTo>
                  <a:lnTo>
                    <a:pt x="5221058" y="279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017520" y="2537459"/>
              <a:ext cx="960119" cy="960119"/>
            </a:xfrm>
            <a:custGeom>
              <a:avLst/>
              <a:gdLst/>
              <a:ahLst/>
              <a:cxnLst/>
              <a:rect l="l" t="t" r="r" b="b"/>
              <a:pathLst>
                <a:path w="960120" h="960120">
                  <a:moveTo>
                    <a:pt x="480059" y="0"/>
                  </a:moveTo>
                  <a:lnTo>
                    <a:pt x="430977" y="2478"/>
                  </a:lnTo>
                  <a:lnTo>
                    <a:pt x="383312" y="9753"/>
                  </a:lnTo>
                  <a:lnTo>
                    <a:pt x="337306" y="21582"/>
                  </a:lnTo>
                  <a:lnTo>
                    <a:pt x="293200" y="37726"/>
                  </a:lnTo>
                  <a:lnTo>
                    <a:pt x="251236" y="57941"/>
                  </a:lnTo>
                  <a:lnTo>
                    <a:pt x="211655" y="81987"/>
                  </a:lnTo>
                  <a:lnTo>
                    <a:pt x="174699" y="109623"/>
                  </a:lnTo>
                  <a:lnTo>
                    <a:pt x="140608" y="140608"/>
                  </a:lnTo>
                  <a:lnTo>
                    <a:pt x="109623" y="174699"/>
                  </a:lnTo>
                  <a:lnTo>
                    <a:pt x="81987" y="211655"/>
                  </a:lnTo>
                  <a:lnTo>
                    <a:pt x="57941" y="251236"/>
                  </a:lnTo>
                  <a:lnTo>
                    <a:pt x="37726" y="293200"/>
                  </a:lnTo>
                  <a:lnTo>
                    <a:pt x="21582" y="337306"/>
                  </a:lnTo>
                  <a:lnTo>
                    <a:pt x="9753" y="383312"/>
                  </a:lnTo>
                  <a:lnTo>
                    <a:pt x="2478" y="430977"/>
                  </a:lnTo>
                  <a:lnTo>
                    <a:pt x="0" y="480059"/>
                  </a:lnTo>
                  <a:lnTo>
                    <a:pt x="2478" y="529142"/>
                  </a:lnTo>
                  <a:lnTo>
                    <a:pt x="9753" y="576807"/>
                  </a:lnTo>
                  <a:lnTo>
                    <a:pt x="21582" y="622813"/>
                  </a:lnTo>
                  <a:lnTo>
                    <a:pt x="37726" y="666919"/>
                  </a:lnTo>
                  <a:lnTo>
                    <a:pt x="57941" y="708883"/>
                  </a:lnTo>
                  <a:lnTo>
                    <a:pt x="81987" y="748464"/>
                  </a:lnTo>
                  <a:lnTo>
                    <a:pt x="109623" y="785420"/>
                  </a:lnTo>
                  <a:lnTo>
                    <a:pt x="140608" y="819511"/>
                  </a:lnTo>
                  <a:lnTo>
                    <a:pt x="174699" y="850496"/>
                  </a:lnTo>
                  <a:lnTo>
                    <a:pt x="211655" y="878132"/>
                  </a:lnTo>
                  <a:lnTo>
                    <a:pt x="251236" y="902178"/>
                  </a:lnTo>
                  <a:lnTo>
                    <a:pt x="293200" y="922393"/>
                  </a:lnTo>
                  <a:lnTo>
                    <a:pt x="337306" y="938537"/>
                  </a:lnTo>
                  <a:lnTo>
                    <a:pt x="383312" y="950366"/>
                  </a:lnTo>
                  <a:lnTo>
                    <a:pt x="430977" y="957641"/>
                  </a:lnTo>
                  <a:lnTo>
                    <a:pt x="480059" y="960119"/>
                  </a:lnTo>
                  <a:lnTo>
                    <a:pt x="529142" y="957641"/>
                  </a:lnTo>
                  <a:lnTo>
                    <a:pt x="576807" y="950366"/>
                  </a:lnTo>
                  <a:lnTo>
                    <a:pt x="622813" y="938537"/>
                  </a:lnTo>
                  <a:lnTo>
                    <a:pt x="666919" y="922393"/>
                  </a:lnTo>
                  <a:lnTo>
                    <a:pt x="708883" y="902178"/>
                  </a:lnTo>
                  <a:lnTo>
                    <a:pt x="748464" y="878132"/>
                  </a:lnTo>
                  <a:lnTo>
                    <a:pt x="785420" y="850496"/>
                  </a:lnTo>
                  <a:lnTo>
                    <a:pt x="819511" y="819511"/>
                  </a:lnTo>
                  <a:lnTo>
                    <a:pt x="850496" y="785420"/>
                  </a:lnTo>
                  <a:lnTo>
                    <a:pt x="878132" y="748464"/>
                  </a:lnTo>
                  <a:lnTo>
                    <a:pt x="902178" y="708883"/>
                  </a:lnTo>
                  <a:lnTo>
                    <a:pt x="922393" y="666919"/>
                  </a:lnTo>
                  <a:lnTo>
                    <a:pt x="938537" y="622813"/>
                  </a:lnTo>
                  <a:lnTo>
                    <a:pt x="950366" y="576807"/>
                  </a:lnTo>
                  <a:lnTo>
                    <a:pt x="957641" y="529142"/>
                  </a:lnTo>
                  <a:lnTo>
                    <a:pt x="960119" y="480059"/>
                  </a:lnTo>
                  <a:lnTo>
                    <a:pt x="957641" y="430977"/>
                  </a:lnTo>
                  <a:lnTo>
                    <a:pt x="950366" y="383312"/>
                  </a:lnTo>
                  <a:lnTo>
                    <a:pt x="938537" y="337306"/>
                  </a:lnTo>
                  <a:lnTo>
                    <a:pt x="922393" y="293200"/>
                  </a:lnTo>
                  <a:lnTo>
                    <a:pt x="902178" y="251236"/>
                  </a:lnTo>
                  <a:lnTo>
                    <a:pt x="878132" y="211655"/>
                  </a:lnTo>
                  <a:lnTo>
                    <a:pt x="850496" y="174699"/>
                  </a:lnTo>
                  <a:lnTo>
                    <a:pt x="819511" y="140608"/>
                  </a:lnTo>
                  <a:lnTo>
                    <a:pt x="785420" y="109623"/>
                  </a:lnTo>
                  <a:lnTo>
                    <a:pt x="748464" y="81987"/>
                  </a:lnTo>
                  <a:lnTo>
                    <a:pt x="708883" y="57941"/>
                  </a:lnTo>
                  <a:lnTo>
                    <a:pt x="666919" y="37726"/>
                  </a:lnTo>
                  <a:lnTo>
                    <a:pt x="622813" y="21582"/>
                  </a:lnTo>
                  <a:lnTo>
                    <a:pt x="576807" y="9753"/>
                  </a:lnTo>
                  <a:lnTo>
                    <a:pt x="529142" y="2478"/>
                  </a:lnTo>
                  <a:lnTo>
                    <a:pt x="480059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372236" y="2686094"/>
            <a:ext cx="25082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63663" y="3908068"/>
            <a:ext cx="326707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1B4A4A"/>
                </a:solidFill>
                <a:latin typeface="Cambria"/>
                <a:cs typeface="Cambria"/>
              </a:rPr>
              <a:t>Placement</a:t>
            </a:r>
            <a:r>
              <a:rPr dirty="0" sz="2200" spc="-85" b="1">
                <a:solidFill>
                  <a:srgbClr val="1B4A4A"/>
                </a:solidFill>
                <a:latin typeface="Cambria"/>
                <a:cs typeface="Cambria"/>
              </a:rPr>
              <a:t> </a:t>
            </a:r>
            <a:r>
              <a:rPr dirty="0" sz="2200" spc="-10" b="1">
                <a:solidFill>
                  <a:srgbClr val="1B4A4A"/>
                </a:solidFill>
                <a:latin typeface="Cambria"/>
                <a:cs typeface="Cambria"/>
              </a:rPr>
              <a:t>Administrator</a:t>
            </a:r>
            <a:endParaRPr sz="22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07008" y="4567428"/>
            <a:ext cx="2702560" cy="4183379"/>
            <a:chOff x="1207008" y="4567428"/>
            <a:chExt cx="2702560" cy="4183379"/>
          </a:xfrm>
        </p:grpSpPr>
        <p:sp>
          <p:nvSpPr>
            <p:cNvPr id="11" name="object 11"/>
            <p:cNvSpPr/>
            <p:nvPr/>
          </p:nvSpPr>
          <p:spPr>
            <a:xfrm>
              <a:off x="3086100" y="4567428"/>
              <a:ext cx="822960" cy="48260"/>
            </a:xfrm>
            <a:custGeom>
              <a:avLst/>
              <a:gdLst/>
              <a:ahLst/>
              <a:cxnLst/>
              <a:rect l="l" t="t" r="r" b="b"/>
              <a:pathLst>
                <a:path w="822960" h="48260">
                  <a:moveTo>
                    <a:pt x="822960" y="0"/>
                  </a:moveTo>
                  <a:lnTo>
                    <a:pt x="0" y="0"/>
                  </a:lnTo>
                  <a:lnTo>
                    <a:pt x="0" y="48005"/>
                  </a:lnTo>
                  <a:lnTo>
                    <a:pt x="822960" y="48005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D98E3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7008" y="5006340"/>
              <a:ext cx="123443" cy="1234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7008" y="5609844"/>
              <a:ext cx="123443" cy="1234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7008" y="6213348"/>
              <a:ext cx="123443" cy="1234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7008" y="6816852"/>
              <a:ext cx="123443" cy="12344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7008" y="7420356"/>
              <a:ext cx="123443" cy="12344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7008" y="8023860"/>
              <a:ext cx="123443" cy="12344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7008" y="8627364"/>
              <a:ext cx="123443" cy="12344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468627" y="4921126"/>
            <a:ext cx="154368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Manage</a:t>
            </a:r>
            <a:r>
              <a:rPr dirty="0" sz="1700" spc="-2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students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68627" y="5524630"/>
            <a:ext cx="173418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Manage</a:t>
            </a:r>
            <a:r>
              <a:rPr dirty="0" sz="1700" spc="-2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companies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68627" y="6128134"/>
            <a:ext cx="215074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Create</a:t>
            </a:r>
            <a:r>
              <a:rPr dirty="0" sz="17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placement</a:t>
            </a:r>
            <a:r>
              <a:rPr dirty="0" sz="1700" spc="-5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drives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68627" y="6731638"/>
            <a:ext cx="21101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Define</a:t>
            </a:r>
            <a:r>
              <a:rPr dirty="0" sz="17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eligibility</a:t>
            </a:r>
            <a:r>
              <a:rPr dirty="0" sz="1700" spc="-3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criteria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68627" y="7335142"/>
            <a:ext cx="223329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Manage</a:t>
            </a:r>
            <a:r>
              <a:rPr dirty="0" sz="1700" spc="-2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selection</a:t>
            </a:r>
            <a:r>
              <a:rPr dirty="0" sz="1700" spc="-2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rounds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68627" y="7938647"/>
            <a:ext cx="109156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View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 results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68627" y="8542150"/>
            <a:ext cx="15278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Generate</a:t>
            </a:r>
            <a:r>
              <a:rPr dirty="0" sz="1700" spc="-9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reports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438900" y="2047875"/>
            <a:ext cx="5581650" cy="7572375"/>
            <a:chOff x="6438900" y="2047875"/>
            <a:chExt cx="5581650" cy="7572375"/>
          </a:xfrm>
        </p:grpSpPr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38900" y="2047875"/>
              <a:ext cx="5581650" cy="757237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556306" y="2125980"/>
              <a:ext cx="5349240" cy="7338059"/>
            </a:xfrm>
            <a:custGeom>
              <a:avLst/>
              <a:gdLst/>
              <a:ahLst/>
              <a:cxnLst/>
              <a:rect l="l" t="t" r="r" b="b"/>
              <a:pathLst>
                <a:path w="5349240" h="7338059">
                  <a:moveTo>
                    <a:pt x="137096" y="0"/>
                  </a:moveTo>
                  <a:lnTo>
                    <a:pt x="93002" y="7264"/>
                  </a:lnTo>
                  <a:lnTo>
                    <a:pt x="53593" y="28333"/>
                  </a:lnTo>
                  <a:lnTo>
                    <a:pt x="20612" y="64719"/>
                  </a:lnTo>
                  <a:lnTo>
                    <a:pt x="2133" y="112598"/>
                  </a:lnTo>
                  <a:lnTo>
                    <a:pt x="0" y="7205395"/>
                  </a:lnTo>
                  <a:lnTo>
                    <a:pt x="1752" y="7223252"/>
                  </a:lnTo>
                  <a:lnTo>
                    <a:pt x="17195" y="7267536"/>
                  </a:lnTo>
                  <a:lnTo>
                    <a:pt x="43332" y="7301026"/>
                  </a:lnTo>
                  <a:lnTo>
                    <a:pt x="82537" y="7326769"/>
                  </a:lnTo>
                  <a:lnTo>
                    <a:pt x="128130" y="7337780"/>
                  </a:lnTo>
                  <a:lnTo>
                    <a:pt x="5216512" y="7338009"/>
                  </a:lnTo>
                  <a:lnTo>
                    <a:pt x="5234368" y="7336243"/>
                  </a:lnTo>
                  <a:lnTo>
                    <a:pt x="5278653" y="7320813"/>
                  </a:lnTo>
                  <a:lnTo>
                    <a:pt x="5312143" y="7294676"/>
                  </a:lnTo>
                  <a:lnTo>
                    <a:pt x="5339600" y="7251319"/>
                  </a:lnTo>
                  <a:lnTo>
                    <a:pt x="5348909" y="7209878"/>
                  </a:lnTo>
                  <a:lnTo>
                    <a:pt x="5349176" y="137160"/>
                  </a:lnTo>
                  <a:lnTo>
                    <a:pt x="5348909" y="128181"/>
                  </a:lnTo>
                  <a:lnTo>
                    <a:pt x="5337886" y="82588"/>
                  </a:lnTo>
                  <a:lnTo>
                    <a:pt x="5310593" y="41757"/>
                  </a:lnTo>
                  <a:lnTo>
                    <a:pt x="5268633" y="12204"/>
                  </a:lnTo>
                  <a:lnTo>
                    <a:pt x="5220995" y="279"/>
                  </a:lnTo>
                  <a:lnTo>
                    <a:pt x="1370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750807" y="2537459"/>
              <a:ext cx="960119" cy="960119"/>
            </a:xfrm>
            <a:custGeom>
              <a:avLst/>
              <a:gdLst/>
              <a:ahLst/>
              <a:cxnLst/>
              <a:rect l="l" t="t" r="r" b="b"/>
              <a:pathLst>
                <a:path w="960120" h="960120">
                  <a:moveTo>
                    <a:pt x="480060" y="0"/>
                  </a:moveTo>
                  <a:lnTo>
                    <a:pt x="430977" y="2478"/>
                  </a:lnTo>
                  <a:lnTo>
                    <a:pt x="383312" y="9753"/>
                  </a:lnTo>
                  <a:lnTo>
                    <a:pt x="337306" y="21582"/>
                  </a:lnTo>
                  <a:lnTo>
                    <a:pt x="293200" y="37726"/>
                  </a:lnTo>
                  <a:lnTo>
                    <a:pt x="251236" y="57941"/>
                  </a:lnTo>
                  <a:lnTo>
                    <a:pt x="211655" y="81987"/>
                  </a:lnTo>
                  <a:lnTo>
                    <a:pt x="174699" y="109623"/>
                  </a:lnTo>
                  <a:lnTo>
                    <a:pt x="140608" y="140608"/>
                  </a:lnTo>
                  <a:lnTo>
                    <a:pt x="109623" y="174699"/>
                  </a:lnTo>
                  <a:lnTo>
                    <a:pt x="81987" y="211655"/>
                  </a:lnTo>
                  <a:lnTo>
                    <a:pt x="57941" y="251236"/>
                  </a:lnTo>
                  <a:lnTo>
                    <a:pt x="37726" y="293200"/>
                  </a:lnTo>
                  <a:lnTo>
                    <a:pt x="21582" y="337306"/>
                  </a:lnTo>
                  <a:lnTo>
                    <a:pt x="9753" y="383312"/>
                  </a:lnTo>
                  <a:lnTo>
                    <a:pt x="2478" y="430977"/>
                  </a:lnTo>
                  <a:lnTo>
                    <a:pt x="0" y="480059"/>
                  </a:lnTo>
                  <a:lnTo>
                    <a:pt x="2478" y="529142"/>
                  </a:lnTo>
                  <a:lnTo>
                    <a:pt x="9753" y="576807"/>
                  </a:lnTo>
                  <a:lnTo>
                    <a:pt x="21582" y="622813"/>
                  </a:lnTo>
                  <a:lnTo>
                    <a:pt x="37726" y="666919"/>
                  </a:lnTo>
                  <a:lnTo>
                    <a:pt x="57941" y="708883"/>
                  </a:lnTo>
                  <a:lnTo>
                    <a:pt x="81987" y="748464"/>
                  </a:lnTo>
                  <a:lnTo>
                    <a:pt x="109623" y="785420"/>
                  </a:lnTo>
                  <a:lnTo>
                    <a:pt x="140608" y="819511"/>
                  </a:lnTo>
                  <a:lnTo>
                    <a:pt x="174699" y="850496"/>
                  </a:lnTo>
                  <a:lnTo>
                    <a:pt x="211655" y="878132"/>
                  </a:lnTo>
                  <a:lnTo>
                    <a:pt x="251236" y="902178"/>
                  </a:lnTo>
                  <a:lnTo>
                    <a:pt x="293200" y="922393"/>
                  </a:lnTo>
                  <a:lnTo>
                    <a:pt x="337306" y="938537"/>
                  </a:lnTo>
                  <a:lnTo>
                    <a:pt x="383312" y="950366"/>
                  </a:lnTo>
                  <a:lnTo>
                    <a:pt x="430977" y="957641"/>
                  </a:lnTo>
                  <a:lnTo>
                    <a:pt x="480060" y="960119"/>
                  </a:lnTo>
                  <a:lnTo>
                    <a:pt x="529142" y="957641"/>
                  </a:lnTo>
                  <a:lnTo>
                    <a:pt x="576807" y="950366"/>
                  </a:lnTo>
                  <a:lnTo>
                    <a:pt x="622813" y="938537"/>
                  </a:lnTo>
                  <a:lnTo>
                    <a:pt x="666919" y="922393"/>
                  </a:lnTo>
                  <a:lnTo>
                    <a:pt x="708883" y="902178"/>
                  </a:lnTo>
                  <a:lnTo>
                    <a:pt x="748464" y="878132"/>
                  </a:lnTo>
                  <a:lnTo>
                    <a:pt x="785420" y="850496"/>
                  </a:lnTo>
                  <a:lnTo>
                    <a:pt x="819511" y="819511"/>
                  </a:lnTo>
                  <a:lnTo>
                    <a:pt x="850496" y="785420"/>
                  </a:lnTo>
                  <a:lnTo>
                    <a:pt x="878132" y="748464"/>
                  </a:lnTo>
                  <a:lnTo>
                    <a:pt x="902178" y="708883"/>
                  </a:lnTo>
                  <a:lnTo>
                    <a:pt x="922393" y="666919"/>
                  </a:lnTo>
                  <a:lnTo>
                    <a:pt x="938537" y="622813"/>
                  </a:lnTo>
                  <a:lnTo>
                    <a:pt x="950366" y="576807"/>
                  </a:lnTo>
                  <a:lnTo>
                    <a:pt x="957641" y="529142"/>
                  </a:lnTo>
                  <a:lnTo>
                    <a:pt x="960120" y="480059"/>
                  </a:lnTo>
                  <a:lnTo>
                    <a:pt x="957641" y="430977"/>
                  </a:lnTo>
                  <a:lnTo>
                    <a:pt x="950366" y="383312"/>
                  </a:lnTo>
                  <a:lnTo>
                    <a:pt x="938537" y="337306"/>
                  </a:lnTo>
                  <a:lnTo>
                    <a:pt x="922393" y="293200"/>
                  </a:lnTo>
                  <a:lnTo>
                    <a:pt x="902178" y="251236"/>
                  </a:lnTo>
                  <a:lnTo>
                    <a:pt x="878132" y="211655"/>
                  </a:lnTo>
                  <a:lnTo>
                    <a:pt x="850496" y="174699"/>
                  </a:lnTo>
                  <a:lnTo>
                    <a:pt x="819511" y="140608"/>
                  </a:lnTo>
                  <a:lnTo>
                    <a:pt x="785420" y="109623"/>
                  </a:lnTo>
                  <a:lnTo>
                    <a:pt x="748464" y="81987"/>
                  </a:lnTo>
                  <a:lnTo>
                    <a:pt x="708883" y="57941"/>
                  </a:lnTo>
                  <a:lnTo>
                    <a:pt x="666919" y="37726"/>
                  </a:lnTo>
                  <a:lnTo>
                    <a:pt x="622813" y="21582"/>
                  </a:lnTo>
                  <a:lnTo>
                    <a:pt x="576807" y="9753"/>
                  </a:lnTo>
                  <a:lnTo>
                    <a:pt x="529142" y="2478"/>
                  </a:lnTo>
                  <a:lnTo>
                    <a:pt x="480060" y="0"/>
                  </a:lnTo>
                  <a:close/>
                </a:path>
              </a:pathLst>
            </a:custGeom>
            <a:solidFill>
              <a:srgbClr val="D98E3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9105522" y="2686094"/>
            <a:ext cx="25082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719121" y="3908068"/>
            <a:ext cx="1023619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solidFill>
                  <a:srgbClr val="1B4A4A"/>
                </a:solidFill>
                <a:latin typeface="Cambria"/>
                <a:cs typeface="Cambria"/>
              </a:rPr>
              <a:t>Student</a:t>
            </a:r>
            <a:endParaRPr sz="2200">
              <a:latin typeface="Cambria"/>
              <a:cs typeface="Cambri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940295" y="4567428"/>
            <a:ext cx="2702560" cy="3580129"/>
            <a:chOff x="6940295" y="4567428"/>
            <a:chExt cx="2702560" cy="3580129"/>
          </a:xfrm>
        </p:grpSpPr>
        <p:sp>
          <p:nvSpPr>
            <p:cNvPr id="33" name="object 33"/>
            <p:cNvSpPr/>
            <p:nvPr/>
          </p:nvSpPr>
          <p:spPr>
            <a:xfrm>
              <a:off x="8819387" y="4567428"/>
              <a:ext cx="822960" cy="48260"/>
            </a:xfrm>
            <a:custGeom>
              <a:avLst/>
              <a:gdLst/>
              <a:ahLst/>
              <a:cxnLst/>
              <a:rect l="l" t="t" r="r" b="b"/>
              <a:pathLst>
                <a:path w="822959" h="48260">
                  <a:moveTo>
                    <a:pt x="822959" y="0"/>
                  </a:moveTo>
                  <a:lnTo>
                    <a:pt x="0" y="0"/>
                  </a:lnTo>
                  <a:lnTo>
                    <a:pt x="0" y="48005"/>
                  </a:lnTo>
                  <a:lnTo>
                    <a:pt x="822959" y="48005"/>
                  </a:lnTo>
                  <a:lnTo>
                    <a:pt x="822959" y="0"/>
                  </a:lnTo>
                  <a:close/>
                </a:path>
              </a:pathLst>
            </a:custGeom>
            <a:solidFill>
              <a:srgbClr val="D98E3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0295" y="5006340"/>
              <a:ext cx="123444" cy="12344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0295" y="5609844"/>
              <a:ext cx="123444" cy="12344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0295" y="6213348"/>
              <a:ext cx="123444" cy="12344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0295" y="6816852"/>
              <a:ext cx="123444" cy="12344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0295" y="7420356"/>
              <a:ext cx="123444" cy="12344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0295" y="8023860"/>
              <a:ext cx="123444" cy="123444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7201916" y="4921126"/>
            <a:ext cx="1853564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View</a:t>
            </a:r>
            <a:r>
              <a:rPr dirty="0" sz="17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available</a:t>
            </a:r>
            <a:r>
              <a:rPr dirty="0" sz="1700" spc="-3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drives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201916" y="5524630"/>
            <a:ext cx="139128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Check</a:t>
            </a:r>
            <a:r>
              <a:rPr dirty="0" sz="17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eligibility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201916" y="6128134"/>
            <a:ext cx="13995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Apply</a:t>
            </a:r>
            <a:r>
              <a:rPr dirty="0" sz="1700" spc="-2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for</a:t>
            </a:r>
            <a:r>
              <a:rPr dirty="0" sz="1700" spc="-2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drives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201916" y="6731638"/>
            <a:ext cx="204787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View</a:t>
            </a:r>
            <a:r>
              <a:rPr dirty="0" sz="17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application</a:t>
            </a:r>
            <a:r>
              <a:rPr dirty="0" sz="1700" spc="-5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status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201916" y="7335142"/>
            <a:ext cx="19272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View</a:t>
            </a:r>
            <a:r>
              <a:rPr dirty="0" sz="1700" spc="-1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selection</a:t>
            </a:r>
            <a:r>
              <a:rPr dirty="0" sz="1700" spc="-1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results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201916" y="7938647"/>
            <a:ext cx="10052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View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1F332F"/>
                </a:solidFill>
                <a:latin typeface="Calibri"/>
                <a:cs typeface="Calibri"/>
              </a:rPr>
              <a:t>offers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2172950" y="2047875"/>
            <a:ext cx="5581650" cy="7572375"/>
            <a:chOff x="12172950" y="2047875"/>
            <a:chExt cx="5581650" cy="7572375"/>
          </a:xfrm>
        </p:grpSpPr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72950" y="2047875"/>
              <a:ext cx="5581650" cy="757237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2289594" y="2125980"/>
              <a:ext cx="5349240" cy="7338059"/>
            </a:xfrm>
            <a:custGeom>
              <a:avLst/>
              <a:gdLst/>
              <a:ahLst/>
              <a:cxnLst/>
              <a:rect l="l" t="t" r="r" b="b"/>
              <a:pathLst>
                <a:path w="5349240" h="7338059">
                  <a:moveTo>
                    <a:pt x="137096" y="0"/>
                  </a:moveTo>
                  <a:lnTo>
                    <a:pt x="93002" y="7264"/>
                  </a:lnTo>
                  <a:lnTo>
                    <a:pt x="53593" y="28333"/>
                  </a:lnTo>
                  <a:lnTo>
                    <a:pt x="20612" y="64719"/>
                  </a:lnTo>
                  <a:lnTo>
                    <a:pt x="2133" y="112598"/>
                  </a:lnTo>
                  <a:lnTo>
                    <a:pt x="0" y="7205395"/>
                  </a:lnTo>
                  <a:lnTo>
                    <a:pt x="1752" y="7223252"/>
                  </a:lnTo>
                  <a:lnTo>
                    <a:pt x="17195" y="7267536"/>
                  </a:lnTo>
                  <a:lnTo>
                    <a:pt x="43332" y="7301026"/>
                  </a:lnTo>
                  <a:lnTo>
                    <a:pt x="82537" y="7326769"/>
                  </a:lnTo>
                  <a:lnTo>
                    <a:pt x="128130" y="7337780"/>
                  </a:lnTo>
                  <a:lnTo>
                    <a:pt x="5212029" y="7338059"/>
                  </a:lnTo>
                  <a:lnTo>
                    <a:pt x="5227700" y="7337183"/>
                  </a:lnTo>
                  <a:lnTo>
                    <a:pt x="5272697" y="7323924"/>
                  </a:lnTo>
                  <a:lnTo>
                    <a:pt x="5312143" y="7294676"/>
                  </a:lnTo>
                  <a:lnTo>
                    <a:pt x="5339600" y="7251319"/>
                  </a:lnTo>
                  <a:lnTo>
                    <a:pt x="5348909" y="7209878"/>
                  </a:lnTo>
                  <a:lnTo>
                    <a:pt x="5349176" y="137160"/>
                  </a:lnTo>
                  <a:lnTo>
                    <a:pt x="5348909" y="128181"/>
                  </a:lnTo>
                  <a:lnTo>
                    <a:pt x="5337886" y="82588"/>
                  </a:lnTo>
                  <a:lnTo>
                    <a:pt x="5310593" y="41757"/>
                  </a:lnTo>
                  <a:lnTo>
                    <a:pt x="5268633" y="12204"/>
                  </a:lnTo>
                  <a:lnTo>
                    <a:pt x="5220995" y="279"/>
                  </a:lnTo>
                  <a:lnTo>
                    <a:pt x="1370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4484095" y="2537459"/>
              <a:ext cx="960119" cy="960119"/>
            </a:xfrm>
            <a:custGeom>
              <a:avLst/>
              <a:gdLst/>
              <a:ahLst/>
              <a:cxnLst/>
              <a:rect l="l" t="t" r="r" b="b"/>
              <a:pathLst>
                <a:path w="960119" h="960120">
                  <a:moveTo>
                    <a:pt x="480059" y="0"/>
                  </a:moveTo>
                  <a:lnTo>
                    <a:pt x="430977" y="2478"/>
                  </a:lnTo>
                  <a:lnTo>
                    <a:pt x="383312" y="9753"/>
                  </a:lnTo>
                  <a:lnTo>
                    <a:pt x="337306" y="21582"/>
                  </a:lnTo>
                  <a:lnTo>
                    <a:pt x="293200" y="37726"/>
                  </a:lnTo>
                  <a:lnTo>
                    <a:pt x="251236" y="57941"/>
                  </a:lnTo>
                  <a:lnTo>
                    <a:pt x="211655" y="81987"/>
                  </a:lnTo>
                  <a:lnTo>
                    <a:pt x="174699" y="109623"/>
                  </a:lnTo>
                  <a:lnTo>
                    <a:pt x="140608" y="140608"/>
                  </a:lnTo>
                  <a:lnTo>
                    <a:pt x="109623" y="174699"/>
                  </a:lnTo>
                  <a:lnTo>
                    <a:pt x="81987" y="211655"/>
                  </a:lnTo>
                  <a:lnTo>
                    <a:pt x="57941" y="251236"/>
                  </a:lnTo>
                  <a:lnTo>
                    <a:pt x="37726" y="293200"/>
                  </a:lnTo>
                  <a:lnTo>
                    <a:pt x="21582" y="337306"/>
                  </a:lnTo>
                  <a:lnTo>
                    <a:pt x="9753" y="383312"/>
                  </a:lnTo>
                  <a:lnTo>
                    <a:pt x="2478" y="430977"/>
                  </a:lnTo>
                  <a:lnTo>
                    <a:pt x="0" y="480059"/>
                  </a:lnTo>
                  <a:lnTo>
                    <a:pt x="2478" y="529142"/>
                  </a:lnTo>
                  <a:lnTo>
                    <a:pt x="9753" y="576807"/>
                  </a:lnTo>
                  <a:lnTo>
                    <a:pt x="21582" y="622813"/>
                  </a:lnTo>
                  <a:lnTo>
                    <a:pt x="37726" y="666919"/>
                  </a:lnTo>
                  <a:lnTo>
                    <a:pt x="57941" y="708883"/>
                  </a:lnTo>
                  <a:lnTo>
                    <a:pt x="81987" y="748464"/>
                  </a:lnTo>
                  <a:lnTo>
                    <a:pt x="109623" y="785420"/>
                  </a:lnTo>
                  <a:lnTo>
                    <a:pt x="140608" y="819511"/>
                  </a:lnTo>
                  <a:lnTo>
                    <a:pt x="174699" y="850496"/>
                  </a:lnTo>
                  <a:lnTo>
                    <a:pt x="211655" y="878132"/>
                  </a:lnTo>
                  <a:lnTo>
                    <a:pt x="251236" y="902178"/>
                  </a:lnTo>
                  <a:lnTo>
                    <a:pt x="293200" y="922393"/>
                  </a:lnTo>
                  <a:lnTo>
                    <a:pt x="337306" y="938537"/>
                  </a:lnTo>
                  <a:lnTo>
                    <a:pt x="383312" y="950366"/>
                  </a:lnTo>
                  <a:lnTo>
                    <a:pt x="430977" y="957641"/>
                  </a:lnTo>
                  <a:lnTo>
                    <a:pt x="480059" y="960119"/>
                  </a:lnTo>
                  <a:lnTo>
                    <a:pt x="529142" y="957641"/>
                  </a:lnTo>
                  <a:lnTo>
                    <a:pt x="576807" y="950366"/>
                  </a:lnTo>
                  <a:lnTo>
                    <a:pt x="622813" y="938537"/>
                  </a:lnTo>
                  <a:lnTo>
                    <a:pt x="666919" y="922393"/>
                  </a:lnTo>
                  <a:lnTo>
                    <a:pt x="708883" y="902178"/>
                  </a:lnTo>
                  <a:lnTo>
                    <a:pt x="748464" y="878132"/>
                  </a:lnTo>
                  <a:lnTo>
                    <a:pt x="785420" y="850496"/>
                  </a:lnTo>
                  <a:lnTo>
                    <a:pt x="819511" y="819511"/>
                  </a:lnTo>
                  <a:lnTo>
                    <a:pt x="850496" y="785420"/>
                  </a:lnTo>
                  <a:lnTo>
                    <a:pt x="878132" y="748464"/>
                  </a:lnTo>
                  <a:lnTo>
                    <a:pt x="902178" y="708883"/>
                  </a:lnTo>
                  <a:lnTo>
                    <a:pt x="922393" y="666919"/>
                  </a:lnTo>
                  <a:lnTo>
                    <a:pt x="938537" y="622813"/>
                  </a:lnTo>
                  <a:lnTo>
                    <a:pt x="950366" y="576807"/>
                  </a:lnTo>
                  <a:lnTo>
                    <a:pt x="957641" y="529142"/>
                  </a:lnTo>
                  <a:lnTo>
                    <a:pt x="960119" y="480059"/>
                  </a:lnTo>
                  <a:lnTo>
                    <a:pt x="957641" y="430977"/>
                  </a:lnTo>
                  <a:lnTo>
                    <a:pt x="950366" y="383312"/>
                  </a:lnTo>
                  <a:lnTo>
                    <a:pt x="938537" y="337306"/>
                  </a:lnTo>
                  <a:lnTo>
                    <a:pt x="922393" y="293200"/>
                  </a:lnTo>
                  <a:lnTo>
                    <a:pt x="902178" y="251236"/>
                  </a:lnTo>
                  <a:lnTo>
                    <a:pt x="878132" y="211655"/>
                  </a:lnTo>
                  <a:lnTo>
                    <a:pt x="850496" y="174699"/>
                  </a:lnTo>
                  <a:lnTo>
                    <a:pt x="819511" y="140608"/>
                  </a:lnTo>
                  <a:lnTo>
                    <a:pt x="785420" y="109623"/>
                  </a:lnTo>
                  <a:lnTo>
                    <a:pt x="748464" y="81987"/>
                  </a:lnTo>
                  <a:lnTo>
                    <a:pt x="708883" y="57941"/>
                  </a:lnTo>
                  <a:lnTo>
                    <a:pt x="666919" y="37726"/>
                  </a:lnTo>
                  <a:lnTo>
                    <a:pt x="622813" y="21582"/>
                  </a:lnTo>
                  <a:lnTo>
                    <a:pt x="576807" y="9753"/>
                  </a:lnTo>
                  <a:lnTo>
                    <a:pt x="529142" y="2478"/>
                  </a:lnTo>
                  <a:lnTo>
                    <a:pt x="480059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14838812" y="2686094"/>
            <a:ext cx="25082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3615029" y="3908068"/>
            <a:ext cx="269875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1B4A4A"/>
                </a:solidFill>
                <a:latin typeface="Cambria"/>
                <a:cs typeface="Cambria"/>
              </a:rPr>
              <a:t>Company</a:t>
            </a:r>
            <a:r>
              <a:rPr dirty="0" sz="2200" spc="-60" b="1">
                <a:solidFill>
                  <a:srgbClr val="1B4A4A"/>
                </a:solidFill>
                <a:latin typeface="Cambria"/>
                <a:cs typeface="Cambria"/>
              </a:rPr>
              <a:t> </a:t>
            </a:r>
            <a:r>
              <a:rPr dirty="0" sz="2200" b="1">
                <a:solidFill>
                  <a:srgbClr val="1B4A4A"/>
                </a:solidFill>
                <a:latin typeface="Cambria"/>
                <a:cs typeface="Cambria"/>
              </a:rPr>
              <a:t>/</a:t>
            </a:r>
            <a:r>
              <a:rPr dirty="0" sz="2200" spc="-60" b="1">
                <a:solidFill>
                  <a:srgbClr val="1B4A4A"/>
                </a:solidFill>
                <a:latin typeface="Cambria"/>
                <a:cs typeface="Cambria"/>
              </a:rPr>
              <a:t> </a:t>
            </a:r>
            <a:r>
              <a:rPr dirty="0" sz="2200" spc="-10" b="1">
                <a:solidFill>
                  <a:srgbClr val="1B4A4A"/>
                </a:solidFill>
                <a:latin typeface="Cambria"/>
                <a:cs typeface="Cambria"/>
              </a:rPr>
              <a:t>Recruiter</a:t>
            </a:r>
            <a:endParaRPr sz="2200">
              <a:latin typeface="Cambria"/>
              <a:cs typeface="Cambria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2673583" y="4567428"/>
            <a:ext cx="2702560" cy="3580129"/>
            <a:chOff x="12673583" y="4567428"/>
            <a:chExt cx="2702560" cy="3580129"/>
          </a:xfrm>
        </p:grpSpPr>
        <p:sp>
          <p:nvSpPr>
            <p:cNvPr id="53" name="object 53"/>
            <p:cNvSpPr/>
            <p:nvPr/>
          </p:nvSpPr>
          <p:spPr>
            <a:xfrm>
              <a:off x="14552675" y="4567428"/>
              <a:ext cx="822960" cy="48260"/>
            </a:xfrm>
            <a:custGeom>
              <a:avLst/>
              <a:gdLst/>
              <a:ahLst/>
              <a:cxnLst/>
              <a:rect l="l" t="t" r="r" b="b"/>
              <a:pathLst>
                <a:path w="822959" h="48260">
                  <a:moveTo>
                    <a:pt x="822959" y="0"/>
                  </a:moveTo>
                  <a:lnTo>
                    <a:pt x="0" y="0"/>
                  </a:lnTo>
                  <a:lnTo>
                    <a:pt x="0" y="48005"/>
                  </a:lnTo>
                  <a:lnTo>
                    <a:pt x="822959" y="48005"/>
                  </a:lnTo>
                  <a:lnTo>
                    <a:pt x="822959" y="0"/>
                  </a:lnTo>
                  <a:close/>
                </a:path>
              </a:pathLst>
            </a:custGeom>
            <a:solidFill>
              <a:srgbClr val="D98E3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73583" y="5006340"/>
              <a:ext cx="123444" cy="12344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73583" y="5609844"/>
              <a:ext cx="123444" cy="12344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73583" y="6213348"/>
              <a:ext cx="123444" cy="12344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73583" y="6816852"/>
              <a:ext cx="123444" cy="12344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73583" y="7420356"/>
              <a:ext cx="123444" cy="12344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73583" y="8023860"/>
              <a:ext cx="123444" cy="123444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12935204" y="4921126"/>
            <a:ext cx="262064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Provide</a:t>
            </a:r>
            <a:r>
              <a:rPr dirty="0" sz="1700" spc="-7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company</a:t>
            </a:r>
            <a:r>
              <a:rPr dirty="0" sz="1700" spc="-6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information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2935204" y="5524630"/>
            <a:ext cx="163068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Create</a:t>
            </a:r>
            <a:r>
              <a:rPr dirty="0" sz="17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job</a:t>
            </a:r>
            <a:r>
              <a:rPr dirty="0" sz="17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profiles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2935204" y="6128134"/>
            <a:ext cx="18326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Define</a:t>
            </a:r>
            <a:r>
              <a:rPr dirty="0" sz="1700" spc="-6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requirements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2935204" y="6731638"/>
            <a:ext cx="22542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Conduct</a:t>
            </a:r>
            <a:r>
              <a:rPr dirty="0" sz="17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selection</a:t>
            </a:r>
            <a:r>
              <a:rPr dirty="0" sz="17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rounds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2935204" y="7335142"/>
            <a:ext cx="13227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Provide</a:t>
            </a:r>
            <a:r>
              <a:rPr dirty="0" sz="1700" spc="-5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results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2935204" y="7938647"/>
            <a:ext cx="119316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Submit</a:t>
            </a:r>
            <a:r>
              <a:rPr dirty="0" sz="1700" spc="-1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1F332F"/>
                </a:solidFill>
                <a:latin typeface="Calibri"/>
                <a:cs typeface="Calibri"/>
              </a:rPr>
              <a:t>offers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09185"/>
            <a:ext cx="45040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50" b="1">
                <a:solidFill>
                  <a:srgbClr val="D98E3C"/>
                </a:solidFill>
                <a:latin typeface="Calibri"/>
                <a:cs typeface="Calibri"/>
              </a:rPr>
              <a:t>SR</a:t>
            </a:r>
            <a:r>
              <a:rPr dirty="0" sz="1800" spc="-1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r>
              <a:rPr dirty="0" sz="1800" spc="90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—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200" b="1">
                <a:solidFill>
                  <a:srgbClr val="D98E3C"/>
                </a:solidFill>
                <a:latin typeface="Calibri"/>
                <a:cs typeface="Calibri"/>
              </a:rPr>
              <a:t>THE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r>
              <a:rPr dirty="0" sz="1800" spc="-14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D98E3C"/>
                </a:solidFill>
                <a:latin typeface="Calibri"/>
                <a:cs typeface="Calibri"/>
              </a:rPr>
              <a:t>Y</a:t>
            </a:r>
            <a:r>
              <a:rPr dirty="0" sz="1800" spc="-13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r>
              <a:rPr dirty="0" sz="1800" spc="-1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200" b="1">
                <a:solidFill>
                  <a:srgbClr val="D98E3C"/>
                </a:solidFill>
                <a:latin typeface="Calibri"/>
                <a:cs typeface="Calibri"/>
              </a:rPr>
              <a:t>TEM</a:t>
            </a:r>
            <a:r>
              <a:rPr dirty="0" sz="1800" spc="90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245" b="1">
                <a:solidFill>
                  <a:srgbClr val="D98E3C"/>
                </a:solidFill>
                <a:latin typeface="Calibri"/>
                <a:cs typeface="Calibri"/>
              </a:rPr>
              <a:t>SHOULD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200" b="1">
                <a:solidFill>
                  <a:srgbClr val="D98E3C"/>
                </a:solidFill>
                <a:latin typeface="Calibri"/>
                <a:cs typeface="Calibri"/>
              </a:rPr>
              <a:t>ALL</a:t>
            </a:r>
            <a:r>
              <a:rPr dirty="0" sz="1800" spc="-13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O</a:t>
            </a:r>
            <a:r>
              <a:rPr dirty="0" sz="1800" spc="-13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-50" b="1">
                <a:solidFill>
                  <a:srgbClr val="D98E3C"/>
                </a:solidFill>
                <a:latin typeface="Calibri"/>
                <a:cs typeface="Calibri"/>
              </a:rPr>
              <a:t>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Functional</a:t>
            </a:r>
            <a:r>
              <a:rPr dirty="0" spc="-125">
                <a:latin typeface="Cambria"/>
                <a:cs typeface="Cambria"/>
              </a:rPr>
              <a:t> </a:t>
            </a:r>
            <a:r>
              <a:rPr dirty="0" spc="-10">
                <a:latin typeface="Cambria"/>
                <a:cs typeface="Cambria"/>
              </a:rPr>
              <a:t>Requirements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13431" y="2116454"/>
            <a:ext cx="8180070" cy="979169"/>
            <a:chOff x="813431" y="2116454"/>
            <a:chExt cx="8180070" cy="979169"/>
          </a:xfrm>
        </p:grpSpPr>
        <p:sp>
          <p:nvSpPr>
            <p:cNvPr id="5" name="object 5"/>
            <p:cNvSpPr/>
            <p:nvPr/>
          </p:nvSpPr>
          <p:spPr>
            <a:xfrm>
              <a:off x="822956" y="2125979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20" h="960119">
                  <a:moveTo>
                    <a:pt x="82296" y="0"/>
                  </a:moveTo>
                  <a:lnTo>
                    <a:pt x="42316" y="10350"/>
                  </a:lnTo>
                  <a:lnTo>
                    <a:pt x="8483" y="45885"/>
                  </a:lnTo>
                  <a:lnTo>
                    <a:pt x="0" y="877824"/>
                  </a:lnTo>
                  <a:lnTo>
                    <a:pt x="533" y="887234"/>
                  </a:lnTo>
                  <a:lnTo>
                    <a:pt x="19532" y="931075"/>
                  </a:lnTo>
                  <a:lnTo>
                    <a:pt x="59702" y="956970"/>
                  </a:lnTo>
                  <a:lnTo>
                    <a:pt x="8078724" y="960119"/>
                  </a:lnTo>
                  <a:lnTo>
                    <a:pt x="8085455" y="959853"/>
                  </a:lnTo>
                  <a:lnTo>
                    <a:pt x="8128838" y="943127"/>
                  </a:lnTo>
                  <a:lnTo>
                    <a:pt x="8157083" y="903008"/>
                  </a:lnTo>
                  <a:lnTo>
                    <a:pt x="8161020" y="82296"/>
                  </a:lnTo>
                  <a:lnTo>
                    <a:pt x="8160334" y="71551"/>
                  </a:lnTo>
                  <a:lnTo>
                    <a:pt x="8140611" y="28028"/>
                  </a:lnTo>
                  <a:lnTo>
                    <a:pt x="8101330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22956" y="2125979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20" h="960119">
                  <a:moveTo>
                    <a:pt x="82296" y="0"/>
                  </a:moveTo>
                  <a:lnTo>
                    <a:pt x="8078724" y="0"/>
                  </a:lnTo>
                  <a:lnTo>
                    <a:pt x="8080070" y="0"/>
                  </a:lnTo>
                  <a:lnTo>
                    <a:pt x="8081416" y="38"/>
                  </a:lnTo>
                  <a:lnTo>
                    <a:pt x="8082762" y="101"/>
                  </a:lnTo>
                  <a:lnTo>
                    <a:pt x="8084108" y="165"/>
                  </a:lnTo>
                  <a:lnTo>
                    <a:pt x="8085455" y="266"/>
                  </a:lnTo>
                  <a:lnTo>
                    <a:pt x="8094789" y="1587"/>
                  </a:lnTo>
                  <a:lnTo>
                    <a:pt x="8096110" y="1841"/>
                  </a:lnTo>
                  <a:lnTo>
                    <a:pt x="8102612" y="3543"/>
                  </a:lnTo>
                  <a:lnTo>
                    <a:pt x="8103908" y="3937"/>
                  </a:lnTo>
                  <a:lnTo>
                    <a:pt x="8105190" y="4356"/>
                  </a:lnTo>
                  <a:lnTo>
                    <a:pt x="8106460" y="4813"/>
                  </a:lnTo>
                  <a:lnTo>
                    <a:pt x="8107730" y="5257"/>
                  </a:lnTo>
                  <a:lnTo>
                    <a:pt x="8113915" y="7899"/>
                  </a:lnTo>
                  <a:lnTo>
                    <a:pt x="8115134" y="8470"/>
                  </a:lnTo>
                  <a:lnTo>
                    <a:pt x="8116341" y="9080"/>
                  </a:lnTo>
                  <a:lnTo>
                    <a:pt x="8117522" y="9715"/>
                  </a:lnTo>
                  <a:lnTo>
                    <a:pt x="8118716" y="10350"/>
                  </a:lnTo>
                  <a:lnTo>
                    <a:pt x="8119884" y="11010"/>
                  </a:lnTo>
                  <a:lnTo>
                    <a:pt x="8121040" y="11709"/>
                  </a:lnTo>
                  <a:lnTo>
                    <a:pt x="8122196" y="12395"/>
                  </a:lnTo>
                  <a:lnTo>
                    <a:pt x="8123326" y="13119"/>
                  </a:lnTo>
                  <a:lnTo>
                    <a:pt x="8124444" y="13868"/>
                  </a:lnTo>
                  <a:lnTo>
                    <a:pt x="8125574" y="14617"/>
                  </a:lnTo>
                  <a:lnTo>
                    <a:pt x="8126679" y="15392"/>
                  </a:lnTo>
                  <a:lnTo>
                    <a:pt x="8127758" y="16192"/>
                  </a:lnTo>
                  <a:lnTo>
                    <a:pt x="8128838" y="16992"/>
                  </a:lnTo>
                  <a:lnTo>
                    <a:pt x="8129892" y="17830"/>
                  </a:lnTo>
                  <a:lnTo>
                    <a:pt x="8130933" y="18681"/>
                  </a:lnTo>
                  <a:lnTo>
                    <a:pt x="8131975" y="19532"/>
                  </a:lnTo>
                  <a:lnTo>
                    <a:pt x="8132991" y="20408"/>
                  </a:lnTo>
                  <a:lnTo>
                    <a:pt x="8133994" y="21323"/>
                  </a:lnTo>
                  <a:lnTo>
                    <a:pt x="8134997" y="22225"/>
                  </a:lnTo>
                  <a:lnTo>
                    <a:pt x="8144827" y="33274"/>
                  </a:lnTo>
                  <a:lnTo>
                    <a:pt x="8145627" y="34353"/>
                  </a:lnTo>
                  <a:lnTo>
                    <a:pt x="8146402" y="35458"/>
                  </a:lnTo>
                  <a:lnTo>
                    <a:pt x="8147151" y="36576"/>
                  </a:lnTo>
                  <a:lnTo>
                    <a:pt x="8147900" y="37693"/>
                  </a:lnTo>
                  <a:lnTo>
                    <a:pt x="8157476" y="58407"/>
                  </a:lnTo>
                  <a:lnTo>
                    <a:pt x="8157870" y="59690"/>
                  </a:lnTo>
                  <a:lnTo>
                    <a:pt x="8158238" y="60985"/>
                  </a:lnTo>
                  <a:lnTo>
                    <a:pt x="8158556" y="62293"/>
                  </a:lnTo>
                  <a:lnTo>
                    <a:pt x="8158886" y="63601"/>
                  </a:lnTo>
                  <a:lnTo>
                    <a:pt x="8160131" y="70218"/>
                  </a:lnTo>
                  <a:lnTo>
                    <a:pt x="8160334" y="71551"/>
                  </a:lnTo>
                  <a:lnTo>
                    <a:pt x="8160499" y="72885"/>
                  </a:lnTo>
                  <a:lnTo>
                    <a:pt x="8160626" y="74231"/>
                  </a:lnTo>
                  <a:lnTo>
                    <a:pt x="8160753" y="75565"/>
                  </a:lnTo>
                  <a:lnTo>
                    <a:pt x="8160854" y="76911"/>
                  </a:lnTo>
                  <a:lnTo>
                    <a:pt x="8160931" y="78257"/>
                  </a:lnTo>
                  <a:lnTo>
                    <a:pt x="8160994" y="79603"/>
                  </a:lnTo>
                  <a:lnTo>
                    <a:pt x="8161020" y="80949"/>
                  </a:lnTo>
                  <a:lnTo>
                    <a:pt x="8161020" y="82296"/>
                  </a:lnTo>
                  <a:lnTo>
                    <a:pt x="8161020" y="877824"/>
                  </a:lnTo>
                  <a:lnTo>
                    <a:pt x="8161020" y="879170"/>
                  </a:lnTo>
                  <a:lnTo>
                    <a:pt x="8160994" y="880516"/>
                  </a:lnTo>
                  <a:lnTo>
                    <a:pt x="8160931" y="881862"/>
                  </a:lnTo>
                  <a:lnTo>
                    <a:pt x="8160854" y="883208"/>
                  </a:lnTo>
                  <a:lnTo>
                    <a:pt x="8160753" y="884555"/>
                  </a:lnTo>
                  <a:lnTo>
                    <a:pt x="8160626" y="885888"/>
                  </a:lnTo>
                  <a:lnTo>
                    <a:pt x="8160499" y="887234"/>
                  </a:lnTo>
                  <a:lnTo>
                    <a:pt x="8160334" y="888568"/>
                  </a:lnTo>
                  <a:lnTo>
                    <a:pt x="8160131" y="889901"/>
                  </a:lnTo>
                  <a:lnTo>
                    <a:pt x="8159927" y="891235"/>
                  </a:lnTo>
                  <a:lnTo>
                    <a:pt x="8158556" y="897826"/>
                  </a:lnTo>
                  <a:lnTo>
                    <a:pt x="8158238" y="899134"/>
                  </a:lnTo>
                  <a:lnTo>
                    <a:pt x="8157870" y="900430"/>
                  </a:lnTo>
                  <a:lnTo>
                    <a:pt x="8157476" y="901712"/>
                  </a:lnTo>
                  <a:lnTo>
                    <a:pt x="8157083" y="903008"/>
                  </a:lnTo>
                  <a:lnTo>
                    <a:pt x="8147151" y="923544"/>
                  </a:lnTo>
                  <a:lnTo>
                    <a:pt x="8146402" y="924661"/>
                  </a:lnTo>
                  <a:lnTo>
                    <a:pt x="8136915" y="936015"/>
                  </a:lnTo>
                  <a:lnTo>
                    <a:pt x="8135975" y="936967"/>
                  </a:lnTo>
                  <a:lnTo>
                    <a:pt x="8134997" y="937894"/>
                  </a:lnTo>
                  <a:lnTo>
                    <a:pt x="8133994" y="938796"/>
                  </a:lnTo>
                  <a:lnTo>
                    <a:pt x="8132991" y="939711"/>
                  </a:lnTo>
                  <a:lnTo>
                    <a:pt x="8127758" y="943927"/>
                  </a:lnTo>
                  <a:lnTo>
                    <a:pt x="8126679" y="944727"/>
                  </a:lnTo>
                  <a:lnTo>
                    <a:pt x="8125574" y="945502"/>
                  </a:lnTo>
                  <a:lnTo>
                    <a:pt x="8124444" y="946251"/>
                  </a:lnTo>
                  <a:lnTo>
                    <a:pt x="8123326" y="947000"/>
                  </a:lnTo>
                  <a:lnTo>
                    <a:pt x="8122196" y="947724"/>
                  </a:lnTo>
                  <a:lnTo>
                    <a:pt x="8121040" y="948410"/>
                  </a:lnTo>
                  <a:lnTo>
                    <a:pt x="8119884" y="949109"/>
                  </a:lnTo>
                  <a:lnTo>
                    <a:pt x="8118716" y="949769"/>
                  </a:lnTo>
                  <a:lnTo>
                    <a:pt x="8117522" y="950404"/>
                  </a:lnTo>
                  <a:lnTo>
                    <a:pt x="8116341" y="951039"/>
                  </a:lnTo>
                  <a:lnTo>
                    <a:pt x="8110232" y="953858"/>
                  </a:lnTo>
                  <a:lnTo>
                    <a:pt x="8108988" y="954379"/>
                  </a:lnTo>
                  <a:lnTo>
                    <a:pt x="8107730" y="954862"/>
                  </a:lnTo>
                  <a:lnTo>
                    <a:pt x="8106460" y="955306"/>
                  </a:lnTo>
                  <a:lnTo>
                    <a:pt x="8105190" y="955763"/>
                  </a:lnTo>
                  <a:lnTo>
                    <a:pt x="8103908" y="956183"/>
                  </a:lnTo>
                  <a:lnTo>
                    <a:pt x="8102612" y="956576"/>
                  </a:lnTo>
                  <a:lnTo>
                    <a:pt x="8101330" y="956970"/>
                  </a:lnTo>
                  <a:lnTo>
                    <a:pt x="8090801" y="959218"/>
                  </a:lnTo>
                  <a:lnTo>
                    <a:pt x="8089468" y="959434"/>
                  </a:lnTo>
                  <a:lnTo>
                    <a:pt x="8088134" y="959586"/>
                  </a:lnTo>
                  <a:lnTo>
                    <a:pt x="8086801" y="959713"/>
                  </a:lnTo>
                  <a:lnTo>
                    <a:pt x="8085455" y="959853"/>
                  </a:lnTo>
                  <a:lnTo>
                    <a:pt x="8084108" y="959954"/>
                  </a:lnTo>
                  <a:lnTo>
                    <a:pt x="8082762" y="960031"/>
                  </a:lnTo>
                  <a:lnTo>
                    <a:pt x="8081416" y="960094"/>
                  </a:lnTo>
                  <a:lnTo>
                    <a:pt x="8080070" y="960119"/>
                  </a:lnTo>
                  <a:lnTo>
                    <a:pt x="8078724" y="960119"/>
                  </a:lnTo>
                  <a:lnTo>
                    <a:pt x="82296" y="960119"/>
                  </a:lnTo>
                  <a:lnTo>
                    <a:pt x="80949" y="960119"/>
                  </a:lnTo>
                  <a:lnTo>
                    <a:pt x="79603" y="960094"/>
                  </a:lnTo>
                  <a:lnTo>
                    <a:pt x="78257" y="960031"/>
                  </a:lnTo>
                  <a:lnTo>
                    <a:pt x="76911" y="959954"/>
                  </a:lnTo>
                  <a:lnTo>
                    <a:pt x="75565" y="959853"/>
                  </a:lnTo>
                  <a:lnTo>
                    <a:pt x="74231" y="959713"/>
                  </a:lnTo>
                  <a:lnTo>
                    <a:pt x="72885" y="959586"/>
                  </a:lnTo>
                  <a:lnTo>
                    <a:pt x="71551" y="959434"/>
                  </a:lnTo>
                  <a:lnTo>
                    <a:pt x="70218" y="959218"/>
                  </a:lnTo>
                  <a:lnTo>
                    <a:pt x="68884" y="959027"/>
                  </a:lnTo>
                  <a:lnTo>
                    <a:pt x="62306" y="957656"/>
                  </a:lnTo>
                  <a:lnTo>
                    <a:pt x="60998" y="957326"/>
                  </a:lnTo>
                  <a:lnTo>
                    <a:pt x="54571" y="955306"/>
                  </a:lnTo>
                  <a:lnTo>
                    <a:pt x="53301" y="954862"/>
                  </a:lnTo>
                  <a:lnTo>
                    <a:pt x="39992" y="948410"/>
                  </a:lnTo>
                  <a:lnTo>
                    <a:pt x="38836" y="947724"/>
                  </a:lnTo>
                  <a:lnTo>
                    <a:pt x="33274" y="943927"/>
                  </a:lnTo>
                  <a:lnTo>
                    <a:pt x="32194" y="943127"/>
                  </a:lnTo>
                  <a:lnTo>
                    <a:pt x="27038" y="938796"/>
                  </a:lnTo>
                  <a:lnTo>
                    <a:pt x="26035" y="937894"/>
                  </a:lnTo>
                  <a:lnTo>
                    <a:pt x="25057" y="936967"/>
                  </a:lnTo>
                  <a:lnTo>
                    <a:pt x="24104" y="936015"/>
                  </a:lnTo>
                  <a:lnTo>
                    <a:pt x="23152" y="935062"/>
                  </a:lnTo>
                  <a:lnTo>
                    <a:pt x="18681" y="930033"/>
                  </a:lnTo>
                  <a:lnTo>
                    <a:pt x="17830" y="928992"/>
                  </a:lnTo>
                  <a:lnTo>
                    <a:pt x="13868" y="923544"/>
                  </a:lnTo>
                  <a:lnTo>
                    <a:pt x="13119" y="922426"/>
                  </a:lnTo>
                  <a:lnTo>
                    <a:pt x="6273" y="909319"/>
                  </a:lnTo>
                  <a:lnTo>
                    <a:pt x="5753" y="908075"/>
                  </a:lnTo>
                  <a:lnTo>
                    <a:pt x="5270" y="906818"/>
                  </a:lnTo>
                  <a:lnTo>
                    <a:pt x="4813" y="905548"/>
                  </a:lnTo>
                  <a:lnTo>
                    <a:pt x="4356" y="904278"/>
                  </a:lnTo>
                  <a:lnTo>
                    <a:pt x="2476" y="897826"/>
                  </a:lnTo>
                  <a:lnTo>
                    <a:pt x="2146" y="896518"/>
                  </a:lnTo>
                  <a:lnTo>
                    <a:pt x="406" y="885888"/>
                  </a:lnTo>
                  <a:lnTo>
                    <a:pt x="266" y="884555"/>
                  </a:lnTo>
                  <a:lnTo>
                    <a:pt x="165" y="883208"/>
                  </a:lnTo>
                  <a:lnTo>
                    <a:pt x="101" y="881862"/>
                  </a:lnTo>
                  <a:lnTo>
                    <a:pt x="38" y="880516"/>
                  </a:lnTo>
                  <a:lnTo>
                    <a:pt x="0" y="879170"/>
                  </a:lnTo>
                  <a:lnTo>
                    <a:pt x="0" y="877824"/>
                  </a:lnTo>
                  <a:lnTo>
                    <a:pt x="0" y="82296"/>
                  </a:lnTo>
                  <a:lnTo>
                    <a:pt x="0" y="80949"/>
                  </a:lnTo>
                  <a:lnTo>
                    <a:pt x="38" y="79603"/>
                  </a:lnTo>
                  <a:lnTo>
                    <a:pt x="101" y="78257"/>
                  </a:lnTo>
                  <a:lnTo>
                    <a:pt x="165" y="76911"/>
                  </a:lnTo>
                  <a:lnTo>
                    <a:pt x="266" y="75565"/>
                  </a:lnTo>
                  <a:lnTo>
                    <a:pt x="406" y="74231"/>
                  </a:lnTo>
                  <a:lnTo>
                    <a:pt x="533" y="72885"/>
                  </a:lnTo>
                  <a:lnTo>
                    <a:pt x="2476" y="62293"/>
                  </a:lnTo>
                  <a:lnTo>
                    <a:pt x="2794" y="60985"/>
                  </a:lnTo>
                  <a:lnTo>
                    <a:pt x="4813" y="54571"/>
                  </a:lnTo>
                  <a:lnTo>
                    <a:pt x="5270" y="53301"/>
                  </a:lnTo>
                  <a:lnTo>
                    <a:pt x="5753" y="52044"/>
                  </a:lnTo>
                  <a:lnTo>
                    <a:pt x="6273" y="50800"/>
                  </a:lnTo>
                  <a:lnTo>
                    <a:pt x="6781" y="49555"/>
                  </a:lnTo>
                  <a:lnTo>
                    <a:pt x="13868" y="36576"/>
                  </a:lnTo>
                  <a:lnTo>
                    <a:pt x="14617" y="35458"/>
                  </a:lnTo>
                  <a:lnTo>
                    <a:pt x="24104" y="24104"/>
                  </a:lnTo>
                  <a:lnTo>
                    <a:pt x="25057" y="23152"/>
                  </a:lnTo>
                  <a:lnTo>
                    <a:pt x="26035" y="22225"/>
                  </a:lnTo>
                  <a:lnTo>
                    <a:pt x="27038" y="21323"/>
                  </a:lnTo>
                  <a:lnTo>
                    <a:pt x="28028" y="20408"/>
                  </a:lnTo>
                  <a:lnTo>
                    <a:pt x="29044" y="19532"/>
                  </a:lnTo>
                  <a:lnTo>
                    <a:pt x="30086" y="18681"/>
                  </a:lnTo>
                  <a:lnTo>
                    <a:pt x="31127" y="17830"/>
                  </a:lnTo>
                  <a:lnTo>
                    <a:pt x="39992" y="11709"/>
                  </a:lnTo>
                  <a:lnTo>
                    <a:pt x="41148" y="11010"/>
                  </a:lnTo>
                  <a:lnTo>
                    <a:pt x="47117" y="7899"/>
                  </a:lnTo>
                  <a:lnTo>
                    <a:pt x="48323" y="7327"/>
                  </a:lnTo>
                  <a:lnTo>
                    <a:pt x="54571" y="4813"/>
                  </a:lnTo>
                  <a:lnTo>
                    <a:pt x="55841" y="4356"/>
                  </a:lnTo>
                  <a:lnTo>
                    <a:pt x="62306" y="2463"/>
                  </a:lnTo>
                  <a:lnTo>
                    <a:pt x="63601" y="2133"/>
                  </a:lnTo>
                  <a:lnTo>
                    <a:pt x="64922" y="1841"/>
                  </a:lnTo>
                  <a:lnTo>
                    <a:pt x="66243" y="1587"/>
                  </a:lnTo>
                  <a:lnTo>
                    <a:pt x="67564" y="1320"/>
                  </a:lnTo>
                  <a:lnTo>
                    <a:pt x="78257" y="101"/>
                  </a:lnTo>
                  <a:lnTo>
                    <a:pt x="79603" y="38"/>
                  </a:lnTo>
                  <a:lnTo>
                    <a:pt x="80949" y="0"/>
                  </a:lnTo>
                  <a:lnTo>
                    <a:pt x="82296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235012" y="2438530"/>
            <a:ext cx="3556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b="1">
                <a:solidFill>
                  <a:srgbClr val="D98E3C"/>
                </a:solidFill>
                <a:latin typeface="Calibri"/>
                <a:cs typeface="Calibri"/>
              </a:rPr>
              <a:t>FR1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88820" y="2263139"/>
            <a:ext cx="0" cy="685800"/>
          </a:xfrm>
          <a:custGeom>
            <a:avLst/>
            <a:gdLst/>
            <a:ahLst/>
            <a:cxnLst/>
            <a:rect l="l" t="t" r="r" b="b"/>
            <a:pathLst>
              <a:path w="0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19050">
            <a:solidFill>
              <a:srgbClr val="BBD8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181860" y="2451045"/>
            <a:ext cx="48958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Admin</a:t>
            </a:r>
            <a:r>
              <a:rPr dirty="0" sz="17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can</a:t>
            </a:r>
            <a:r>
              <a:rPr dirty="0" sz="17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add,</a:t>
            </a:r>
            <a:r>
              <a:rPr dirty="0" sz="1700" spc="-3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update</a:t>
            </a:r>
            <a:r>
              <a:rPr dirty="0" sz="1700" spc="-3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and</a:t>
            </a:r>
            <a:r>
              <a:rPr dirty="0" sz="17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delete</a:t>
            </a:r>
            <a:r>
              <a:rPr dirty="0" sz="17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student</a:t>
            </a:r>
            <a:r>
              <a:rPr dirty="0" sz="17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information.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523090" y="2116454"/>
            <a:ext cx="8180070" cy="979169"/>
            <a:chOff x="9523090" y="2116454"/>
            <a:chExt cx="8180070" cy="979169"/>
          </a:xfrm>
        </p:grpSpPr>
        <p:sp>
          <p:nvSpPr>
            <p:cNvPr id="11" name="object 11"/>
            <p:cNvSpPr/>
            <p:nvPr/>
          </p:nvSpPr>
          <p:spPr>
            <a:xfrm>
              <a:off x="9532615" y="2125979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19" h="960119">
                  <a:moveTo>
                    <a:pt x="82296" y="0"/>
                  </a:moveTo>
                  <a:lnTo>
                    <a:pt x="42316" y="10350"/>
                  </a:lnTo>
                  <a:lnTo>
                    <a:pt x="8483" y="45885"/>
                  </a:lnTo>
                  <a:lnTo>
                    <a:pt x="0" y="877824"/>
                  </a:lnTo>
                  <a:lnTo>
                    <a:pt x="533" y="887234"/>
                  </a:lnTo>
                  <a:lnTo>
                    <a:pt x="19532" y="931075"/>
                  </a:lnTo>
                  <a:lnTo>
                    <a:pt x="59702" y="956970"/>
                  </a:lnTo>
                  <a:lnTo>
                    <a:pt x="8078724" y="960119"/>
                  </a:lnTo>
                  <a:lnTo>
                    <a:pt x="8085455" y="959853"/>
                  </a:lnTo>
                  <a:lnTo>
                    <a:pt x="8128838" y="943127"/>
                  </a:lnTo>
                  <a:lnTo>
                    <a:pt x="8157083" y="903008"/>
                  </a:lnTo>
                  <a:lnTo>
                    <a:pt x="8161020" y="82296"/>
                  </a:lnTo>
                  <a:lnTo>
                    <a:pt x="8160334" y="71551"/>
                  </a:lnTo>
                  <a:lnTo>
                    <a:pt x="8140611" y="28028"/>
                  </a:lnTo>
                  <a:lnTo>
                    <a:pt x="8101330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532615" y="2125979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19" h="960119">
                  <a:moveTo>
                    <a:pt x="82296" y="0"/>
                  </a:moveTo>
                  <a:lnTo>
                    <a:pt x="8078724" y="0"/>
                  </a:lnTo>
                  <a:lnTo>
                    <a:pt x="8080070" y="0"/>
                  </a:lnTo>
                  <a:lnTo>
                    <a:pt x="8081416" y="38"/>
                  </a:lnTo>
                  <a:lnTo>
                    <a:pt x="8082762" y="101"/>
                  </a:lnTo>
                  <a:lnTo>
                    <a:pt x="8084108" y="165"/>
                  </a:lnTo>
                  <a:lnTo>
                    <a:pt x="8085455" y="266"/>
                  </a:lnTo>
                  <a:lnTo>
                    <a:pt x="8094789" y="1587"/>
                  </a:lnTo>
                  <a:lnTo>
                    <a:pt x="8096110" y="1841"/>
                  </a:lnTo>
                  <a:lnTo>
                    <a:pt x="8102612" y="3543"/>
                  </a:lnTo>
                  <a:lnTo>
                    <a:pt x="8103908" y="3937"/>
                  </a:lnTo>
                  <a:lnTo>
                    <a:pt x="8105190" y="4356"/>
                  </a:lnTo>
                  <a:lnTo>
                    <a:pt x="8106460" y="4813"/>
                  </a:lnTo>
                  <a:lnTo>
                    <a:pt x="8107730" y="5257"/>
                  </a:lnTo>
                  <a:lnTo>
                    <a:pt x="8113915" y="7899"/>
                  </a:lnTo>
                  <a:lnTo>
                    <a:pt x="8115134" y="8470"/>
                  </a:lnTo>
                  <a:lnTo>
                    <a:pt x="8116341" y="9080"/>
                  </a:lnTo>
                  <a:lnTo>
                    <a:pt x="8117522" y="9715"/>
                  </a:lnTo>
                  <a:lnTo>
                    <a:pt x="8118716" y="10350"/>
                  </a:lnTo>
                  <a:lnTo>
                    <a:pt x="8119884" y="11010"/>
                  </a:lnTo>
                  <a:lnTo>
                    <a:pt x="8121040" y="11709"/>
                  </a:lnTo>
                  <a:lnTo>
                    <a:pt x="8122196" y="12395"/>
                  </a:lnTo>
                  <a:lnTo>
                    <a:pt x="8123326" y="13119"/>
                  </a:lnTo>
                  <a:lnTo>
                    <a:pt x="8124444" y="13868"/>
                  </a:lnTo>
                  <a:lnTo>
                    <a:pt x="8125574" y="14617"/>
                  </a:lnTo>
                  <a:lnTo>
                    <a:pt x="8126679" y="15392"/>
                  </a:lnTo>
                  <a:lnTo>
                    <a:pt x="8127758" y="16192"/>
                  </a:lnTo>
                  <a:lnTo>
                    <a:pt x="8128838" y="16992"/>
                  </a:lnTo>
                  <a:lnTo>
                    <a:pt x="8129892" y="17830"/>
                  </a:lnTo>
                  <a:lnTo>
                    <a:pt x="8130933" y="18681"/>
                  </a:lnTo>
                  <a:lnTo>
                    <a:pt x="8131975" y="19532"/>
                  </a:lnTo>
                  <a:lnTo>
                    <a:pt x="8132991" y="20408"/>
                  </a:lnTo>
                  <a:lnTo>
                    <a:pt x="8133994" y="21323"/>
                  </a:lnTo>
                  <a:lnTo>
                    <a:pt x="8134997" y="22225"/>
                  </a:lnTo>
                  <a:lnTo>
                    <a:pt x="8144827" y="33274"/>
                  </a:lnTo>
                  <a:lnTo>
                    <a:pt x="8145627" y="34353"/>
                  </a:lnTo>
                  <a:lnTo>
                    <a:pt x="8146402" y="35458"/>
                  </a:lnTo>
                  <a:lnTo>
                    <a:pt x="8147151" y="36576"/>
                  </a:lnTo>
                  <a:lnTo>
                    <a:pt x="8147900" y="37693"/>
                  </a:lnTo>
                  <a:lnTo>
                    <a:pt x="8157476" y="58407"/>
                  </a:lnTo>
                  <a:lnTo>
                    <a:pt x="8157870" y="59690"/>
                  </a:lnTo>
                  <a:lnTo>
                    <a:pt x="8158238" y="60985"/>
                  </a:lnTo>
                  <a:lnTo>
                    <a:pt x="8158556" y="62293"/>
                  </a:lnTo>
                  <a:lnTo>
                    <a:pt x="8158886" y="63601"/>
                  </a:lnTo>
                  <a:lnTo>
                    <a:pt x="8160131" y="70218"/>
                  </a:lnTo>
                  <a:lnTo>
                    <a:pt x="8160334" y="71551"/>
                  </a:lnTo>
                  <a:lnTo>
                    <a:pt x="8160499" y="72885"/>
                  </a:lnTo>
                  <a:lnTo>
                    <a:pt x="8160626" y="74231"/>
                  </a:lnTo>
                  <a:lnTo>
                    <a:pt x="8160753" y="75565"/>
                  </a:lnTo>
                  <a:lnTo>
                    <a:pt x="8160854" y="76911"/>
                  </a:lnTo>
                  <a:lnTo>
                    <a:pt x="8160931" y="78257"/>
                  </a:lnTo>
                  <a:lnTo>
                    <a:pt x="8160994" y="79603"/>
                  </a:lnTo>
                  <a:lnTo>
                    <a:pt x="8161020" y="80949"/>
                  </a:lnTo>
                  <a:lnTo>
                    <a:pt x="8161020" y="82296"/>
                  </a:lnTo>
                  <a:lnTo>
                    <a:pt x="8161020" y="877824"/>
                  </a:lnTo>
                  <a:lnTo>
                    <a:pt x="8161020" y="879170"/>
                  </a:lnTo>
                  <a:lnTo>
                    <a:pt x="8160994" y="880516"/>
                  </a:lnTo>
                  <a:lnTo>
                    <a:pt x="8160931" y="881862"/>
                  </a:lnTo>
                  <a:lnTo>
                    <a:pt x="8160854" y="883208"/>
                  </a:lnTo>
                  <a:lnTo>
                    <a:pt x="8160753" y="884555"/>
                  </a:lnTo>
                  <a:lnTo>
                    <a:pt x="8160626" y="885888"/>
                  </a:lnTo>
                  <a:lnTo>
                    <a:pt x="8160499" y="887234"/>
                  </a:lnTo>
                  <a:lnTo>
                    <a:pt x="8160334" y="888568"/>
                  </a:lnTo>
                  <a:lnTo>
                    <a:pt x="8160131" y="889901"/>
                  </a:lnTo>
                  <a:lnTo>
                    <a:pt x="8159927" y="891235"/>
                  </a:lnTo>
                  <a:lnTo>
                    <a:pt x="8158556" y="897826"/>
                  </a:lnTo>
                  <a:lnTo>
                    <a:pt x="8158238" y="899134"/>
                  </a:lnTo>
                  <a:lnTo>
                    <a:pt x="8157870" y="900430"/>
                  </a:lnTo>
                  <a:lnTo>
                    <a:pt x="8157476" y="901712"/>
                  </a:lnTo>
                  <a:lnTo>
                    <a:pt x="8157083" y="903008"/>
                  </a:lnTo>
                  <a:lnTo>
                    <a:pt x="8147151" y="923544"/>
                  </a:lnTo>
                  <a:lnTo>
                    <a:pt x="8146402" y="924661"/>
                  </a:lnTo>
                  <a:lnTo>
                    <a:pt x="8136915" y="936015"/>
                  </a:lnTo>
                  <a:lnTo>
                    <a:pt x="8135975" y="936967"/>
                  </a:lnTo>
                  <a:lnTo>
                    <a:pt x="8134997" y="937894"/>
                  </a:lnTo>
                  <a:lnTo>
                    <a:pt x="8133994" y="938796"/>
                  </a:lnTo>
                  <a:lnTo>
                    <a:pt x="8132991" y="939711"/>
                  </a:lnTo>
                  <a:lnTo>
                    <a:pt x="8127758" y="943927"/>
                  </a:lnTo>
                  <a:lnTo>
                    <a:pt x="8126679" y="944727"/>
                  </a:lnTo>
                  <a:lnTo>
                    <a:pt x="8125574" y="945502"/>
                  </a:lnTo>
                  <a:lnTo>
                    <a:pt x="8124444" y="946251"/>
                  </a:lnTo>
                  <a:lnTo>
                    <a:pt x="8123326" y="947000"/>
                  </a:lnTo>
                  <a:lnTo>
                    <a:pt x="8122196" y="947724"/>
                  </a:lnTo>
                  <a:lnTo>
                    <a:pt x="8121040" y="948410"/>
                  </a:lnTo>
                  <a:lnTo>
                    <a:pt x="8119884" y="949109"/>
                  </a:lnTo>
                  <a:lnTo>
                    <a:pt x="8118716" y="949769"/>
                  </a:lnTo>
                  <a:lnTo>
                    <a:pt x="8117522" y="950404"/>
                  </a:lnTo>
                  <a:lnTo>
                    <a:pt x="8116341" y="951039"/>
                  </a:lnTo>
                  <a:lnTo>
                    <a:pt x="8110232" y="953858"/>
                  </a:lnTo>
                  <a:lnTo>
                    <a:pt x="8108988" y="954379"/>
                  </a:lnTo>
                  <a:lnTo>
                    <a:pt x="8107730" y="954862"/>
                  </a:lnTo>
                  <a:lnTo>
                    <a:pt x="8106460" y="955306"/>
                  </a:lnTo>
                  <a:lnTo>
                    <a:pt x="8105190" y="955763"/>
                  </a:lnTo>
                  <a:lnTo>
                    <a:pt x="8103908" y="956183"/>
                  </a:lnTo>
                  <a:lnTo>
                    <a:pt x="8102612" y="956576"/>
                  </a:lnTo>
                  <a:lnTo>
                    <a:pt x="8101330" y="956970"/>
                  </a:lnTo>
                  <a:lnTo>
                    <a:pt x="8090801" y="959218"/>
                  </a:lnTo>
                  <a:lnTo>
                    <a:pt x="8089468" y="959434"/>
                  </a:lnTo>
                  <a:lnTo>
                    <a:pt x="8088134" y="959586"/>
                  </a:lnTo>
                  <a:lnTo>
                    <a:pt x="8086801" y="959713"/>
                  </a:lnTo>
                  <a:lnTo>
                    <a:pt x="8085455" y="959853"/>
                  </a:lnTo>
                  <a:lnTo>
                    <a:pt x="8084108" y="959954"/>
                  </a:lnTo>
                  <a:lnTo>
                    <a:pt x="8082762" y="960031"/>
                  </a:lnTo>
                  <a:lnTo>
                    <a:pt x="8081416" y="960094"/>
                  </a:lnTo>
                  <a:lnTo>
                    <a:pt x="8080070" y="960119"/>
                  </a:lnTo>
                  <a:lnTo>
                    <a:pt x="8078724" y="960119"/>
                  </a:lnTo>
                  <a:lnTo>
                    <a:pt x="82296" y="960119"/>
                  </a:lnTo>
                  <a:lnTo>
                    <a:pt x="80949" y="960119"/>
                  </a:lnTo>
                  <a:lnTo>
                    <a:pt x="79603" y="960094"/>
                  </a:lnTo>
                  <a:lnTo>
                    <a:pt x="78257" y="960031"/>
                  </a:lnTo>
                  <a:lnTo>
                    <a:pt x="76911" y="959954"/>
                  </a:lnTo>
                  <a:lnTo>
                    <a:pt x="75565" y="959853"/>
                  </a:lnTo>
                  <a:lnTo>
                    <a:pt x="74231" y="959713"/>
                  </a:lnTo>
                  <a:lnTo>
                    <a:pt x="72885" y="959586"/>
                  </a:lnTo>
                  <a:lnTo>
                    <a:pt x="71551" y="959434"/>
                  </a:lnTo>
                  <a:lnTo>
                    <a:pt x="70218" y="959218"/>
                  </a:lnTo>
                  <a:lnTo>
                    <a:pt x="68884" y="959027"/>
                  </a:lnTo>
                  <a:lnTo>
                    <a:pt x="62306" y="957656"/>
                  </a:lnTo>
                  <a:lnTo>
                    <a:pt x="60998" y="957326"/>
                  </a:lnTo>
                  <a:lnTo>
                    <a:pt x="54571" y="955306"/>
                  </a:lnTo>
                  <a:lnTo>
                    <a:pt x="53301" y="954862"/>
                  </a:lnTo>
                  <a:lnTo>
                    <a:pt x="39992" y="948410"/>
                  </a:lnTo>
                  <a:lnTo>
                    <a:pt x="38836" y="947724"/>
                  </a:lnTo>
                  <a:lnTo>
                    <a:pt x="33274" y="943927"/>
                  </a:lnTo>
                  <a:lnTo>
                    <a:pt x="32194" y="943127"/>
                  </a:lnTo>
                  <a:lnTo>
                    <a:pt x="27025" y="938796"/>
                  </a:lnTo>
                  <a:lnTo>
                    <a:pt x="26035" y="937894"/>
                  </a:lnTo>
                  <a:lnTo>
                    <a:pt x="25057" y="936967"/>
                  </a:lnTo>
                  <a:lnTo>
                    <a:pt x="24104" y="936015"/>
                  </a:lnTo>
                  <a:lnTo>
                    <a:pt x="23152" y="935062"/>
                  </a:lnTo>
                  <a:lnTo>
                    <a:pt x="18681" y="930033"/>
                  </a:lnTo>
                  <a:lnTo>
                    <a:pt x="17830" y="928992"/>
                  </a:lnTo>
                  <a:lnTo>
                    <a:pt x="13868" y="923544"/>
                  </a:lnTo>
                  <a:lnTo>
                    <a:pt x="13119" y="922426"/>
                  </a:lnTo>
                  <a:lnTo>
                    <a:pt x="6273" y="909319"/>
                  </a:lnTo>
                  <a:lnTo>
                    <a:pt x="5753" y="908075"/>
                  </a:lnTo>
                  <a:lnTo>
                    <a:pt x="5270" y="906818"/>
                  </a:lnTo>
                  <a:lnTo>
                    <a:pt x="4813" y="905548"/>
                  </a:lnTo>
                  <a:lnTo>
                    <a:pt x="4356" y="904278"/>
                  </a:lnTo>
                  <a:lnTo>
                    <a:pt x="2476" y="897826"/>
                  </a:lnTo>
                  <a:lnTo>
                    <a:pt x="2146" y="896518"/>
                  </a:lnTo>
                  <a:lnTo>
                    <a:pt x="406" y="885888"/>
                  </a:lnTo>
                  <a:lnTo>
                    <a:pt x="266" y="884555"/>
                  </a:lnTo>
                  <a:lnTo>
                    <a:pt x="165" y="883208"/>
                  </a:lnTo>
                  <a:lnTo>
                    <a:pt x="101" y="881862"/>
                  </a:lnTo>
                  <a:lnTo>
                    <a:pt x="38" y="880516"/>
                  </a:lnTo>
                  <a:lnTo>
                    <a:pt x="0" y="879170"/>
                  </a:lnTo>
                  <a:lnTo>
                    <a:pt x="0" y="877824"/>
                  </a:lnTo>
                  <a:lnTo>
                    <a:pt x="0" y="82296"/>
                  </a:lnTo>
                  <a:lnTo>
                    <a:pt x="0" y="80949"/>
                  </a:lnTo>
                  <a:lnTo>
                    <a:pt x="38" y="79603"/>
                  </a:lnTo>
                  <a:lnTo>
                    <a:pt x="101" y="78257"/>
                  </a:lnTo>
                  <a:lnTo>
                    <a:pt x="165" y="76911"/>
                  </a:lnTo>
                  <a:lnTo>
                    <a:pt x="266" y="75565"/>
                  </a:lnTo>
                  <a:lnTo>
                    <a:pt x="406" y="74231"/>
                  </a:lnTo>
                  <a:lnTo>
                    <a:pt x="533" y="72885"/>
                  </a:lnTo>
                  <a:lnTo>
                    <a:pt x="2476" y="62293"/>
                  </a:lnTo>
                  <a:lnTo>
                    <a:pt x="2794" y="60985"/>
                  </a:lnTo>
                  <a:lnTo>
                    <a:pt x="4813" y="54571"/>
                  </a:lnTo>
                  <a:lnTo>
                    <a:pt x="5270" y="53301"/>
                  </a:lnTo>
                  <a:lnTo>
                    <a:pt x="5753" y="52044"/>
                  </a:lnTo>
                  <a:lnTo>
                    <a:pt x="6273" y="50800"/>
                  </a:lnTo>
                  <a:lnTo>
                    <a:pt x="6781" y="49555"/>
                  </a:lnTo>
                  <a:lnTo>
                    <a:pt x="13868" y="36576"/>
                  </a:lnTo>
                  <a:lnTo>
                    <a:pt x="14617" y="35458"/>
                  </a:lnTo>
                  <a:lnTo>
                    <a:pt x="24104" y="24104"/>
                  </a:lnTo>
                  <a:lnTo>
                    <a:pt x="25057" y="23152"/>
                  </a:lnTo>
                  <a:lnTo>
                    <a:pt x="26035" y="22225"/>
                  </a:lnTo>
                  <a:lnTo>
                    <a:pt x="27025" y="21323"/>
                  </a:lnTo>
                  <a:lnTo>
                    <a:pt x="28028" y="20408"/>
                  </a:lnTo>
                  <a:lnTo>
                    <a:pt x="29044" y="19532"/>
                  </a:lnTo>
                  <a:lnTo>
                    <a:pt x="30086" y="18681"/>
                  </a:lnTo>
                  <a:lnTo>
                    <a:pt x="31127" y="17830"/>
                  </a:lnTo>
                  <a:lnTo>
                    <a:pt x="39992" y="11709"/>
                  </a:lnTo>
                  <a:lnTo>
                    <a:pt x="41148" y="11010"/>
                  </a:lnTo>
                  <a:lnTo>
                    <a:pt x="47117" y="7899"/>
                  </a:lnTo>
                  <a:lnTo>
                    <a:pt x="48323" y="7327"/>
                  </a:lnTo>
                  <a:lnTo>
                    <a:pt x="54571" y="4813"/>
                  </a:lnTo>
                  <a:lnTo>
                    <a:pt x="55841" y="4356"/>
                  </a:lnTo>
                  <a:lnTo>
                    <a:pt x="62306" y="2463"/>
                  </a:lnTo>
                  <a:lnTo>
                    <a:pt x="63601" y="2133"/>
                  </a:lnTo>
                  <a:lnTo>
                    <a:pt x="64922" y="1841"/>
                  </a:lnTo>
                  <a:lnTo>
                    <a:pt x="66243" y="1587"/>
                  </a:lnTo>
                  <a:lnTo>
                    <a:pt x="67564" y="1320"/>
                  </a:lnTo>
                  <a:lnTo>
                    <a:pt x="78257" y="101"/>
                  </a:lnTo>
                  <a:lnTo>
                    <a:pt x="79603" y="38"/>
                  </a:lnTo>
                  <a:lnTo>
                    <a:pt x="80949" y="0"/>
                  </a:lnTo>
                  <a:lnTo>
                    <a:pt x="82296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9944672" y="2438530"/>
            <a:ext cx="3556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b="1">
                <a:solidFill>
                  <a:srgbClr val="D98E3C"/>
                </a:solidFill>
                <a:latin typeface="Calibri"/>
                <a:cs typeface="Calibri"/>
              </a:rPr>
              <a:t>FR2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698480" y="2263139"/>
            <a:ext cx="0" cy="685800"/>
          </a:xfrm>
          <a:custGeom>
            <a:avLst/>
            <a:gdLst/>
            <a:ahLst/>
            <a:cxnLst/>
            <a:rect l="l" t="t" r="r" b="b"/>
            <a:pathLst>
              <a:path w="0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19050">
            <a:solidFill>
              <a:srgbClr val="BBD8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0891519" y="2451045"/>
            <a:ext cx="44462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Admin</a:t>
            </a:r>
            <a:r>
              <a:rPr dirty="0" sz="17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can</a:t>
            </a:r>
            <a:r>
              <a:rPr dirty="0" sz="17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add</a:t>
            </a:r>
            <a:r>
              <a:rPr dirty="0" sz="1700" spc="-3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and</a:t>
            </a:r>
            <a:r>
              <a:rPr dirty="0" sz="17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manage</a:t>
            </a:r>
            <a:r>
              <a:rPr dirty="0" sz="1700" spc="-3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company</a:t>
            </a:r>
            <a:r>
              <a:rPr dirty="0" sz="1700" spc="-3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information.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13431" y="3254883"/>
            <a:ext cx="8180070" cy="979169"/>
            <a:chOff x="813431" y="3254883"/>
            <a:chExt cx="8180070" cy="979169"/>
          </a:xfrm>
        </p:grpSpPr>
        <p:sp>
          <p:nvSpPr>
            <p:cNvPr id="17" name="object 17"/>
            <p:cNvSpPr/>
            <p:nvPr/>
          </p:nvSpPr>
          <p:spPr>
            <a:xfrm>
              <a:off x="822956" y="3264408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20" h="960120">
                  <a:moveTo>
                    <a:pt x="82296" y="0"/>
                  </a:moveTo>
                  <a:lnTo>
                    <a:pt x="42316" y="10350"/>
                  </a:lnTo>
                  <a:lnTo>
                    <a:pt x="8483" y="45885"/>
                  </a:lnTo>
                  <a:lnTo>
                    <a:pt x="0" y="877824"/>
                  </a:lnTo>
                  <a:lnTo>
                    <a:pt x="165" y="883208"/>
                  </a:lnTo>
                  <a:lnTo>
                    <a:pt x="17830" y="928992"/>
                  </a:lnTo>
                  <a:lnTo>
                    <a:pt x="57124" y="956183"/>
                  </a:lnTo>
                  <a:lnTo>
                    <a:pt x="8078724" y="960119"/>
                  </a:lnTo>
                  <a:lnTo>
                    <a:pt x="8084108" y="959954"/>
                  </a:lnTo>
                  <a:lnTo>
                    <a:pt x="8128838" y="943127"/>
                  </a:lnTo>
                  <a:lnTo>
                    <a:pt x="8157083" y="903008"/>
                  </a:lnTo>
                  <a:lnTo>
                    <a:pt x="8161020" y="82296"/>
                  </a:lnTo>
                  <a:lnTo>
                    <a:pt x="8160334" y="71551"/>
                  </a:lnTo>
                  <a:lnTo>
                    <a:pt x="8140611" y="28028"/>
                  </a:lnTo>
                  <a:lnTo>
                    <a:pt x="8101330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22956" y="3264408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20" h="960120">
                  <a:moveTo>
                    <a:pt x="82296" y="0"/>
                  </a:moveTo>
                  <a:lnTo>
                    <a:pt x="8078724" y="0"/>
                  </a:lnTo>
                  <a:lnTo>
                    <a:pt x="8080070" y="0"/>
                  </a:lnTo>
                  <a:lnTo>
                    <a:pt x="8081416" y="38"/>
                  </a:lnTo>
                  <a:lnTo>
                    <a:pt x="8082762" y="101"/>
                  </a:lnTo>
                  <a:lnTo>
                    <a:pt x="8084108" y="165"/>
                  </a:lnTo>
                  <a:lnTo>
                    <a:pt x="8085455" y="266"/>
                  </a:lnTo>
                  <a:lnTo>
                    <a:pt x="8094789" y="1587"/>
                  </a:lnTo>
                  <a:lnTo>
                    <a:pt x="8096110" y="1841"/>
                  </a:lnTo>
                  <a:lnTo>
                    <a:pt x="8102612" y="3543"/>
                  </a:lnTo>
                  <a:lnTo>
                    <a:pt x="8103908" y="3937"/>
                  </a:lnTo>
                  <a:lnTo>
                    <a:pt x="8105190" y="4356"/>
                  </a:lnTo>
                  <a:lnTo>
                    <a:pt x="8106460" y="4813"/>
                  </a:lnTo>
                  <a:lnTo>
                    <a:pt x="8107730" y="5257"/>
                  </a:lnTo>
                  <a:lnTo>
                    <a:pt x="8113915" y="7899"/>
                  </a:lnTo>
                  <a:lnTo>
                    <a:pt x="8115134" y="8470"/>
                  </a:lnTo>
                  <a:lnTo>
                    <a:pt x="8116341" y="9080"/>
                  </a:lnTo>
                  <a:lnTo>
                    <a:pt x="8117522" y="9715"/>
                  </a:lnTo>
                  <a:lnTo>
                    <a:pt x="8118716" y="10350"/>
                  </a:lnTo>
                  <a:lnTo>
                    <a:pt x="8119884" y="11010"/>
                  </a:lnTo>
                  <a:lnTo>
                    <a:pt x="8121040" y="11709"/>
                  </a:lnTo>
                  <a:lnTo>
                    <a:pt x="8122196" y="12395"/>
                  </a:lnTo>
                  <a:lnTo>
                    <a:pt x="8123326" y="13119"/>
                  </a:lnTo>
                  <a:lnTo>
                    <a:pt x="8124444" y="13868"/>
                  </a:lnTo>
                  <a:lnTo>
                    <a:pt x="8125574" y="14617"/>
                  </a:lnTo>
                  <a:lnTo>
                    <a:pt x="8126679" y="15392"/>
                  </a:lnTo>
                  <a:lnTo>
                    <a:pt x="8127758" y="16192"/>
                  </a:lnTo>
                  <a:lnTo>
                    <a:pt x="8128838" y="16992"/>
                  </a:lnTo>
                  <a:lnTo>
                    <a:pt x="8129892" y="17830"/>
                  </a:lnTo>
                  <a:lnTo>
                    <a:pt x="8130933" y="18681"/>
                  </a:lnTo>
                  <a:lnTo>
                    <a:pt x="8131975" y="19532"/>
                  </a:lnTo>
                  <a:lnTo>
                    <a:pt x="8132991" y="20408"/>
                  </a:lnTo>
                  <a:lnTo>
                    <a:pt x="8133994" y="21323"/>
                  </a:lnTo>
                  <a:lnTo>
                    <a:pt x="8134997" y="22225"/>
                  </a:lnTo>
                  <a:lnTo>
                    <a:pt x="8144827" y="33274"/>
                  </a:lnTo>
                  <a:lnTo>
                    <a:pt x="8145627" y="34353"/>
                  </a:lnTo>
                  <a:lnTo>
                    <a:pt x="8146402" y="35458"/>
                  </a:lnTo>
                  <a:lnTo>
                    <a:pt x="8147151" y="36576"/>
                  </a:lnTo>
                  <a:lnTo>
                    <a:pt x="8147900" y="37693"/>
                  </a:lnTo>
                  <a:lnTo>
                    <a:pt x="8157476" y="58407"/>
                  </a:lnTo>
                  <a:lnTo>
                    <a:pt x="8157870" y="59690"/>
                  </a:lnTo>
                  <a:lnTo>
                    <a:pt x="8158238" y="60985"/>
                  </a:lnTo>
                  <a:lnTo>
                    <a:pt x="8158556" y="62293"/>
                  </a:lnTo>
                  <a:lnTo>
                    <a:pt x="8158886" y="63601"/>
                  </a:lnTo>
                  <a:lnTo>
                    <a:pt x="8160131" y="70218"/>
                  </a:lnTo>
                  <a:lnTo>
                    <a:pt x="8160334" y="71551"/>
                  </a:lnTo>
                  <a:lnTo>
                    <a:pt x="8160499" y="72885"/>
                  </a:lnTo>
                  <a:lnTo>
                    <a:pt x="8160626" y="74231"/>
                  </a:lnTo>
                  <a:lnTo>
                    <a:pt x="8160753" y="75565"/>
                  </a:lnTo>
                  <a:lnTo>
                    <a:pt x="8160854" y="76911"/>
                  </a:lnTo>
                  <a:lnTo>
                    <a:pt x="8160931" y="78257"/>
                  </a:lnTo>
                  <a:lnTo>
                    <a:pt x="8160994" y="79603"/>
                  </a:lnTo>
                  <a:lnTo>
                    <a:pt x="8161020" y="80949"/>
                  </a:lnTo>
                  <a:lnTo>
                    <a:pt x="8161020" y="82296"/>
                  </a:lnTo>
                  <a:lnTo>
                    <a:pt x="8161020" y="877824"/>
                  </a:lnTo>
                  <a:lnTo>
                    <a:pt x="8161020" y="879170"/>
                  </a:lnTo>
                  <a:lnTo>
                    <a:pt x="8160994" y="880516"/>
                  </a:lnTo>
                  <a:lnTo>
                    <a:pt x="8160931" y="881862"/>
                  </a:lnTo>
                  <a:lnTo>
                    <a:pt x="8160854" y="883208"/>
                  </a:lnTo>
                  <a:lnTo>
                    <a:pt x="8160753" y="884555"/>
                  </a:lnTo>
                  <a:lnTo>
                    <a:pt x="8160626" y="885888"/>
                  </a:lnTo>
                  <a:lnTo>
                    <a:pt x="8160499" y="887234"/>
                  </a:lnTo>
                  <a:lnTo>
                    <a:pt x="8160334" y="888568"/>
                  </a:lnTo>
                  <a:lnTo>
                    <a:pt x="8160131" y="889901"/>
                  </a:lnTo>
                  <a:lnTo>
                    <a:pt x="8159927" y="891235"/>
                  </a:lnTo>
                  <a:lnTo>
                    <a:pt x="8158556" y="897826"/>
                  </a:lnTo>
                  <a:lnTo>
                    <a:pt x="8158238" y="899134"/>
                  </a:lnTo>
                  <a:lnTo>
                    <a:pt x="8157870" y="900430"/>
                  </a:lnTo>
                  <a:lnTo>
                    <a:pt x="8157476" y="901712"/>
                  </a:lnTo>
                  <a:lnTo>
                    <a:pt x="8157083" y="903008"/>
                  </a:lnTo>
                  <a:lnTo>
                    <a:pt x="8147151" y="923544"/>
                  </a:lnTo>
                  <a:lnTo>
                    <a:pt x="8146402" y="924661"/>
                  </a:lnTo>
                  <a:lnTo>
                    <a:pt x="8136915" y="936015"/>
                  </a:lnTo>
                  <a:lnTo>
                    <a:pt x="8135975" y="936967"/>
                  </a:lnTo>
                  <a:lnTo>
                    <a:pt x="8134997" y="937894"/>
                  </a:lnTo>
                  <a:lnTo>
                    <a:pt x="8133994" y="938796"/>
                  </a:lnTo>
                  <a:lnTo>
                    <a:pt x="8132991" y="939711"/>
                  </a:lnTo>
                  <a:lnTo>
                    <a:pt x="8127758" y="943927"/>
                  </a:lnTo>
                  <a:lnTo>
                    <a:pt x="8126679" y="944727"/>
                  </a:lnTo>
                  <a:lnTo>
                    <a:pt x="8125574" y="945502"/>
                  </a:lnTo>
                  <a:lnTo>
                    <a:pt x="8124444" y="946251"/>
                  </a:lnTo>
                  <a:lnTo>
                    <a:pt x="8123326" y="947000"/>
                  </a:lnTo>
                  <a:lnTo>
                    <a:pt x="8122196" y="947724"/>
                  </a:lnTo>
                  <a:lnTo>
                    <a:pt x="8121040" y="948410"/>
                  </a:lnTo>
                  <a:lnTo>
                    <a:pt x="8119884" y="949109"/>
                  </a:lnTo>
                  <a:lnTo>
                    <a:pt x="8118716" y="949769"/>
                  </a:lnTo>
                  <a:lnTo>
                    <a:pt x="8117522" y="950404"/>
                  </a:lnTo>
                  <a:lnTo>
                    <a:pt x="8116341" y="951039"/>
                  </a:lnTo>
                  <a:lnTo>
                    <a:pt x="8115134" y="951649"/>
                  </a:lnTo>
                  <a:lnTo>
                    <a:pt x="8113915" y="952220"/>
                  </a:lnTo>
                  <a:lnTo>
                    <a:pt x="8112696" y="952792"/>
                  </a:lnTo>
                  <a:lnTo>
                    <a:pt x="8106460" y="955306"/>
                  </a:lnTo>
                  <a:lnTo>
                    <a:pt x="8105190" y="955763"/>
                  </a:lnTo>
                  <a:lnTo>
                    <a:pt x="8103908" y="956183"/>
                  </a:lnTo>
                  <a:lnTo>
                    <a:pt x="8102612" y="956576"/>
                  </a:lnTo>
                  <a:lnTo>
                    <a:pt x="8101330" y="956970"/>
                  </a:lnTo>
                  <a:lnTo>
                    <a:pt x="8094789" y="958532"/>
                  </a:lnTo>
                  <a:lnTo>
                    <a:pt x="8093468" y="958799"/>
                  </a:lnTo>
                  <a:lnTo>
                    <a:pt x="8092135" y="959027"/>
                  </a:lnTo>
                  <a:lnTo>
                    <a:pt x="8090801" y="959231"/>
                  </a:lnTo>
                  <a:lnTo>
                    <a:pt x="8089468" y="959434"/>
                  </a:lnTo>
                  <a:lnTo>
                    <a:pt x="8082762" y="960018"/>
                  </a:lnTo>
                  <a:lnTo>
                    <a:pt x="8081416" y="960094"/>
                  </a:lnTo>
                  <a:lnTo>
                    <a:pt x="8080070" y="960119"/>
                  </a:lnTo>
                  <a:lnTo>
                    <a:pt x="8078724" y="960119"/>
                  </a:lnTo>
                  <a:lnTo>
                    <a:pt x="82296" y="960119"/>
                  </a:lnTo>
                  <a:lnTo>
                    <a:pt x="80949" y="960119"/>
                  </a:lnTo>
                  <a:lnTo>
                    <a:pt x="79603" y="960094"/>
                  </a:lnTo>
                  <a:lnTo>
                    <a:pt x="78257" y="960018"/>
                  </a:lnTo>
                  <a:lnTo>
                    <a:pt x="76911" y="959954"/>
                  </a:lnTo>
                  <a:lnTo>
                    <a:pt x="75565" y="959853"/>
                  </a:lnTo>
                  <a:lnTo>
                    <a:pt x="74231" y="959726"/>
                  </a:lnTo>
                  <a:lnTo>
                    <a:pt x="72885" y="959599"/>
                  </a:lnTo>
                  <a:lnTo>
                    <a:pt x="71551" y="959434"/>
                  </a:lnTo>
                  <a:lnTo>
                    <a:pt x="70218" y="959231"/>
                  </a:lnTo>
                  <a:lnTo>
                    <a:pt x="68884" y="959027"/>
                  </a:lnTo>
                  <a:lnTo>
                    <a:pt x="67564" y="958799"/>
                  </a:lnTo>
                  <a:lnTo>
                    <a:pt x="66243" y="958532"/>
                  </a:lnTo>
                  <a:lnTo>
                    <a:pt x="64922" y="958278"/>
                  </a:lnTo>
                  <a:lnTo>
                    <a:pt x="63601" y="957986"/>
                  </a:lnTo>
                  <a:lnTo>
                    <a:pt x="62306" y="957656"/>
                  </a:lnTo>
                  <a:lnTo>
                    <a:pt x="60998" y="957326"/>
                  </a:lnTo>
                  <a:lnTo>
                    <a:pt x="54571" y="955306"/>
                  </a:lnTo>
                  <a:lnTo>
                    <a:pt x="53301" y="954862"/>
                  </a:lnTo>
                  <a:lnTo>
                    <a:pt x="47117" y="952220"/>
                  </a:lnTo>
                  <a:lnTo>
                    <a:pt x="45897" y="951649"/>
                  </a:lnTo>
                  <a:lnTo>
                    <a:pt x="39992" y="948410"/>
                  </a:lnTo>
                  <a:lnTo>
                    <a:pt x="38836" y="947724"/>
                  </a:lnTo>
                  <a:lnTo>
                    <a:pt x="33274" y="943927"/>
                  </a:lnTo>
                  <a:lnTo>
                    <a:pt x="32194" y="943127"/>
                  </a:lnTo>
                  <a:lnTo>
                    <a:pt x="27038" y="938796"/>
                  </a:lnTo>
                  <a:lnTo>
                    <a:pt x="26035" y="937894"/>
                  </a:lnTo>
                  <a:lnTo>
                    <a:pt x="25057" y="936967"/>
                  </a:lnTo>
                  <a:lnTo>
                    <a:pt x="24104" y="936015"/>
                  </a:lnTo>
                  <a:lnTo>
                    <a:pt x="23152" y="935062"/>
                  </a:lnTo>
                  <a:lnTo>
                    <a:pt x="18681" y="930033"/>
                  </a:lnTo>
                  <a:lnTo>
                    <a:pt x="17830" y="928992"/>
                  </a:lnTo>
                  <a:lnTo>
                    <a:pt x="13868" y="923544"/>
                  </a:lnTo>
                  <a:lnTo>
                    <a:pt x="13119" y="922426"/>
                  </a:lnTo>
                  <a:lnTo>
                    <a:pt x="6273" y="909319"/>
                  </a:lnTo>
                  <a:lnTo>
                    <a:pt x="5753" y="908075"/>
                  </a:lnTo>
                  <a:lnTo>
                    <a:pt x="5270" y="906818"/>
                  </a:lnTo>
                  <a:lnTo>
                    <a:pt x="4813" y="905548"/>
                  </a:lnTo>
                  <a:lnTo>
                    <a:pt x="4356" y="904278"/>
                  </a:lnTo>
                  <a:lnTo>
                    <a:pt x="2476" y="897826"/>
                  </a:lnTo>
                  <a:lnTo>
                    <a:pt x="2146" y="896518"/>
                  </a:lnTo>
                  <a:lnTo>
                    <a:pt x="406" y="885888"/>
                  </a:lnTo>
                  <a:lnTo>
                    <a:pt x="266" y="884555"/>
                  </a:lnTo>
                  <a:lnTo>
                    <a:pt x="165" y="883208"/>
                  </a:lnTo>
                  <a:lnTo>
                    <a:pt x="101" y="881862"/>
                  </a:lnTo>
                  <a:lnTo>
                    <a:pt x="38" y="880516"/>
                  </a:lnTo>
                  <a:lnTo>
                    <a:pt x="0" y="879170"/>
                  </a:lnTo>
                  <a:lnTo>
                    <a:pt x="0" y="877824"/>
                  </a:lnTo>
                  <a:lnTo>
                    <a:pt x="0" y="82296"/>
                  </a:lnTo>
                  <a:lnTo>
                    <a:pt x="0" y="80949"/>
                  </a:lnTo>
                  <a:lnTo>
                    <a:pt x="38" y="79603"/>
                  </a:lnTo>
                  <a:lnTo>
                    <a:pt x="101" y="78257"/>
                  </a:lnTo>
                  <a:lnTo>
                    <a:pt x="165" y="76911"/>
                  </a:lnTo>
                  <a:lnTo>
                    <a:pt x="266" y="75565"/>
                  </a:lnTo>
                  <a:lnTo>
                    <a:pt x="406" y="74231"/>
                  </a:lnTo>
                  <a:lnTo>
                    <a:pt x="533" y="72885"/>
                  </a:lnTo>
                  <a:lnTo>
                    <a:pt x="2476" y="62293"/>
                  </a:lnTo>
                  <a:lnTo>
                    <a:pt x="2794" y="60985"/>
                  </a:lnTo>
                  <a:lnTo>
                    <a:pt x="4813" y="54571"/>
                  </a:lnTo>
                  <a:lnTo>
                    <a:pt x="5270" y="53301"/>
                  </a:lnTo>
                  <a:lnTo>
                    <a:pt x="5753" y="52044"/>
                  </a:lnTo>
                  <a:lnTo>
                    <a:pt x="6273" y="50800"/>
                  </a:lnTo>
                  <a:lnTo>
                    <a:pt x="6781" y="49555"/>
                  </a:lnTo>
                  <a:lnTo>
                    <a:pt x="13868" y="36576"/>
                  </a:lnTo>
                  <a:lnTo>
                    <a:pt x="14617" y="35458"/>
                  </a:lnTo>
                  <a:lnTo>
                    <a:pt x="24104" y="24104"/>
                  </a:lnTo>
                  <a:lnTo>
                    <a:pt x="25057" y="23152"/>
                  </a:lnTo>
                  <a:lnTo>
                    <a:pt x="26035" y="22225"/>
                  </a:lnTo>
                  <a:lnTo>
                    <a:pt x="27038" y="21323"/>
                  </a:lnTo>
                  <a:lnTo>
                    <a:pt x="28028" y="20408"/>
                  </a:lnTo>
                  <a:lnTo>
                    <a:pt x="29044" y="19532"/>
                  </a:lnTo>
                  <a:lnTo>
                    <a:pt x="30086" y="18681"/>
                  </a:lnTo>
                  <a:lnTo>
                    <a:pt x="31127" y="17830"/>
                  </a:lnTo>
                  <a:lnTo>
                    <a:pt x="39992" y="11709"/>
                  </a:lnTo>
                  <a:lnTo>
                    <a:pt x="41148" y="11010"/>
                  </a:lnTo>
                  <a:lnTo>
                    <a:pt x="47117" y="7899"/>
                  </a:lnTo>
                  <a:lnTo>
                    <a:pt x="48323" y="7327"/>
                  </a:lnTo>
                  <a:lnTo>
                    <a:pt x="54571" y="4813"/>
                  </a:lnTo>
                  <a:lnTo>
                    <a:pt x="55841" y="4356"/>
                  </a:lnTo>
                  <a:lnTo>
                    <a:pt x="62306" y="2463"/>
                  </a:lnTo>
                  <a:lnTo>
                    <a:pt x="63601" y="2133"/>
                  </a:lnTo>
                  <a:lnTo>
                    <a:pt x="64922" y="1841"/>
                  </a:lnTo>
                  <a:lnTo>
                    <a:pt x="66243" y="1587"/>
                  </a:lnTo>
                  <a:lnTo>
                    <a:pt x="67564" y="1320"/>
                  </a:lnTo>
                  <a:lnTo>
                    <a:pt x="78257" y="101"/>
                  </a:lnTo>
                  <a:lnTo>
                    <a:pt x="79603" y="38"/>
                  </a:lnTo>
                  <a:lnTo>
                    <a:pt x="80949" y="0"/>
                  </a:lnTo>
                  <a:lnTo>
                    <a:pt x="82296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235012" y="3576958"/>
            <a:ext cx="3556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b="1">
                <a:solidFill>
                  <a:srgbClr val="D98E3C"/>
                </a:solidFill>
                <a:latin typeface="Calibri"/>
                <a:cs typeface="Calibri"/>
              </a:rPr>
              <a:t>FR3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988820" y="3401567"/>
            <a:ext cx="0" cy="685800"/>
          </a:xfrm>
          <a:custGeom>
            <a:avLst/>
            <a:gdLst/>
            <a:ahLst/>
            <a:cxnLst/>
            <a:rect l="l" t="t" r="r" b="b"/>
            <a:pathLst>
              <a:path w="0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19050">
            <a:solidFill>
              <a:srgbClr val="BBD8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181860" y="3589473"/>
            <a:ext cx="43910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Companies/jobs</a:t>
            </a:r>
            <a:r>
              <a:rPr dirty="0" sz="17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can</a:t>
            </a:r>
            <a:r>
              <a:rPr dirty="0" sz="17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have</a:t>
            </a:r>
            <a:r>
              <a:rPr dirty="0" sz="1700" spc="-3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eligibility</a:t>
            </a:r>
            <a:r>
              <a:rPr dirty="0" sz="1700" spc="-3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requirements.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523090" y="3254883"/>
            <a:ext cx="8180070" cy="979169"/>
            <a:chOff x="9523090" y="3254883"/>
            <a:chExt cx="8180070" cy="979169"/>
          </a:xfrm>
        </p:grpSpPr>
        <p:sp>
          <p:nvSpPr>
            <p:cNvPr id="23" name="object 23"/>
            <p:cNvSpPr/>
            <p:nvPr/>
          </p:nvSpPr>
          <p:spPr>
            <a:xfrm>
              <a:off x="9532615" y="3264408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19" h="960120">
                  <a:moveTo>
                    <a:pt x="82296" y="0"/>
                  </a:moveTo>
                  <a:lnTo>
                    <a:pt x="42316" y="10350"/>
                  </a:lnTo>
                  <a:lnTo>
                    <a:pt x="8483" y="45885"/>
                  </a:lnTo>
                  <a:lnTo>
                    <a:pt x="0" y="877824"/>
                  </a:lnTo>
                  <a:lnTo>
                    <a:pt x="165" y="883208"/>
                  </a:lnTo>
                  <a:lnTo>
                    <a:pt x="17830" y="928992"/>
                  </a:lnTo>
                  <a:lnTo>
                    <a:pt x="57124" y="956183"/>
                  </a:lnTo>
                  <a:lnTo>
                    <a:pt x="8078724" y="960119"/>
                  </a:lnTo>
                  <a:lnTo>
                    <a:pt x="8084108" y="959954"/>
                  </a:lnTo>
                  <a:lnTo>
                    <a:pt x="8128838" y="943127"/>
                  </a:lnTo>
                  <a:lnTo>
                    <a:pt x="8157083" y="903008"/>
                  </a:lnTo>
                  <a:lnTo>
                    <a:pt x="8161020" y="82296"/>
                  </a:lnTo>
                  <a:lnTo>
                    <a:pt x="8160334" y="71551"/>
                  </a:lnTo>
                  <a:lnTo>
                    <a:pt x="8140611" y="28028"/>
                  </a:lnTo>
                  <a:lnTo>
                    <a:pt x="8101330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532615" y="3264408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19" h="960120">
                  <a:moveTo>
                    <a:pt x="82296" y="0"/>
                  </a:moveTo>
                  <a:lnTo>
                    <a:pt x="8078724" y="0"/>
                  </a:lnTo>
                  <a:lnTo>
                    <a:pt x="8080070" y="0"/>
                  </a:lnTo>
                  <a:lnTo>
                    <a:pt x="8081416" y="38"/>
                  </a:lnTo>
                  <a:lnTo>
                    <a:pt x="8082762" y="101"/>
                  </a:lnTo>
                  <a:lnTo>
                    <a:pt x="8084108" y="165"/>
                  </a:lnTo>
                  <a:lnTo>
                    <a:pt x="8085455" y="266"/>
                  </a:lnTo>
                  <a:lnTo>
                    <a:pt x="8094789" y="1587"/>
                  </a:lnTo>
                  <a:lnTo>
                    <a:pt x="8096110" y="1841"/>
                  </a:lnTo>
                  <a:lnTo>
                    <a:pt x="8102612" y="3543"/>
                  </a:lnTo>
                  <a:lnTo>
                    <a:pt x="8103908" y="3937"/>
                  </a:lnTo>
                  <a:lnTo>
                    <a:pt x="8105190" y="4356"/>
                  </a:lnTo>
                  <a:lnTo>
                    <a:pt x="8106460" y="4813"/>
                  </a:lnTo>
                  <a:lnTo>
                    <a:pt x="8107730" y="5257"/>
                  </a:lnTo>
                  <a:lnTo>
                    <a:pt x="8113915" y="7899"/>
                  </a:lnTo>
                  <a:lnTo>
                    <a:pt x="8115134" y="8470"/>
                  </a:lnTo>
                  <a:lnTo>
                    <a:pt x="8116341" y="9080"/>
                  </a:lnTo>
                  <a:lnTo>
                    <a:pt x="8117522" y="9715"/>
                  </a:lnTo>
                  <a:lnTo>
                    <a:pt x="8118716" y="10350"/>
                  </a:lnTo>
                  <a:lnTo>
                    <a:pt x="8119884" y="11010"/>
                  </a:lnTo>
                  <a:lnTo>
                    <a:pt x="8121040" y="11709"/>
                  </a:lnTo>
                  <a:lnTo>
                    <a:pt x="8122196" y="12395"/>
                  </a:lnTo>
                  <a:lnTo>
                    <a:pt x="8123326" y="13119"/>
                  </a:lnTo>
                  <a:lnTo>
                    <a:pt x="8124444" y="13868"/>
                  </a:lnTo>
                  <a:lnTo>
                    <a:pt x="8125574" y="14617"/>
                  </a:lnTo>
                  <a:lnTo>
                    <a:pt x="8126679" y="15392"/>
                  </a:lnTo>
                  <a:lnTo>
                    <a:pt x="8127758" y="16192"/>
                  </a:lnTo>
                  <a:lnTo>
                    <a:pt x="8128838" y="16992"/>
                  </a:lnTo>
                  <a:lnTo>
                    <a:pt x="8129892" y="17830"/>
                  </a:lnTo>
                  <a:lnTo>
                    <a:pt x="8130933" y="18681"/>
                  </a:lnTo>
                  <a:lnTo>
                    <a:pt x="8131975" y="19532"/>
                  </a:lnTo>
                  <a:lnTo>
                    <a:pt x="8132991" y="20408"/>
                  </a:lnTo>
                  <a:lnTo>
                    <a:pt x="8133994" y="21323"/>
                  </a:lnTo>
                  <a:lnTo>
                    <a:pt x="8134997" y="22225"/>
                  </a:lnTo>
                  <a:lnTo>
                    <a:pt x="8144827" y="33274"/>
                  </a:lnTo>
                  <a:lnTo>
                    <a:pt x="8145627" y="34353"/>
                  </a:lnTo>
                  <a:lnTo>
                    <a:pt x="8146402" y="35458"/>
                  </a:lnTo>
                  <a:lnTo>
                    <a:pt x="8147151" y="36576"/>
                  </a:lnTo>
                  <a:lnTo>
                    <a:pt x="8147900" y="37693"/>
                  </a:lnTo>
                  <a:lnTo>
                    <a:pt x="8157476" y="58407"/>
                  </a:lnTo>
                  <a:lnTo>
                    <a:pt x="8157870" y="59690"/>
                  </a:lnTo>
                  <a:lnTo>
                    <a:pt x="8158238" y="60985"/>
                  </a:lnTo>
                  <a:lnTo>
                    <a:pt x="8158556" y="62293"/>
                  </a:lnTo>
                  <a:lnTo>
                    <a:pt x="8158886" y="63601"/>
                  </a:lnTo>
                  <a:lnTo>
                    <a:pt x="8160131" y="70218"/>
                  </a:lnTo>
                  <a:lnTo>
                    <a:pt x="8160334" y="71551"/>
                  </a:lnTo>
                  <a:lnTo>
                    <a:pt x="8160499" y="72885"/>
                  </a:lnTo>
                  <a:lnTo>
                    <a:pt x="8160626" y="74231"/>
                  </a:lnTo>
                  <a:lnTo>
                    <a:pt x="8160753" y="75565"/>
                  </a:lnTo>
                  <a:lnTo>
                    <a:pt x="8160854" y="76911"/>
                  </a:lnTo>
                  <a:lnTo>
                    <a:pt x="8160931" y="78257"/>
                  </a:lnTo>
                  <a:lnTo>
                    <a:pt x="8160994" y="79603"/>
                  </a:lnTo>
                  <a:lnTo>
                    <a:pt x="8161020" y="80949"/>
                  </a:lnTo>
                  <a:lnTo>
                    <a:pt x="8161020" y="82296"/>
                  </a:lnTo>
                  <a:lnTo>
                    <a:pt x="8161020" y="877824"/>
                  </a:lnTo>
                  <a:lnTo>
                    <a:pt x="8161020" y="879170"/>
                  </a:lnTo>
                  <a:lnTo>
                    <a:pt x="8160994" y="880516"/>
                  </a:lnTo>
                  <a:lnTo>
                    <a:pt x="8160931" y="881862"/>
                  </a:lnTo>
                  <a:lnTo>
                    <a:pt x="8160854" y="883208"/>
                  </a:lnTo>
                  <a:lnTo>
                    <a:pt x="8160753" y="884555"/>
                  </a:lnTo>
                  <a:lnTo>
                    <a:pt x="8160626" y="885888"/>
                  </a:lnTo>
                  <a:lnTo>
                    <a:pt x="8160499" y="887234"/>
                  </a:lnTo>
                  <a:lnTo>
                    <a:pt x="8160334" y="888568"/>
                  </a:lnTo>
                  <a:lnTo>
                    <a:pt x="8160131" y="889901"/>
                  </a:lnTo>
                  <a:lnTo>
                    <a:pt x="8159927" y="891235"/>
                  </a:lnTo>
                  <a:lnTo>
                    <a:pt x="8158556" y="897826"/>
                  </a:lnTo>
                  <a:lnTo>
                    <a:pt x="8158238" y="899134"/>
                  </a:lnTo>
                  <a:lnTo>
                    <a:pt x="8157870" y="900430"/>
                  </a:lnTo>
                  <a:lnTo>
                    <a:pt x="8157476" y="901712"/>
                  </a:lnTo>
                  <a:lnTo>
                    <a:pt x="8157083" y="903008"/>
                  </a:lnTo>
                  <a:lnTo>
                    <a:pt x="8147151" y="923544"/>
                  </a:lnTo>
                  <a:lnTo>
                    <a:pt x="8146402" y="924661"/>
                  </a:lnTo>
                  <a:lnTo>
                    <a:pt x="8136915" y="936015"/>
                  </a:lnTo>
                  <a:lnTo>
                    <a:pt x="8135975" y="936967"/>
                  </a:lnTo>
                  <a:lnTo>
                    <a:pt x="8134997" y="937894"/>
                  </a:lnTo>
                  <a:lnTo>
                    <a:pt x="8133994" y="938796"/>
                  </a:lnTo>
                  <a:lnTo>
                    <a:pt x="8132991" y="939711"/>
                  </a:lnTo>
                  <a:lnTo>
                    <a:pt x="8127758" y="943927"/>
                  </a:lnTo>
                  <a:lnTo>
                    <a:pt x="8126679" y="944727"/>
                  </a:lnTo>
                  <a:lnTo>
                    <a:pt x="8125574" y="945502"/>
                  </a:lnTo>
                  <a:lnTo>
                    <a:pt x="8124444" y="946251"/>
                  </a:lnTo>
                  <a:lnTo>
                    <a:pt x="8123326" y="947000"/>
                  </a:lnTo>
                  <a:lnTo>
                    <a:pt x="8122196" y="947724"/>
                  </a:lnTo>
                  <a:lnTo>
                    <a:pt x="8121040" y="948410"/>
                  </a:lnTo>
                  <a:lnTo>
                    <a:pt x="8119884" y="949109"/>
                  </a:lnTo>
                  <a:lnTo>
                    <a:pt x="8118716" y="949769"/>
                  </a:lnTo>
                  <a:lnTo>
                    <a:pt x="8117522" y="950404"/>
                  </a:lnTo>
                  <a:lnTo>
                    <a:pt x="8116341" y="951039"/>
                  </a:lnTo>
                  <a:lnTo>
                    <a:pt x="8115134" y="951649"/>
                  </a:lnTo>
                  <a:lnTo>
                    <a:pt x="8113915" y="952220"/>
                  </a:lnTo>
                  <a:lnTo>
                    <a:pt x="8112696" y="952792"/>
                  </a:lnTo>
                  <a:lnTo>
                    <a:pt x="8106460" y="955306"/>
                  </a:lnTo>
                  <a:lnTo>
                    <a:pt x="8105190" y="955763"/>
                  </a:lnTo>
                  <a:lnTo>
                    <a:pt x="8103908" y="956183"/>
                  </a:lnTo>
                  <a:lnTo>
                    <a:pt x="8102612" y="956576"/>
                  </a:lnTo>
                  <a:lnTo>
                    <a:pt x="8101330" y="956970"/>
                  </a:lnTo>
                  <a:lnTo>
                    <a:pt x="8094789" y="958532"/>
                  </a:lnTo>
                  <a:lnTo>
                    <a:pt x="8093468" y="958799"/>
                  </a:lnTo>
                  <a:lnTo>
                    <a:pt x="8092135" y="959027"/>
                  </a:lnTo>
                  <a:lnTo>
                    <a:pt x="8090801" y="959231"/>
                  </a:lnTo>
                  <a:lnTo>
                    <a:pt x="8089468" y="959434"/>
                  </a:lnTo>
                  <a:lnTo>
                    <a:pt x="8082762" y="960018"/>
                  </a:lnTo>
                  <a:lnTo>
                    <a:pt x="8081416" y="960094"/>
                  </a:lnTo>
                  <a:lnTo>
                    <a:pt x="8080070" y="960119"/>
                  </a:lnTo>
                  <a:lnTo>
                    <a:pt x="8078724" y="960119"/>
                  </a:lnTo>
                  <a:lnTo>
                    <a:pt x="82296" y="960119"/>
                  </a:lnTo>
                  <a:lnTo>
                    <a:pt x="80949" y="960119"/>
                  </a:lnTo>
                  <a:lnTo>
                    <a:pt x="79603" y="960094"/>
                  </a:lnTo>
                  <a:lnTo>
                    <a:pt x="78257" y="960018"/>
                  </a:lnTo>
                  <a:lnTo>
                    <a:pt x="76911" y="959954"/>
                  </a:lnTo>
                  <a:lnTo>
                    <a:pt x="75565" y="959853"/>
                  </a:lnTo>
                  <a:lnTo>
                    <a:pt x="74231" y="959726"/>
                  </a:lnTo>
                  <a:lnTo>
                    <a:pt x="72885" y="959599"/>
                  </a:lnTo>
                  <a:lnTo>
                    <a:pt x="71551" y="959434"/>
                  </a:lnTo>
                  <a:lnTo>
                    <a:pt x="70218" y="959231"/>
                  </a:lnTo>
                  <a:lnTo>
                    <a:pt x="68884" y="959027"/>
                  </a:lnTo>
                  <a:lnTo>
                    <a:pt x="67564" y="958799"/>
                  </a:lnTo>
                  <a:lnTo>
                    <a:pt x="66243" y="958532"/>
                  </a:lnTo>
                  <a:lnTo>
                    <a:pt x="64922" y="958278"/>
                  </a:lnTo>
                  <a:lnTo>
                    <a:pt x="63601" y="957986"/>
                  </a:lnTo>
                  <a:lnTo>
                    <a:pt x="62306" y="957656"/>
                  </a:lnTo>
                  <a:lnTo>
                    <a:pt x="60998" y="957326"/>
                  </a:lnTo>
                  <a:lnTo>
                    <a:pt x="54571" y="955306"/>
                  </a:lnTo>
                  <a:lnTo>
                    <a:pt x="53301" y="954862"/>
                  </a:lnTo>
                  <a:lnTo>
                    <a:pt x="47117" y="952220"/>
                  </a:lnTo>
                  <a:lnTo>
                    <a:pt x="45897" y="951649"/>
                  </a:lnTo>
                  <a:lnTo>
                    <a:pt x="39992" y="948410"/>
                  </a:lnTo>
                  <a:lnTo>
                    <a:pt x="38836" y="947724"/>
                  </a:lnTo>
                  <a:lnTo>
                    <a:pt x="33274" y="943927"/>
                  </a:lnTo>
                  <a:lnTo>
                    <a:pt x="32194" y="943127"/>
                  </a:lnTo>
                  <a:lnTo>
                    <a:pt x="27025" y="938796"/>
                  </a:lnTo>
                  <a:lnTo>
                    <a:pt x="26035" y="937894"/>
                  </a:lnTo>
                  <a:lnTo>
                    <a:pt x="25057" y="936967"/>
                  </a:lnTo>
                  <a:lnTo>
                    <a:pt x="24104" y="936015"/>
                  </a:lnTo>
                  <a:lnTo>
                    <a:pt x="23152" y="935062"/>
                  </a:lnTo>
                  <a:lnTo>
                    <a:pt x="18681" y="930033"/>
                  </a:lnTo>
                  <a:lnTo>
                    <a:pt x="17830" y="928992"/>
                  </a:lnTo>
                  <a:lnTo>
                    <a:pt x="13868" y="923544"/>
                  </a:lnTo>
                  <a:lnTo>
                    <a:pt x="13119" y="922426"/>
                  </a:lnTo>
                  <a:lnTo>
                    <a:pt x="6273" y="909319"/>
                  </a:lnTo>
                  <a:lnTo>
                    <a:pt x="5753" y="908075"/>
                  </a:lnTo>
                  <a:lnTo>
                    <a:pt x="5270" y="906818"/>
                  </a:lnTo>
                  <a:lnTo>
                    <a:pt x="4813" y="905548"/>
                  </a:lnTo>
                  <a:lnTo>
                    <a:pt x="4356" y="904278"/>
                  </a:lnTo>
                  <a:lnTo>
                    <a:pt x="2476" y="897826"/>
                  </a:lnTo>
                  <a:lnTo>
                    <a:pt x="2146" y="896518"/>
                  </a:lnTo>
                  <a:lnTo>
                    <a:pt x="406" y="885888"/>
                  </a:lnTo>
                  <a:lnTo>
                    <a:pt x="266" y="884555"/>
                  </a:lnTo>
                  <a:lnTo>
                    <a:pt x="165" y="883208"/>
                  </a:lnTo>
                  <a:lnTo>
                    <a:pt x="101" y="881862"/>
                  </a:lnTo>
                  <a:lnTo>
                    <a:pt x="38" y="880516"/>
                  </a:lnTo>
                  <a:lnTo>
                    <a:pt x="0" y="879170"/>
                  </a:lnTo>
                  <a:lnTo>
                    <a:pt x="0" y="877824"/>
                  </a:lnTo>
                  <a:lnTo>
                    <a:pt x="0" y="82296"/>
                  </a:lnTo>
                  <a:lnTo>
                    <a:pt x="0" y="80949"/>
                  </a:lnTo>
                  <a:lnTo>
                    <a:pt x="38" y="79603"/>
                  </a:lnTo>
                  <a:lnTo>
                    <a:pt x="101" y="78257"/>
                  </a:lnTo>
                  <a:lnTo>
                    <a:pt x="165" y="76911"/>
                  </a:lnTo>
                  <a:lnTo>
                    <a:pt x="266" y="75565"/>
                  </a:lnTo>
                  <a:lnTo>
                    <a:pt x="406" y="74231"/>
                  </a:lnTo>
                  <a:lnTo>
                    <a:pt x="533" y="72885"/>
                  </a:lnTo>
                  <a:lnTo>
                    <a:pt x="2476" y="62293"/>
                  </a:lnTo>
                  <a:lnTo>
                    <a:pt x="2794" y="60985"/>
                  </a:lnTo>
                  <a:lnTo>
                    <a:pt x="4813" y="54571"/>
                  </a:lnTo>
                  <a:lnTo>
                    <a:pt x="5270" y="53301"/>
                  </a:lnTo>
                  <a:lnTo>
                    <a:pt x="5753" y="52044"/>
                  </a:lnTo>
                  <a:lnTo>
                    <a:pt x="6273" y="50800"/>
                  </a:lnTo>
                  <a:lnTo>
                    <a:pt x="6781" y="49555"/>
                  </a:lnTo>
                  <a:lnTo>
                    <a:pt x="13868" y="36576"/>
                  </a:lnTo>
                  <a:lnTo>
                    <a:pt x="14617" y="35458"/>
                  </a:lnTo>
                  <a:lnTo>
                    <a:pt x="24104" y="24104"/>
                  </a:lnTo>
                  <a:lnTo>
                    <a:pt x="25057" y="23152"/>
                  </a:lnTo>
                  <a:lnTo>
                    <a:pt x="26035" y="22225"/>
                  </a:lnTo>
                  <a:lnTo>
                    <a:pt x="27025" y="21323"/>
                  </a:lnTo>
                  <a:lnTo>
                    <a:pt x="28028" y="20408"/>
                  </a:lnTo>
                  <a:lnTo>
                    <a:pt x="29044" y="19532"/>
                  </a:lnTo>
                  <a:lnTo>
                    <a:pt x="30086" y="18681"/>
                  </a:lnTo>
                  <a:lnTo>
                    <a:pt x="31127" y="17830"/>
                  </a:lnTo>
                  <a:lnTo>
                    <a:pt x="39992" y="11709"/>
                  </a:lnTo>
                  <a:lnTo>
                    <a:pt x="41148" y="11010"/>
                  </a:lnTo>
                  <a:lnTo>
                    <a:pt x="47117" y="7899"/>
                  </a:lnTo>
                  <a:lnTo>
                    <a:pt x="48323" y="7327"/>
                  </a:lnTo>
                  <a:lnTo>
                    <a:pt x="54571" y="4813"/>
                  </a:lnTo>
                  <a:lnTo>
                    <a:pt x="55841" y="4356"/>
                  </a:lnTo>
                  <a:lnTo>
                    <a:pt x="62306" y="2463"/>
                  </a:lnTo>
                  <a:lnTo>
                    <a:pt x="63601" y="2133"/>
                  </a:lnTo>
                  <a:lnTo>
                    <a:pt x="64922" y="1841"/>
                  </a:lnTo>
                  <a:lnTo>
                    <a:pt x="66243" y="1587"/>
                  </a:lnTo>
                  <a:lnTo>
                    <a:pt x="67564" y="1320"/>
                  </a:lnTo>
                  <a:lnTo>
                    <a:pt x="78257" y="101"/>
                  </a:lnTo>
                  <a:lnTo>
                    <a:pt x="79603" y="38"/>
                  </a:lnTo>
                  <a:lnTo>
                    <a:pt x="80949" y="0"/>
                  </a:lnTo>
                  <a:lnTo>
                    <a:pt x="82296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9944672" y="3576958"/>
            <a:ext cx="3556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b="1">
                <a:solidFill>
                  <a:srgbClr val="D98E3C"/>
                </a:solidFill>
                <a:latin typeface="Calibri"/>
                <a:cs typeface="Calibri"/>
              </a:rPr>
              <a:t>FR4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698480" y="3401567"/>
            <a:ext cx="0" cy="685800"/>
          </a:xfrm>
          <a:custGeom>
            <a:avLst/>
            <a:gdLst/>
            <a:ahLst/>
            <a:cxnLst/>
            <a:rect l="l" t="t" r="r" b="b"/>
            <a:pathLst>
              <a:path w="0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19050">
            <a:solidFill>
              <a:srgbClr val="BBD8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0891519" y="3589473"/>
            <a:ext cx="31591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Admin</a:t>
            </a:r>
            <a:r>
              <a:rPr dirty="0" sz="17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can</a:t>
            </a:r>
            <a:r>
              <a:rPr dirty="0" sz="17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create</a:t>
            </a:r>
            <a:r>
              <a:rPr dirty="0" sz="17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placement</a:t>
            </a:r>
            <a:r>
              <a:rPr dirty="0" sz="17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drives.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13431" y="4393310"/>
            <a:ext cx="8180070" cy="979169"/>
            <a:chOff x="813431" y="4393310"/>
            <a:chExt cx="8180070" cy="979169"/>
          </a:xfrm>
        </p:grpSpPr>
        <p:sp>
          <p:nvSpPr>
            <p:cNvPr id="29" name="object 29"/>
            <p:cNvSpPr/>
            <p:nvPr/>
          </p:nvSpPr>
          <p:spPr>
            <a:xfrm>
              <a:off x="822956" y="4402835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20" h="960120">
                  <a:moveTo>
                    <a:pt x="82296" y="0"/>
                  </a:moveTo>
                  <a:lnTo>
                    <a:pt x="42316" y="10350"/>
                  </a:lnTo>
                  <a:lnTo>
                    <a:pt x="8483" y="45885"/>
                  </a:lnTo>
                  <a:lnTo>
                    <a:pt x="0" y="877824"/>
                  </a:lnTo>
                  <a:lnTo>
                    <a:pt x="165" y="883208"/>
                  </a:lnTo>
                  <a:lnTo>
                    <a:pt x="17830" y="928992"/>
                  </a:lnTo>
                  <a:lnTo>
                    <a:pt x="57124" y="956183"/>
                  </a:lnTo>
                  <a:lnTo>
                    <a:pt x="8078724" y="960119"/>
                  </a:lnTo>
                  <a:lnTo>
                    <a:pt x="8084108" y="959954"/>
                  </a:lnTo>
                  <a:lnTo>
                    <a:pt x="8128838" y="943127"/>
                  </a:lnTo>
                  <a:lnTo>
                    <a:pt x="8157083" y="903008"/>
                  </a:lnTo>
                  <a:lnTo>
                    <a:pt x="8161020" y="82296"/>
                  </a:lnTo>
                  <a:lnTo>
                    <a:pt x="8160334" y="71551"/>
                  </a:lnTo>
                  <a:lnTo>
                    <a:pt x="8140611" y="28028"/>
                  </a:lnTo>
                  <a:lnTo>
                    <a:pt x="8101330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22956" y="4402835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20" h="960120">
                  <a:moveTo>
                    <a:pt x="82296" y="0"/>
                  </a:moveTo>
                  <a:lnTo>
                    <a:pt x="8078724" y="0"/>
                  </a:lnTo>
                  <a:lnTo>
                    <a:pt x="8080070" y="0"/>
                  </a:lnTo>
                  <a:lnTo>
                    <a:pt x="8081416" y="38"/>
                  </a:lnTo>
                  <a:lnTo>
                    <a:pt x="8082762" y="101"/>
                  </a:lnTo>
                  <a:lnTo>
                    <a:pt x="8084108" y="165"/>
                  </a:lnTo>
                  <a:lnTo>
                    <a:pt x="8085455" y="266"/>
                  </a:lnTo>
                  <a:lnTo>
                    <a:pt x="8094789" y="1587"/>
                  </a:lnTo>
                  <a:lnTo>
                    <a:pt x="8096110" y="1841"/>
                  </a:lnTo>
                  <a:lnTo>
                    <a:pt x="8102612" y="3543"/>
                  </a:lnTo>
                  <a:lnTo>
                    <a:pt x="8103908" y="3937"/>
                  </a:lnTo>
                  <a:lnTo>
                    <a:pt x="8105190" y="4356"/>
                  </a:lnTo>
                  <a:lnTo>
                    <a:pt x="8106460" y="4813"/>
                  </a:lnTo>
                  <a:lnTo>
                    <a:pt x="8107730" y="5257"/>
                  </a:lnTo>
                  <a:lnTo>
                    <a:pt x="8113915" y="7899"/>
                  </a:lnTo>
                  <a:lnTo>
                    <a:pt x="8115134" y="8470"/>
                  </a:lnTo>
                  <a:lnTo>
                    <a:pt x="8116341" y="9080"/>
                  </a:lnTo>
                  <a:lnTo>
                    <a:pt x="8117522" y="9715"/>
                  </a:lnTo>
                  <a:lnTo>
                    <a:pt x="8118716" y="10350"/>
                  </a:lnTo>
                  <a:lnTo>
                    <a:pt x="8119884" y="11010"/>
                  </a:lnTo>
                  <a:lnTo>
                    <a:pt x="8121040" y="11709"/>
                  </a:lnTo>
                  <a:lnTo>
                    <a:pt x="8122196" y="12395"/>
                  </a:lnTo>
                  <a:lnTo>
                    <a:pt x="8123326" y="13119"/>
                  </a:lnTo>
                  <a:lnTo>
                    <a:pt x="8124444" y="13868"/>
                  </a:lnTo>
                  <a:lnTo>
                    <a:pt x="8125574" y="14617"/>
                  </a:lnTo>
                  <a:lnTo>
                    <a:pt x="8126679" y="15392"/>
                  </a:lnTo>
                  <a:lnTo>
                    <a:pt x="8127758" y="16192"/>
                  </a:lnTo>
                  <a:lnTo>
                    <a:pt x="8128838" y="16992"/>
                  </a:lnTo>
                  <a:lnTo>
                    <a:pt x="8129892" y="17830"/>
                  </a:lnTo>
                  <a:lnTo>
                    <a:pt x="8130933" y="18681"/>
                  </a:lnTo>
                  <a:lnTo>
                    <a:pt x="8131975" y="19532"/>
                  </a:lnTo>
                  <a:lnTo>
                    <a:pt x="8132991" y="20408"/>
                  </a:lnTo>
                  <a:lnTo>
                    <a:pt x="8133994" y="21323"/>
                  </a:lnTo>
                  <a:lnTo>
                    <a:pt x="8134997" y="22225"/>
                  </a:lnTo>
                  <a:lnTo>
                    <a:pt x="8144827" y="33274"/>
                  </a:lnTo>
                  <a:lnTo>
                    <a:pt x="8145627" y="34353"/>
                  </a:lnTo>
                  <a:lnTo>
                    <a:pt x="8146402" y="35458"/>
                  </a:lnTo>
                  <a:lnTo>
                    <a:pt x="8147151" y="36576"/>
                  </a:lnTo>
                  <a:lnTo>
                    <a:pt x="8147900" y="37693"/>
                  </a:lnTo>
                  <a:lnTo>
                    <a:pt x="8157476" y="58407"/>
                  </a:lnTo>
                  <a:lnTo>
                    <a:pt x="8157870" y="59690"/>
                  </a:lnTo>
                  <a:lnTo>
                    <a:pt x="8158238" y="60985"/>
                  </a:lnTo>
                  <a:lnTo>
                    <a:pt x="8158556" y="62293"/>
                  </a:lnTo>
                  <a:lnTo>
                    <a:pt x="8158886" y="63601"/>
                  </a:lnTo>
                  <a:lnTo>
                    <a:pt x="8160131" y="70218"/>
                  </a:lnTo>
                  <a:lnTo>
                    <a:pt x="8160334" y="71551"/>
                  </a:lnTo>
                  <a:lnTo>
                    <a:pt x="8160499" y="72885"/>
                  </a:lnTo>
                  <a:lnTo>
                    <a:pt x="8160626" y="74231"/>
                  </a:lnTo>
                  <a:lnTo>
                    <a:pt x="8160753" y="75565"/>
                  </a:lnTo>
                  <a:lnTo>
                    <a:pt x="8160854" y="76911"/>
                  </a:lnTo>
                  <a:lnTo>
                    <a:pt x="8160931" y="78257"/>
                  </a:lnTo>
                  <a:lnTo>
                    <a:pt x="8160994" y="79603"/>
                  </a:lnTo>
                  <a:lnTo>
                    <a:pt x="8161020" y="80949"/>
                  </a:lnTo>
                  <a:lnTo>
                    <a:pt x="8161020" y="82296"/>
                  </a:lnTo>
                  <a:lnTo>
                    <a:pt x="8161020" y="877824"/>
                  </a:lnTo>
                  <a:lnTo>
                    <a:pt x="8161020" y="879170"/>
                  </a:lnTo>
                  <a:lnTo>
                    <a:pt x="8160994" y="880516"/>
                  </a:lnTo>
                  <a:lnTo>
                    <a:pt x="8160931" y="881862"/>
                  </a:lnTo>
                  <a:lnTo>
                    <a:pt x="8160854" y="883208"/>
                  </a:lnTo>
                  <a:lnTo>
                    <a:pt x="8160753" y="884555"/>
                  </a:lnTo>
                  <a:lnTo>
                    <a:pt x="8160626" y="885888"/>
                  </a:lnTo>
                  <a:lnTo>
                    <a:pt x="8160499" y="887234"/>
                  </a:lnTo>
                  <a:lnTo>
                    <a:pt x="8160334" y="888568"/>
                  </a:lnTo>
                  <a:lnTo>
                    <a:pt x="8160131" y="889901"/>
                  </a:lnTo>
                  <a:lnTo>
                    <a:pt x="8159927" y="891235"/>
                  </a:lnTo>
                  <a:lnTo>
                    <a:pt x="8158556" y="897826"/>
                  </a:lnTo>
                  <a:lnTo>
                    <a:pt x="8158238" y="899134"/>
                  </a:lnTo>
                  <a:lnTo>
                    <a:pt x="8157870" y="900430"/>
                  </a:lnTo>
                  <a:lnTo>
                    <a:pt x="8157476" y="901712"/>
                  </a:lnTo>
                  <a:lnTo>
                    <a:pt x="8157083" y="903008"/>
                  </a:lnTo>
                  <a:lnTo>
                    <a:pt x="8147151" y="923544"/>
                  </a:lnTo>
                  <a:lnTo>
                    <a:pt x="8146402" y="924661"/>
                  </a:lnTo>
                  <a:lnTo>
                    <a:pt x="8136915" y="936015"/>
                  </a:lnTo>
                  <a:lnTo>
                    <a:pt x="8135975" y="936967"/>
                  </a:lnTo>
                  <a:lnTo>
                    <a:pt x="8134997" y="937894"/>
                  </a:lnTo>
                  <a:lnTo>
                    <a:pt x="8133994" y="938796"/>
                  </a:lnTo>
                  <a:lnTo>
                    <a:pt x="8132991" y="939711"/>
                  </a:lnTo>
                  <a:lnTo>
                    <a:pt x="8127758" y="943927"/>
                  </a:lnTo>
                  <a:lnTo>
                    <a:pt x="8126679" y="944727"/>
                  </a:lnTo>
                  <a:lnTo>
                    <a:pt x="8125574" y="945502"/>
                  </a:lnTo>
                  <a:lnTo>
                    <a:pt x="8124444" y="946251"/>
                  </a:lnTo>
                  <a:lnTo>
                    <a:pt x="8123326" y="947000"/>
                  </a:lnTo>
                  <a:lnTo>
                    <a:pt x="8122196" y="947724"/>
                  </a:lnTo>
                  <a:lnTo>
                    <a:pt x="8121040" y="948410"/>
                  </a:lnTo>
                  <a:lnTo>
                    <a:pt x="8119884" y="949109"/>
                  </a:lnTo>
                  <a:lnTo>
                    <a:pt x="8118716" y="949769"/>
                  </a:lnTo>
                  <a:lnTo>
                    <a:pt x="8117522" y="950404"/>
                  </a:lnTo>
                  <a:lnTo>
                    <a:pt x="8116341" y="951039"/>
                  </a:lnTo>
                  <a:lnTo>
                    <a:pt x="8115134" y="951649"/>
                  </a:lnTo>
                  <a:lnTo>
                    <a:pt x="8113915" y="952220"/>
                  </a:lnTo>
                  <a:lnTo>
                    <a:pt x="8112696" y="952792"/>
                  </a:lnTo>
                  <a:lnTo>
                    <a:pt x="8106460" y="955306"/>
                  </a:lnTo>
                  <a:lnTo>
                    <a:pt x="8105190" y="955763"/>
                  </a:lnTo>
                  <a:lnTo>
                    <a:pt x="8103908" y="956183"/>
                  </a:lnTo>
                  <a:lnTo>
                    <a:pt x="8102612" y="956576"/>
                  </a:lnTo>
                  <a:lnTo>
                    <a:pt x="8101330" y="956970"/>
                  </a:lnTo>
                  <a:lnTo>
                    <a:pt x="8094789" y="958532"/>
                  </a:lnTo>
                  <a:lnTo>
                    <a:pt x="8093468" y="958799"/>
                  </a:lnTo>
                  <a:lnTo>
                    <a:pt x="8092135" y="959027"/>
                  </a:lnTo>
                  <a:lnTo>
                    <a:pt x="8090801" y="959231"/>
                  </a:lnTo>
                  <a:lnTo>
                    <a:pt x="8089468" y="959434"/>
                  </a:lnTo>
                  <a:lnTo>
                    <a:pt x="8082762" y="960018"/>
                  </a:lnTo>
                  <a:lnTo>
                    <a:pt x="8081416" y="960094"/>
                  </a:lnTo>
                  <a:lnTo>
                    <a:pt x="8080070" y="960119"/>
                  </a:lnTo>
                  <a:lnTo>
                    <a:pt x="8078724" y="960119"/>
                  </a:lnTo>
                  <a:lnTo>
                    <a:pt x="82296" y="960119"/>
                  </a:lnTo>
                  <a:lnTo>
                    <a:pt x="80949" y="960119"/>
                  </a:lnTo>
                  <a:lnTo>
                    <a:pt x="79603" y="960094"/>
                  </a:lnTo>
                  <a:lnTo>
                    <a:pt x="78257" y="960018"/>
                  </a:lnTo>
                  <a:lnTo>
                    <a:pt x="76911" y="959954"/>
                  </a:lnTo>
                  <a:lnTo>
                    <a:pt x="75565" y="959853"/>
                  </a:lnTo>
                  <a:lnTo>
                    <a:pt x="74231" y="959726"/>
                  </a:lnTo>
                  <a:lnTo>
                    <a:pt x="72885" y="959599"/>
                  </a:lnTo>
                  <a:lnTo>
                    <a:pt x="71551" y="959434"/>
                  </a:lnTo>
                  <a:lnTo>
                    <a:pt x="70218" y="959231"/>
                  </a:lnTo>
                  <a:lnTo>
                    <a:pt x="68884" y="959027"/>
                  </a:lnTo>
                  <a:lnTo>
                    <a:pt x="67564" y="958799"/>
                  </a:lnTo>
                  <a:lnTo>
                    <a:pt x="66243" y="958532"/>
                  </a:lnTo>
                  <a:lnTo>
                    <a:pt x="64922" y="958278"/>
                  </a:lnTo>
                  <a:lnTo>
                    <a:pt x="63601" y="957986"/>
                  </a:lnTo>
                  <a:lnTo>
                    <a:pt x="62306" y="957656"/>
                  </a:lnTo>
                  <a:lnTo>
                    <a:pt x="60998" y="957326"/>
                  </a:lnTo>
                  <a:lnTo>
                    <a:pt x="54571" y="955306"/>
                  </a:lnTo>
                  <a:lnTo>
                    <a:pt x="53301" y="954862"/>
                  </a:lnTo>
                  <a:lnTo>
                    <a:pt x="47117" y="952220"/>
                  </a:lnTo>
                  <a:lnTo>
                    <a:pt x="45897" y="951649"/>
                  </a:lnTo>
                  <a:lnTo>
                    <a:pt x="39992" y="948410"/>
                  </a:lnTo>
                  <a:lnTo>
                    <a:pt x="38836" y="947724"/>
                  </a:lnTo>
                  <a:lnTo>
                    <a:pt x="33274" y="943927"/>
                  </a:lnTo>
                  <a:lnTo>
                    <a:pt x="32194" y="943127"/>
                  </a:lnTo>
                  <a:lnTo>
                    <a:pt x="27038" y="938796"/>
                  </a:lnTo>
                  <a:lnTo>
                    <a:pt x="26035" y="937894"/>
                  </a:lnTo>
                  <a:lnTo>
                    <a:pt x="25057" y="936967"/>
                  </a:lnTo>
                  <a:lnTo>
                    <a:pt x="24104" y="936015"/>
                  </a:lnTo>
                  <a:lnTo>
                    <a:pt x="23152" y="935062"/>
                  </a:lnTo>
                  <a:lnTo>
                    <a:pt x="18681" y="930033"/>
                  </a:lnTo>
                  <a:lnTo>
                    <a:pt x="17830" y="928992"/>
                  </a:lnTo>
                  <a:lnTo>
                    <a:pt x="13868" y="923544"/>
                  </a:lnTo>
                  <a:lnTo>
                    <a:pt x="13119" y="922426"/>
                  </a:lnTo>
                  <a:lnTo>
                    <a:pt x="6273" y="909319"/>
                  </a:lnTo>
                  <a:lnTo>
                    <a:pt x="5753" y="908075"/>
                  </a:lnTo>
                  <a:lnTo>
                    <a:pt x="5270" y="906818"/>
                  </a:lnTo>
                  <a:lnTo>
                    <a:pt x="4813" y="905548"/>
                  </a:lnTo>
                  <a:lnTo>
                    <a:pt x="4356" y="904278"/>
                  </a:lnTo>
                  <a:lnTo>
                    <a:pt x="2476" y="897826"/>
                  </a:lnTo>
                  <a:lnTo>
                    <a:pt x="2146" y="896518"/>
                  </a:lnTo>
                  <a:lnTo>
                    <a:pt x="406" y="885888"/>
                  </a:lnTo>
                  <a:lnTo>
                    <a:pt x="266" y="884555"/>
                  </a:lnTo>
                  <a:lnTo>
                    <a:pt x="165" y="883208"/>
                  </a:lnTo>
                  <a:lnTo>
                    <a:pt x="101" y="881862"/>
                  </a:lnTo>
                  <a:lnTo>
                    <a:pt x="38" y="880516"/>
                  </a:lnTo>
                  <a:lnTo>
                    <a:pt x="0" y="879170"/>
                  </a:lnTo>
                  <a:lnTo>
                    <a:pt x="0" y="877824"/>
                  </a:lnTo>
                  <a:lnTo>
                    <a:pt x="0" y="82296"/>
                  </a:lnTo>
                  <a:lnTo>
                    <a:pt x="0" y="80949"/>
                  </a:lnTo>
                  <a:lnTo>
                    <a:pt x="38" y="79603"/>
                  </a:lnTo>
                  <a:lnTo>
                    <a:pt x="101" y="78257"/>
                  </a:lnTo>
                  <a:lnTo>
                    <a:pt x="165" y="76911"/>
                  </a:lnTo>
                  <a:lnTo>
                    <a:pt x="266" y="75565"/>
                  </a:lnTo>
                  <a:lnTo>
                    <a:pt x="406" y="74231"/>
                  </a:lnTo>
                  <a:lnTo>
                    <a:pt x="533" y="72885"/>
                  </a:lnTo>
                  <a:lnTo>
                    <a:pt x="2476" y="62293"/>
                  </a:lnTo>
                  <a:lnTo>
                    <a:pt x="2794" y="60985"/>
                  </a:lnTo>
                  <a:lnTo>
                    <a:pt x="4813" y="54571"/>
                  </a:lnTo>
                  <a:lnTo>
                    <a:pt x="5270" y="53301"/>
                  </a:lnTo>
                  <a:lnTo>
                    <a:pt x="5753" y="52044"/>
                  </a:lnTo>
                  <a:lnTo>
                    <a:pt x="6273" y="50800"/>
                  </a:lnTo>
                  <a:lnTo>
                    <a:pt x="6781" y="49555"/>
                  </a:lnTo>
                  <a:lnTo>
                    <a:pt x="13868" y="36576"/>
                  </a:lnTo>
                  <a:lnTo>
                    <a:pt x="14617" y="35458"/>
                  </a:lnTo>
                  <a:lnTo>
                    <a:pt x="24104" y="24104"/>
                  </a:lnTo>
                  <a:lnTo>
                    <a:pt x="25057" y="23152"/>
                  </a:lnTo>
                  <a:lnTo>
                    <a:pt x="26035" y="22225"/>
                  </a:lnTo>
                  <a:lnTo>
                    <a:pt x="27038" y="21323"/>
                  </a:lnTo>
                  <a:lnTo>
                    <a:pt x="28028" y="20408"/>
                  </a:lnTo>
                  <a:lnTo>
                    <a:pt x="29044" y="19532"/>
                  </a:lnTo>
                  <a:lnTo>
                    <a:pt x="30086" y="18681"/>
                  </a:lnTo>
                  <a:lnTo>
                    <a:pt x="31127" y="17830"/>
                  </a:lnTo>
                  <a:lnTo>
                    <a:pt x="39992" y="11709"/>
                  </a:lnTo>
                  <a:lnTo>
                    <a:pt x="41148" y="11010"/>
                  </a:lnTo>
                  <a:lnTo>
                    <a:pt x="47117" y="7899"/>
                  </a:lnTo>
                  <a:lnTo>
                    <a:pt x="48323" y="7327"/>
                  </a:lnTo>
                  <a:lnTo>
                    <a:pt x="54571" y="4813"/>
                  </a:lnTo>
                  <a:lnTo>
                    <a:pt x="55841" y="4356"/>
                  </a:lnTo>
                  <a:lnTo>
                    <a:pt x="62306" y="2463"/>
                  </a:lnTo>
                  <a:lnTo>
                    <a:pt x="63601" y="2133"/>
                  </a:lnTo>
                  <a:lnTo>
                    <a:pt x="64922" y="1841"/>
                  </a:lnTo>
                  <a:lnTo>
                    <a:pt x="66243" y="1587"/>
                  </a:lnTo>
                  <a:lnTo>
                    <a:pt x="67564" y="1320"/>
                  </a:lnTo>
                  <a:lnTo>
                    <a:pt x="78257" y="101"/>
                  </a:lnTo>
                  <a:lnTo>
                    <a:pt x="79603" y="38"/>
                  </a:lnTo>
                  <a:lnTo>
                    <a:pt x="80949" y="0"/>
                  </a:lnTo>
                  <a:lnTo>
                    <a:pt x="82296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1235012" y="4715386"/>
            <a:ext cx="3556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b="1">
                <a:solidFill>
                  <a:srgbClr val="D98E3C"/>
                </a:solidFill>
                <a:latin typeface="Calibri"/>
                <a:cs typeface="Calibri"/>
              </a:rPr>
              <a:t>FR5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988820" y="4539996"/>
            <a:ext cx="0" cy="685800"/>
          </a:xfrm>
          <a:custGeom>
            <a:avLst/>
            <a:gdLst/>
            <a:ahLst/>
            <a:cxnLst/>
            <a:rect l="l" t="t" r="r" b="b"/>
            <a:pathLst>
              <a:path w="0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19050">
            <a:solidFill>
              <a:srgbClr val="BBD8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181860" y="4727901"/>
            <a:ext cx="315658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System</a:t>
            </a:r>
            <a:r>
              <a:rPr dirty="0" sz="1700" spc="-5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can</a:t>
            </a:r>
            <a:r>
              <a:rPr dirty="0" sz="1700" spc="-5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check</a:t>
            </a:r>
            <a:r>
              <a:rPr dirty="0" sz="1700" spc="-5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student</a:t>
            </a:r>
            <a:r>
              <a:rPr dirty="0" sz="1700" spc="-5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eligibility.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523090" y="4393310"/>
            <a:ext cx="8180070" cy="979169"/>
            <a:chOff x="9523090" y="4393310"/>
            <a:chExt cx="8180070" cy="979169"/>
          </a:xfrm>
        </p:grpSpPr>
        <p:sp>
          <p:nvSpPr>
            <p:cNvPr id="35" name="object 35"/>
            <p:cNvSpPr/>
            <p:nvPr/>
          </p:nvSpPr>
          <p:spPr>
            <a:xfrm>
              <a:off x="9532615" y="4402835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19" h="960120">
                  <a:moveTo>
                    <a:pt x="82296" y="0"/>
                  </a:moveTo>
                  <a:lnTo>
                    <a:pt x="42316" y="10350"/>
                  </a:lnTo>
                  <a:lnTo>
                    <a:pt x="8483" y="45885"/>
                  </a:lnTo>
                  <a:lnTo>
                    <a:pt x="0" y="877824"/>
                  </a:lnTo>
                  <a:lnTo>
                    <a:pt x="165" y="883208"/>
                  </a:lnTo>
                  <a:lnTo>
                    <a:pt x="17830" y="928992"/>
                  </a:lnTo>
                  <a:lnTo>
                    <a:pt x="57124" y="956183"/>
                  </a:lnTo>
                  <a:lnTo>
                    <a:pt x="8078724" y="960119"/>
                  </a:lnTo>
                  <a:lnTo>
                    <a:pt x="8084108" y="959954"/>
                  </a:lnTo>
                  <a:lnTo>
                    <a:pt x="8128838" y="943127"/>
                  </a:lnTo>
                  <a:lnTo>
                    <a:pt x="8157083" y="903008"/>
                  </a:lnTo>
                  <a:lnTo>
                    <a:pt x="8161020" y="82296"/>
                  </a:lnTo>
                  <a:lnTo>
                    <a:pt x="8160334" y="71551"/>
                  </a:lnTo>
                  <a:lnTo>
                    <a:pt x="8140611" y="28028"/>
                  </a:lnTo>
                  <a:lnTo>
                    <a:pt x="8101330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532615" y="4402835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19" h="960120">
                  <a:moveTo>
                    <a:pt x="82296" y="0"/>
                  </a:moveTo>
                  <a:lnTo>
                    <a:pt x="8078724" y="0"/>
                  </a:lnTo>
                  <a:lnTo>
                    <a:pt x="8080070" y="0"/>
                  </a:lnTo>
                  <a:lnTo>
                    <a:pt x="8081416" y="38"/>
                  </a:lnTo>
                  <a:lnTo>
                    <a:pt x="8082762" y="101"/>
                  </a:lnTo>
                  <a:lnTo>
                    <a:pt x="8084108" y="165"/>
                  </a:lnTo>
                  <a:lnTo>
                    <a:pt x="8085455" y="266"/>
                  </a:lnTo>
                  <a:lnTo>
                    <a:pt x="8094789" y="1587"/>
                  </a:lnTo>
                  <a:lnTo>
                    <a:pt x="8096110" y="1841"/>
                  </a:lnTo>
                  <a:lnTo>
                    <a:pt x="8102612" y="3543"/>
                  </a:lnTo>
                  <a:lnTo>
                    <a:pt x="8103908" y="3937"/>
                  </a:lnTo>
                  <a:lnTo>
                    <a:pt x="8105190" y="4356"/>
                  </a:lnTo>
                  <a:lnTo>
                    <a:pt x="8106460" y="4813"/>
                  </a:lnTo>
                  <a:lnTo>
                    <a:pt x="8107730" y="5257"/>
                  </a:lnTo>
                  <a:lnTo>
                    <a:pt x="8113915" y="7899"/>
                  </a:lnTo>
                  <a:lnTo>
                    <a:pt x="8115134" y="8470"/>
                  </a:lnTo>
                  <a:lnTo>
                    <a:pt x="8116341" y="9080"/>
                  </a:lnTo>
                  <a:lnTo>
                    <a:pt x="8117522" y="9715"/>
                  </a:lnTo>
                  <a:lnTo>
                    <a:pt x="8118716" y="10350"/>
                  </a:lnTo>
                  <a:lnTo>
                    <a:pt x="8119884" y="11010"/>
                  </a:lnTo>
                  <a:lnTo>
                    <a:pt x="8121040" y="11709"/>
                  </a:lnTo>
                  <a:lnTo>
                    <a:pt x="8122196" y="12395"/>
                  </a:lnTo>
                  <a:lnTo>
                    <a:pt x="8123326" y="13119"/>
                  </a:lnTo>
                  <a:lnTo>
                    <a:pt x="8124444" y="13868"/>
                  </a:lnTo>
                  <a:lnTo>
                    <a:pt x="8125574" y="14617"/>
                  </a:lnTo>
                  <a:lnTo>
                    <a:pt x="8126679" y="15392"/>
                  </a:lnTo>
                  <a:lnTo>
                    <a:pt x="8127758" y="16192"/>
                  </a:lnTo>
                  <a:lnTo>
                    <a:pt x="8128838" y="16992"/>
                  </a:lnTo>
                  <a:lnTo>
                    <a:pt x="8129892" y="17830"/>
                  </a:lnTo>
                  <a:lnTo>
                    <a:pt x="8130933" y="18681"/>
                  </a:lnTo>
                  <a:lnTo>
                    <a:pt x="8131975" y="19532"/>
                  </a:lnTo>
                  <a:lnTo>
                    <a:pt x="8132991" y="20408"/>
                  </a:lnTo>
                  <a:lnTo>
                    <a:pt x="8133994" y="21323"/>
                  </a:lnTo>
                  <a:lnTo>
                    <a:pt x="8134997" y="22225"/>
                  </a:lnTo>
                  <a:lnTo>
                    <a:pt x="8144827" y="33274"/>
                  </a:lnTo>
                  <a:lnTo>
                    <a:pt x="8145627" y="34353"/>
                  </a:lnTo>
                  <a:lnTo>
                    <a:pt x="8146402" y="35458"/>
                  </a:lnTo>
                  <a:lnTo>
                    <a:pt x="8147151" y="36576"/>
                  </a:lnTo>
                  <a:lnTo>
                    <a:pt x="8147900" y="37693"/>
                  </a:lnTo>
                  <a:lnTo>
                    <a:pt x="8157476" y="58407"/>
                  </a:lnTo>
                  <a:lnTo>
                    <a:pt x="8157870" y="59690"/>
                  </a:lnTo>
                  <a:lnTo>
                    <a:pt x="8158238" y="60985"/>
                  </a:lnTo>
                  <a:lnTo>
                    <a:pt x="8158556" y="62293"/>
                  </a:lnTo>
                  <a:lnTo>
                    <a:pt x="8158886" y="63601"/>
                  </a:lnTo>
                  <a:lnTo>
                    <a:pt x="8160131" y="70218"/>
                  </a:lnTo>
                  <a:lnTo>
                    <a:pt x="8160334" y="71551"/>
                  </a:lnTo>
                  <a:lnTo>
                    <a:pt x="8160499" y="72885"/>
                  </a:lnTo>
                  <a:lnTo>
                    <a:pt x="8160626" y="74231"/>
                  </a:lnTo>
                  <a:lnTo>
                    <a:pt x="8160753" y="75565"/>
                  </a:lnTo>
                  <a:lnTo>
                    <a:pt x="8160854" y="76911"/>
                  </a:lnTo>
                  <a:lnTo>
                    <a:pt x="8160931" y="78257"/>
                  </a:lnTo>
                  <a:lnTo>
                    <a:pt x="8160994" y="79603"/>
                  </a:lnTo>
                  <a:lnTo>
                    <a:pt x="8161020" y="80949"/>
                  </a:lnTo>
                  <a:lnTo>
                    <a:pt x="8161020" y="82296"/>
                  </a:lnTo>
                  <a:lnTo>
                    <a:pt x="8161020" y="877824"/>
                  </a:lnTo>
                  <a:lnTo>
                    <a:pt x="8161020" y="879170"/>
                  </a:lnTo>
                  <a:lnTo>
                    <a:pt x="8160994" y="880516"/>
                  </a:lnTo>
                  <a:lnTo>
                    <a:pt x="8160931" y="881862"/>
                  </a:lnTo>
                  <a:lnTo>
                    <a:pt x="8160854" y="883208"/>
                  </a:lnTo>
                  <a:lnTo>
                    <a:pt x="8160753" y="884555"/>
                  </a:lnTo>
                  <a:lnTo>
                    <a:pt x="8160626" y="885888"/>
                  </a:lnTo>
                  <a:lnTo>
                    <a:pt x="8160499" y="887234"/>
                  </a:lnTo>
                  <a:lnTo>
                    <a:pt x="8160334" y="888568"/>
                  </a:lnTo>
                  <a:lnTo>
                    <a:pt x="8160131" y="889901"/>
                  </a:lnTo>
                  <a:lnTo>
                    <a:pt x="8159927" y="891235"/>
                  </a:lnTo>
                  <a:lnTo>
                    <a:pt x="8158556" y="897826"/>
                  </a:lnTo>
                  <a:lnTo>
                    <a:pt x="8158238" y="899134"/>
                  </a:lnTo>
                  <a:lnTo>
                    <a:pt x="8157870" y="900430"/>
                  </a:lnTo>
                  <a:lnTo>
                    <a:pt x="8157476" y="901712"/>
                  </a:lnTo>
                  <a:lnTo>
                    <a:pt x="8157083" y="903008"/>
                  </a:lnTo>
                  <a:lnTo>
                    <a:pt x="8147151" y="923544"/>
                  </a:lnTo>
                  <a:lnTo>
                    <a:pt x="8146402" y="924661"/>
                  </a:lnTo>
                  <a:lnTo>
                    <a:pt x="8136915" y="936015"/>
                  </a:lnTo>
                  <a:lnTo>
                    <a:pt x="8135975" y="936967"/>
                  </a:lnTo>
                  <a:lnTo>
                    <a:pt x="8134997" y="937894"/>
                  </a:lnTo>
                  <a:lnTo>
                    <a:pt x="8133994" y="938796"/>
                  </a:lnTo>
                  <a:lnTo>
                    <a:pt x="8132991" y="939711"/>
                  </a:lnTo>
                  <a:lnTo>
                    <a:pt x="8127758" y="943927"/>
                  </a:lnTo>
                  <a:lnTo>
                    <a:pt x="8126679" y="944727"/>
                  </a:lnTo>
                  <a:lnTo>
                    <a:pt x="8125574" y="945502"/>
                  </a:lnTo>
                  <a:lnTo>
                    <a:pt x="8124444" y="946251"/>
                  </a:lnTo>
                  <a:lnTo>
                    <a:pt x="8123326" y="947000"/>
                  </a:lnTo>
                  <a:lnTo>
                    <a:pt x="8122196" y="947724"/>
                  </a:lnTo>
                  <a:lnTo>
                    <a:pt x="8121040" y="948410"/>
                  </a:lnTo>
                  <a:lnTo>
                    <a:pt x="8119884" y="949109"/>
                  </a:lnTo>
                  <a:lnTo>
                    <a:pt x="8118716" y="949769"/>
                  </a:lnTo>
                  <a:lnTo>
                    <a:pt x="8117522" y="950404"/>
                  </a:lnTo>
                  <a:lnTo>
                    <a:pt x="8116341" y="951039"/>
                  </a:lnTo>
                  <a:lnTo>
                    <a:pt x="8115134" y="951649"/>
                  </a:lnTo>
                  <a:lnTo>
                    <a:pt x="8113915" y="952220"/>
                  </a:lnTo>
                  <a:lnTo>
                    <a:pt x="8112696" y="952792"/>
                  </a:lnTo>
                  <a:lnTo>
                    <a:pt x="8106460" y="955306"/>
                  </a:lnTo>
                  <a:lnTo>
                    <a:pt x="8105190" y="955763"/>
                  </a:lnTo>
                  <a:lnTo>
                    <a:pt x="8103908" y="956183"/>
                  </a:lnTo>
                  <a:lnTo>
                    <a:pt x="8102612" y="956576"/>
                  </a:lnTo>
                  <a:lnTo>
                    <a:pt x="8101330" y="956970"/>
                  </a:lnTo>
                  <a:lnTo>
                    <a:pt x="8094789" y="958532"/>
                  </a:lnTo>
                  <a:lnTo>
                    <a:pt x="8093468" y="958799"/>
                  </a:lnTo>
                  <a:lnTo>
                    <a:pt x="8092135" y="959027"/>
                  </a:lnTo>
                  <a:lnTo>
                    <a:pt x="8090801" y="959231"/>
                  </a:lnTo>
                  <a:lnTo>
                    <a:pt x="8089468" y="959434"/>
                  </a:lnTo>
                  <a:lnTo>
                    <a:pt x="8082762" y="960018"/>
                  </a:lnTo>
                  <a:lnTo>
                    <a:pt x="8081416" y="960094"/>
                  </a:lnTo>
                  <a:lnTo>
                    <a:pt x="8080070" y="960119"/>
                  </a:lnTo>
                  <a:lnTo>
                    <a:pt x="8078724" y="960119"/>
                  </a:lnTo>
                  <a:lnTo>
                    <a:pt x="82296" y="960119"/>
                  </a:lnTo>
                  <a:lnTo>
                    <a:pt x="80949" y="960119"/>
                  </a:lnTo>
                  <a:lnTo>
                    <a:pt x="79603" y="960094"/>
                  </a:lnTo>
                  <a:lnTo>
                    <a:pt x="78257" y="960018"/>
                  </a:lnTo>
                  <a:lnTo>
                    <a:pt x="76911" y="959954"/>
                  </a:lnTo>
                  <a:lnTo>
                    <a:pt x="75565" y="959853"/>
                  </a:lnTo>
                  <a:lnTo>
                    <a:pt x="74231" y="959726"/>
                  </a:lnTo>
                  <a:lnTo>
                    <a:pt x="72885" y="959599"/>
                  </a:lnTo>
                  <a:lnTo>
                    <a:pt x="71551" y="959434"/>
                  </a:lnTo>
                  <a:lnTo>
                    <a:pt x="70218" y="959231"/>
                  </a:lnTo>
                  <a:lnTo>
                    <a:pt x="68884" y="959027"/>
                  </a:lnTo>
                  <a:lnTo>
                    <a:pt x="67564" y="958799"/>
                  </a:lnTo>
                  <a:lnTo>
                    <a:pt x="66243" y="958532"/>
                  </a:lnTo>
                  <a:lnTo>
                    <a:pt x="64922" y="958278"/>
                  </a:lnTo>
                  <a:lnTo>
                    <a:pt x="63601" y="957986"/>
                  </a:lnTo>
                  <a:lnTo>
                    <a:pt x="62306" y="957656"/>
                  </a:lnTo>
                  <a:lnTo>
                    <a:pt x="60998" y="957326"/>
                  </a:lnTo>
                  <a:lnTo>
                    <a:pt x="54571" y="955306"/>
                  </a:lnTo>
                  <a:lnTo>
                    <a:pt x="53301" y="954862"/>
                  </a:lnTo>
                  <a:lnTo>
                    <a:pt x="47117" y="952220"/>
                  </a:lnTo>
                  <a:lnTo>
                    <a:pt x="45897" y="951649"/>
                  </a:lnTo>
                  <a:lnTo>
                    <a:pt x="39992" y="948410"/>
                  </a:lnTo>
                  <a:lnTo>
                    <a:pt x="38836" y="947724"/>
                  </a:lnTo>
                  <a:lnTo>
                    <a:pt x="33274" y="943927"/>
                  </a:lnTo>
                  <a:lnTo>
                    <a:pt x="32194" y="943127"/>
                  </a:lnTo>
                  <a:lnTo>
                    <a:pt x="27025" y="938796"/>
                  </a:lnTo>
                  <a:lnTo>
                    <a:pt x="26035" y="937894"/>
                  </a:lnTo>
                  <a:lnTo>
                    <a:pt x="25057" y="936967"/>
                  </a:lnTo>
                  <a:lnTo>
                    <a:pt x="24104" y="936015"/>
                  </a:lnTo>
                  <a:lnTo>
                    <a:pt x="23152" y="935062"/>
                  </a:lnTo>
                  <a:lnTo>
                    <a:pt x="18681" y="930033"/>
                  </a:lnTo>
                  <a:lnTo>
                    <a:pt x="17830" y="928992"/>
                  </a:lnTo>
                  <a:lnTo>
                    <a:pt x="13868" y="923544"/>
                  </a:lnTo>
                  <a:lnTo>
                    <a:pt x="13119" y="922426"/>
                  </a:lnTo>
                  <a:lnTo>
                    <a:pt x="6273" y="909319"/>
                  </a:lnTo>
                  <a:lnTo>
                    <a:pt x="5753" y="908075"/>
                  </a:lnTo>
                  <a:lnTo>
                    <a:pt x="5270" y="906818"/>
                  </a:lnTo>
                  <a:lnTo>
                    <a:pt x="4813" y="905548"/>
                  </a:lnTo>
                  <a:lnTo>
                    <a:pt x="4356" y="904278"/>
                  </a:lnTo>
                  <a:lnTo>
                    <a:pt x="2476" y="897826"/>
                  </a:lnTo>
                  <a:lnTo>
                    <a:pt x="2146" y="896518"/>
                  </a:lnTo>
                  <a:lnTo>
                    <a:pt x="406" y="885888"/>
                  </a:lnTo>
                  <a:lnTo>
                    <a:pt x="266" y="884555"/>
                  </a:lnTo>
                  <a:lnTo>
                    <a:pt x="165" y="883208"/>
                  </a:lnTo>
                  <a:lnTo>
                    <a:pt x="101" y="881862"/>
                  </a:lnTo>
                  <a:lnTo>
                    <a:pt x="38" y="880516"/>
                  </a:lnTo>
                  <a:lnTo>
                    <a:pt x="0" y="879170"/>
                  </a:lnTo>
                  <a:lnTo>
                    <a:pt x="0" y="877824"/>
                  </a:lnTo>
                  <a:lnTo>
                    <a:pt x="0" y="82296"/>
                  </a:lnTo>
                  <a:lnTo>
                    <a:pt x="0" y="80949"/>
                  </a:lnTo>
                  <a:lnTo>
                    <a:pt x="38" y="79603"/>
                  </a:lnTo>
                  <a:lnTo>
                    <a:pt x="101" y="78257"/>
                  </a:lnTo>
                  <a:lnTo>
                    <a:pt x="165" y="76911"/>
                  </a:lnTo>
                  <a:lnTo>
                    <a:pt x="266" y="75565"/>
                  </a:lnTo>
                  <a:lnTo>
                    <a:pt x="406" y="74231"/>
                  </a:lnTo>
                  <a:lnTo>
                    <a:pt x="533" y="72885"/>
                  </a:lnTo>
                  <a:lnTo>
                    <a:pt x="2476" y="62293"/>
                  </a:lnTo>
                  <a:lnTo>
                    <a:pt x="2794" y="60985"/>
                  </a:lnTo>
                  <a:lnTo>
                    <a:pt x="4813" y="54571"/>
                  </a:lnTo>
                  <a:lnTo>
                    <a:pt x="5270" y="53301"/>
                  </a:lnTo>
                  <a:lnTo>
                    <a:pt x="5753" y="52044"/>
                  </a:lnTo>
                  <a:lnTo>
                    <a:pt x="6273" y="50800"/>
                  </a:lnTo>
                  <a:lnTo>
                    <a:pt x="6781" y="49555"/>
                  </a:lnTo>
                  <a:lnTo>
                    <a:pt x="13868" y="36576"/>
                  </a:lnTo>
                  <a:lnTo>
                    <a:pt x="14617" y="35458"/>
                  </a:lnTo>
                  <a:lnTo>
                    <a:pt x="24104" y="24104"/>
                  </a:lnTo>
                  <a:lnTo>
                    <a:pt x="25057" y="23152"/>
                  </a:lnTo>
                  <a:lnTo>
                    <a:pt x="26035" y="22225"/>
                  </a:lnTo>
                  <a:lnTo>
                    <a:pt x="27025" y="21323"/>
                  </a:lnTo>
                  <a:lnTo>
                    <a:pt x="28028" y="20408"/>
                  </a:lnTo>
                  <a:lnTo>
                    <a:pt x="29044" y="19532"/>
                  </a:lnTo>
                  <a:lnTo>
                    <a:pt x="30086" y="18681"/>
                  </a:lnTo>
                  <a:lnTo>
                    <a:pt x="31127" y="17830"/>
                  </a:lnTo>
                  <a:lnTo>
                    <a:pt x="39992" y="11709"/>
                  </a:lnTo>
                  <a:lnTo>
                    <a:pt x="41148" y="11010"/>
                  </a:lnTo>
                  <a:lnTo>
                    <a:pt x="47117" y="7899"/>
                  </a:lnTo>
                  <a:lnTo>
                    <a:pt x="48323" y="7327"/>
                  </a:lnTo>
                  <a:lnTo>
                    <a:pt x="54571" y="4813"/>
                  </a:lnTo>
                  <a:lnTo>
                    <a:pt x="55841" y="4356"/>
                  </a:lnTo>
                  <a:lnTo>
                    <a:pt x="62306" y="2463"/>
                  </a:lnTo>
                  <a:lnTo>
                    <a:pt x="63601" y="2133"/>
                  </a:lnTo>
                  <a:lnTo>
                    <a:pt x="64922" y="1841"/>
                  </a:lnTo>
                  <a:lnTo>
                    <a:pt x="66243" y="1587"/>
                  </a:lnTo>
                  <a:lnTo>
                    <a:pt x="67564" y="1320"/>
                  </a:lnTo>
                  <a:lnTo>
                    <a:pt x="78257" y="101"/>
                  </a:lnTo>
                  <a:lnTo>
                    <a:pt x="79603" y="38"/>
                  </a:lnTo>
                  <a:lnTo>
                    <a:pt x="80949" y="0"/>
                  </a:lnTo>
                  <a:lnTo>
                    <a:pt x="82296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9944672" y="4715386"/>
            <a:ext cx="3556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b="1">
                <a:solidFill>
                  <a:srgbClr val="D98E3C"/>
                </a:solidFill>
                <a:latin typeface="Calibri"/>
                <a:cs typeface="Calibri"/>
              </a:rPr>
              <a:t>FR6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0698480" y="4539996"/>
            <a:ext cx="0" cy="685800"/>
          </a:xfrm>
          <a:custGeom>
            <a:avLst/>
            <a:gdLst/>
            <a:ahLst/>
            <a:cxnLst/>
            <a:rect l="l" t="t" r="r" b="b"/>
            <a:pathLst>
              <a:path w="0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19050">
            <a:solidFill>
              <a:srgbClr val="BBD8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0891519" y="4727901"/>
            <a:ext cx="43135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Eligible</a:t>
            </a:r>
            <a:r>
              <a:rPr dirty="0" sz="1700" spc="-3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students</a:t>
            </a:r>
            <a:r>
              <a:rPr dirty="0" sz="1700" spc="-3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can</a:t>
            </a:r>
            <a:r>
              <a:rPr dirty="0" sz="17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apply</a:t>
            </a:r>
            <a:r>
              <a:rPr dirty="0" sz="1700" spc="-2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for</a:t>
            </a:r>
            <a:r>
              <a:rPr dirty="0" sz="1700" spc="-2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a</a:t>
            </a:r>
            <a:r>
              <a:rPr dirty="0" sz="17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placement</a:t>
            </a:r>
            <a:r>
              <a:rPr dirty="0" sz="1700" spc="-3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drive.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13431" y="5531739"/>
            <a:ext cx="8180070" cy="979169"/>
            <a:chOff x="813431" y="5531739"/>
            <a:chExt cx="8180070" cy="979169"/>
          </a:xfrm>
        </p:grpSpPr>
        <p:sp>
          <p:nvSpPr>
            <p:cNvPr id="41" name="object 41"/>
            <p:cNvSpPr/>
            <p:nvPr/>
          </p:nvSpPr>
          <p:spPr>
            <a:xfrm>
              <a:off x="822956" y="5541264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20" h="960120">
                  <a:moveTo>
                    <a:pt x="82296" y="0"/>
                  </a:moveTo>
                  <a:lnTo>
                    <a:pt x="42316" y="10350"/>
                  </a:lnTo>
                  <a:lnTo>
                    <a:pt x="8483" y="45885"/>
                  </a:lnTo>
                  <a:lnTo>
                    <a:pt x="0" y="877824"/>
                  </a:lnTo>
                  <a:lnTo>
                    <a:pt x="165" y="883208"/>
                  </a:lnTo>
                  <a:lnTo>
                    <a:pt x="17830" y="928992"/>
                  </a:lnTo>
                  <a:lnTo>
                    <a:pt x="57124" y="956183"/>
                  </a:lnTo>
                  <a:lnTo>
                    <a:pt x="8078724" y="960119"/>
                  </a:lnTo>
                  <a:lnTo>
                    <a:pt x="8084108" y="959954"/>
                  </a:lnTo>
                  <a:lnTo>
                    <a:pt x="8128838" y="943127"/>
                  </a:lnTo>
                  <a:lnTo>
                    <a:pt x="8157083" y="903008"/>
                  </a:lnTo>
                  <a:lnTo>
                    <a:pt x="8161020" y="82296"/>
                  </a:lnTo>
                  <a:lnTo>
                    <a:pt x="8160334" y="71551"/>
                  </a:lnTo>
                  <a:lnTo>
                    <a:pt x="8140611" y="28028"/>
                  </a:lnTo>
                  <a:lnTo>
                    <a:pt x="8101330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822956" y="5541264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20" h="960120">
                  <a:moveTo>
                    <a:pt x="82296" y="0"/>
                  </a:moveTo>
                  <a:lnTo>
                    <a:pt x="8078724" y="0"/>
                  </a:lnTo>
                  <a:lnTo>
                    <a:pt x="8080070" y="0"/>
                  </a:lnTo>
                  <a:lnTo>
                    <a:pt x="8081416" y="38"/>
                  </a:lnTo>
                  <a:lnTo>
                    <a:pt x="8082762" y="101"/>
                  </a:lnTo>
                  <a:lnTo>
                    <a:pt x="8084108" y="165"/>
                  </a:lnTo>
                  <a:lnTo>
                    <a:pt x="8085455" y="266"/>
                  </a:lnTo>
                  <a:lnTo>
                    <a:pt x="8094789" y="1587"/>
                  </a:lnTo>
                  <a:lnTo>
                    <a:pt x="8096110" y="1841"/>
                  </a:lnTo>
                  <a:lnTo>
                    <a:pt x="8102612" y="3543"/>
                  </a:lnTo>
                  <a:lnTo>
                    <a:pt x="8103908" y="3937"/>
                  </a:lnTo>
                  <a:lnTo>
                    <a:pt x="8105190" y="4356"/>
                  </a:lnTo>
                  <a:lnTo>
                    <a:pt x="8106460" y="4813"/>
                  </a:lnTo>
                  <a:lnTo>
                    <a:pt x="8107730" y="5257"/>
                  </a:lnTo>
                  <a:lnTo>
                    <a:pt x="8113915" y="7899"/>
                  </a:lnTo>
                  <a:lnTo>
                    <a:pt x="8115134" y="8470"/>
                  </a:lnTo>
                  <a:lnTo>
                    <a:pt x="8116341" y="9080"/>
                  </a:lnTo>
                  <a:lnTo>
                    <a:pt x="8117522" y="9715"/>
                  </a:lnTo>
                  <a:lnTo>
                    <a:pt x="8118716" y="10350"/>
                  </a:lnTo>
                  <a:lnTo>
                    <a:pt x="8119884" y="11010"/>
                  </a:lnTo>
                  <a:lnTo>
                    <a:pt x="8121040" y="11709"/>
                  </a:lnTo>
                  <a:lnTo>
                    <a:pt x="8122196" y="12395"/>
                  </a:lnTo>
                  <a:lnTo>
                    <a:pt x="8123326" y="13119"/>
                  </a:lnTo>
                  <a:lnTo>
                    <a:pt x="8124444" y="13868"/>
                  </a:lnTo>
                  <a:lnTo>
                    <a:pt x="8125574" y="14617"/>
                  </a:lnTo>
                  <a:lnTo>
                    <a:pt x="8126679" y="15392"/>
                  </a:lnTo>
                  <a:lnTo>
                    <a:pt x="8127758" y="16192"/>
                  </a:lnTo>
                  <a:lnTo>
                    <a:pt x="8128838" y="16992"/>
                  </a:lnTo>
                  <a:lnTo>
                    <a:pt x="8129892" y="17830"/>
                  </a:lnTo>
                  <a:lnTo>
                    <a:pt x="8130933" y="18681"/>
                  </a:lnTo>
                  <a:lnTo>
                    <a:pt x="8131975" y="19532"/>
                  </a:lnTo>
                  <a:lnTo>
                    <a:pt x="8132991" y="20408"/>
                  </a:lnTo>
                  <a:lnTo>
                    <a:pt x="8133994" y="21323"/>
                  </a:lnTo>
                  <a:lnTo>
                    <a:pt x="8134997" y="22225"/>
                  </a:lnTo>
                  <a:lnTo>
                    <a:pt x="8144827" y="33274"/>
                  </a:lnTo>
                  <a:lnTo>
                    <a:pt x="8145627" y="34353"/>
                  </a:lnTo>
                  <a:lnTo>
                    <a:pt x="8146402" y="35458"/>
                  </a:lnTo>
                  <a:lnTo>
                    <a:pt x="8147151" y="36576"/>
                  </a:lnTo>
                  <a:lnTo>
                    <a:pt x="8147900" y="37693"/>
                  </a:lnTo>
                  <a:lnTo>
                    <a:pt x="8157476" y="58407"/>
                  </a:lnTo>
                  <a:lnTo>
                    <a:pt x="8157870" y="59690"/>
                  </a:lnTo>
                  <a:lnTo>
                    <a:pt x="8158238" y="60985"/>
                  </a:lnTo>
                  <a:lnTo>
                    <a:pt x="8158556" y="62293"/>
                  </a:lnTo>
                  <a:lnTo>
                    <a:pt x="8158886" y="63601"/>
                  </a:lnTo>
                  <a:lnTo>
                    <a:pt x="8160131" y="70218"/>
                  </a:lnTo>
                  <a:lnTo>
                    <a:pt x="8160334" y="71551"/>
                  </a:lnTo>
                  <a:lnTo>
                    <a:pt x="8160499" y="72885"/>
                  </a:lnTo>
                  <a:lnTo>
                    <a:pt x="8160626" y="74231"/>
                  </a:lnTo>
                  <a:lnTo>
                    <a:pt x="8160753" y="75565"/>
                  </a:lnTo>
                  <a:lnTo>
                    <a:pt x="8160854" y="76911"/>
                  </a:lnTo>
                  <a:lnTo>
                    <a:pt x="8160931" y="78257"/>
                  </a:lnTo>
                  <a:lnTo>
                    <a:pt x="8160994" y="79603"/>
                  </a:lnTo>
                  <a:lnTo>
                    <a:pt x="8161020" y="80949"/>
                  </a:lnTo>
                  <a:lnTo>
                    <a:pt x="8161020" y="82296"/>
                  </a:lnTo>
                  <a:lnTo>
                    <a:pt x="8161020" y="877824"/>
                  </a:lnTo>
                  <a:lnTo>
                    <a:pt x="8161020" y="879170"/>
                  </a:lnTo>
                  <a:lnTo>
                    <a:pt x="8160994" y="880516"/>
                  </a:lnTo>
                  <a:lnTo>
                    <a:pt x="8160931" y="881862"/>
                  </a:lnTo>
                  <a:lnTo>
                    <a:pt x="8160854" y="883208"/>
                  </a:lnTo>
                  <a:lnTo>
                    <a:pt x="8160753" y="884555"/>
                  </a:lnTo>
                  <a:lnTo>
                    <a:pt x="8160626" y="885888"/>
                  </a:lnTo>
                  <a:lnTo>
                    <a:pt x="8160499" y="887234"/>
                  </a:lnTo>
                  <a:lnTo>
                    <a:pt x="8160334" y="888568"/>
                  </a:lnTo>
                  <a:lnTo>
                    <a:pt x="8160131" y="889901"/>
                  </a:lnTo>
                  <a:lnTo>
                    <a:pt x="8159927" y="891235"/>
                  </a:lnTo>
                  <a:lnTo>
                    <a:pt x="8158556" y="897826"/>
                  </a:lnTo>
                  <a:lnTo>
                    <a:pt x="8158238" y="899134"/>
                  </a:lnTo>
                  <a:lnTo>
                    <a:pt x="8157870" y="900430"/>
                  </a:lnTo>
                  <a:lnTo>
                    <a:pt x="8157476" y="901712"/>
                  </a:lnTo>
                  <a:lnTo>
                    <a:pt x="8157083" y="903008"/>
                  </a:lnTo>
                  <a:lnTo>
                    <a:pt x="8147151" y="923544"/>
                  </a:lnTo>
                  <a:lnTo>
                    <a:pt x="8146402" y="924661"/>
                  </a:lnTo>
                  <a:lnTo>
                    <a:pt x="8136915" y="936015"/>
                  </a:lnTo>
                  <a:lnTo>
                    <a:pt x="8135975" y="936967"/>
                  </a:lnTo>
                  <a:lnTo>
                    <a:pt x="8134997" y="937894"/>
                  </a:lnTo>
                  <a:lnTo>
                    <a:pt x="8133994" y="938796"/>
                  </a:lnTo>
                  <a:lnTo>
                    <a:pt x="8132991" y="939711"/>
                  </a:lnTo>
                  <a:lnTo>
                    <a:pt x="8127758" y="943927"/>
                  </a:lnTo>
                  <a:lnTo>
                    <a:pt x="8126679" y="944727"/>
                  </a:lnTo>
                  <a:lnTo>
                    <a:pt x="8125574" y="945502"/>
                  </a:lnTo>
                  <a:lnTo>
                    <a:pt x="8124444" y="946251"/>
                  </a:lnTo>
                  <a:lnTo>
                    <a:pt x="8123326" y="947000"/>
                  </a:lnTo>
                  <a:lnTo>
                    <a:pt x="8122196" y="947724"/>
                  </a:lnTo>
                  <a:lnTo>
                    <a:pt x="8121040" y="948410"/>
                  </a:lnTo>
                  <a:lnTo>
                    <a:pt x="8119884" y="949109"/>
                  </a:lnTo>
                  <a:lnTo>
                    <a:pt x="8118716" y="949769"/>
                  </a:lnTo>
                  <a:lnTo>
                    <a:pt x="8117522" y="950404"/>
                  </a:lnTo>
                  <a:lnTo>
                    <a:pt x="8116341" y="951039"/>
                  </a:lnTo>
                  <a:lnTo>
                    <a:pt x="8115134" y="951649"/>
                  </a:lnTo>
                  <a:lnTo>
                    <a:pt x="8113915" y="952220"/>
                  </a:lnTo>
                  <a:lnTo>
                    <a:pt x="8112696" y="952792"/>
                  </a:lnTo>
                  <a:lnTo>
                    <a:pt x="8106460" y="955306"/>
                  </a:lnTo>
                  <a:lnTo>
                    <a:pt x="8105190" y="955763"/>
                  </a:lnTo>
                  <a:lnTo>
                    <a:pt x="8103908" y="956183"/>
                  </a:lnTo>
                  <a:lnTo>
                    <a:pt x="8102612" y="956576"/>
                  </a:lnTo>
                  <a:lnTo>
                    <a:pt x="8101330" y="956970"/>
                  </a:lnTo>
                  <a:lnTo>
                    <a:pt x="8094789" y="958532"/>
                  </a:lnTo>
                  <a:lnTo>
                    <a:pt x="8093468" y="958799"/>
                  </a:lnTo>
                  <a:lnTo>
                    <a:pt x="8092135" y="959027"/>
                  </a:lnTo>
                  <a:lnTo>
                    <a:pt x="8090801" y="959231"/>
                  </a:lnTo>
                  <a:lnTo>
                    <a:pt x="8089468" y="959434"/>
                  </a:lnTo>
                  <a:lnTo>
                    <a:pt x="8082762" y="960018"/>
                  </a:lnTo>
                  <a:lnTo>
                    <a:pt x="8081416" y="960094"/>
                  </a:lnTo>
                  <a:lnTo>
                    <a:pt x="8080070" y="960119"/>
                  </a:lnTo>
                  <a:lnTo>
                    <a:pt x="8078724" y="960119"/>
                  </a:lnTo>
                  <a:lnTo>
                    <a:pt x="82296" y="960119"/>
                  </a:lnTo>
                  <a:lnTo>
                    <a:pt x="80949" y="960119"/>
                  </a:lnTo>
                  <a:lnTo>
                    <a:pt x="79603" y="960094"/>
                  </a:lnTo>
                  <a:lnTo>
                    <a:pt x="78257" y="960018"/>
                  </a:lnTo>
                  <a:lnTo>
                    <a:pt x="76911" y="959954"/>
                  </a:lnTo>
                  <a:lnTo>
                    <a:pt x="75565" y="959853"/>
                  </a:lnTo>
                  <a:lnTo>
                    <a:pt x="74231" y="959726"/>
                  </a:lnTo>
                  <a:lnTo>
                    <a:pt x="72885" y="959599"/>
                  </a:lnTo>
                  <a:lnTo>
                    <a:pt x="71551" y="959434"/>
                  </a:lnTo>
                  <a:lnTo>
                    <a:pt x="70218" y="959231"/>
                  </a:lnTo>
                  <a:lnTo>
                    <a:pt x="68884" y="959027"/>
                  </a:lnTo>
                  <a:lnTo>
                    <a:pt x="67564" y="958799"/>
                  </a:lnTo>
                  <a:lnTo>
                    <a:pt x="66243" y="958532"/>
                  </a:lnTo>
                  <a:lnTo>
                    <a:pt x="64922" y="958278"/>
                  </a:lnTo>
                  <a:lnTo>
                    <a:pt x="63601" y="957986"/>
                  </a:lnTo>
                  <a:lnTo>
                    <a:pt x="62306" y="957656"/>
                  </a:lnTo>
                  <a:lnTo>
                    <a:pt x="60998" y="957326"/>
                  </a:lnTo>
                  <a:lnTo>
                    <a:pt x="54571" y="955306"/>
                  </a:lnTo>
                  <a:lnTo>
                    <a:pt x="53301" y="954862"/>
                  </a:lnTo>
                  <a:lnTo>
                    <a:pt x="47117" y="952220"/>
                  </a:lnTo>
                  <a:lnTo>
                    <a:pt x="45897" y="951649"/>
                  </a:lnTo>
                  <a:lnTo>
                    <a:pt x="39992" y="948410"/>
                  </a:lnTo>
                  <a:lnTo>
                    <a:pt x="38836" y="947724"/>
                  </a:lnTo>
                  <a:lnTo>
                    <a:pt x="33274" y="943927"/>
                  </a:lnTo>
                  <a:lnTo>
                    <a:pt x="32194" y="943127"/>
                  </a:lnTo>
                  <a:lnTo>
                    <a:pt x="27038" y="938796"/>
                  </a:lnTo>
                  <a:lnTo>
                    <a:pt x="26035" y="937894"/>
                  </a:lnTo>
                  <a:lnTo>
                    <a:pt x="25057" y="936967"/>
                  </a:lnTo>
                  <a:lnTo>
                    <a:pt x="24104" y="936015"/>
                  </a:lnTo>
                  <a:lnTo>
                    <a:pt x="23152" y="935062"/>
                  </a:lnTo>
                  <a:lnTo>
                    <a:pt x="18681" y="930033"/>
                  </a:lnTo>
                  <a:lnTo>
                    <a:pt x="17830" y="928992"/>
                  </a:lnTo>
                  <a:lnTo>
                    <a:pt x="13868" y="923544"/>
                  </a:lnTo>
                  <a:lnTo>
                    <a:pt x="13119" y="922426"/>
                  </a:lnTo>
                  <a:lnTo>
                    <a:pt x="6273" y="909319"/>
                  </a:lnTo>
                  <a:lnTo>
                    <a:pt x="5753" y="908075"/>
                  </a:lnTo>
                  <a:lnTo>
                    <a:pt x="5270" y="906818"/>
                  </a:lnTo>
                  <a:lnTo>
                    <a:pt x="4813" y="905548"/>
                  </a:lnTo>
                  <a:lnTo>
                    <a:pt x="4356" y="904278"/>
                  </a:lnTo>
                  <a:lnTo>
                    <a:pt x="2476" y="897826"/>
                  </a:lnTo>
                  <a:lnTo>
                    <a:pt x="2146" y="896518"/>
                  </a:lnTo>
                  <a:lnTo>
                    <a:pt x="406" y="885888"/>
                  </a:lnTo>
                  <a:lnTo>
                    <a:pt x="266" y="884555"/>
                  </a:lnTo>
                  <a:lnTo>
                    <a:pt x="165" y="883208"/>
                  </a:lnTo>
                  <a:lnTo>
                    <a:pt x="101" y="881862"/>
                  </a:lnTo>
                  <a:lnTo>
                    <a:pt x="38" y="880516"/>
                  </a:lnTo>
                  <a:lnTo>
                    <a:pt x="0" y="879170"/>
                  </a:lnTo>
                  <a:lnTo>
                    <a:pt x="0" y="877824"/>
                  </a:lnTo>
                  <a:lnTo>
                    <a:pt x="0" y="82296"/>
                  </a:lnTo>
                  <a:lnTo>
                    <a:pt x="0" y="80949"/>
                  </a:lnTo>
                  <a:lnTo>
                    <a:pt x="38" y="79603"/>
                  </a:lnTo>
                  <a:lnTo>
                    <a:pt x="101" y="78257"/>
                  </a:lnTo>
                  <a:lnTo>
                    <a:pt x="165" y="76911"/>
                  </a:lnTo>
                  <a:lnTo>
                    <a:pt x="266" y="75565"/>
                  </a:lnTo>
                  <a:lnTo>
                    <a:pt x="406" y="74231"/>
                  </a:lnTo>
                  <a:lnTo>
                    <a:pt x="533" y="72885"/>
                  </a:lnTo>
                  <a:lnTo>
                    <a:pt x="2476" y="62293"/>
                  </a:lnTo>
                  <a:lnTo>
                    <a:pt x="2794" y="60985"/>
                  </a:lnTo>
                  <a:lnTo>
                    <a:pt x="4813" y="54571"/>
                  </a:lnTo>
                  <a:lnTo>
                    <a:pt x="5270" y="53301"/>
                  </a:lnTo>
                  <a:lnTo>
                    <a:pt x="5753" y="52044"/>
                  </a:lnTo>
                  <a:lnTo>
                    <a:pt x="6273" y="50800"/>
                  </a:lnTo>
                  <a:lnTo>
                    <a:pt x="6781" y="49555"/>
                  </a:lnTo>
                  <a:lnTo>
                    <a:pt x="13868" y="36576"/>
                  </a:lnTo>
                  <a:lnTo>
                    <a:pt x="14617" y="35458"/>
                  </a:lnTo>
                  <a:lnTo>
                    <a:pt x="24104" y="24104"/>
                  </a:lnTo>
                  <a:lnTo>
                    <a:pt x="25057" y="23152"/>
                  </a:lnTo>
                  <a:lnTo>
                    <a:pt x="26035" y="22225"/>
                  </a:lnTo>
                  <a:lnTo>
                    <a:pt x="27038" y="21323"/>
                  </a:lnTo>
                  <a:lnTo>
                    <a:pt x="28028" y="20408"/>
                  </a:lnTo>
                  <a:lnTo>
                    <a:pt x="29044" y="19532"/>
                  </a:lnTo>
                  <a:lnTo>
                    <a:pt x="30086" y="18681"/>
                  </a:lnTo>
                  <a:lnTo>
                    <a:pt x="31127" y="17830"/>
                  </a:lnTo>
                  <a:lnTo>
                    <a:pt x="39992" y="11709"/>
                  </a:lnTo>
                  <a:lnTo>
                    <a:pt x="41148" y="11010"/>
                  </a:lnTo>
                  <a:lnTo>
                    <a:pt x="47117" y="7899"/>
                  </a:lnTo>
                  <a:lnTo>
                    <a:pt x="48323" y="7327"/>
                  </a:lnTo>
                  <a:lnTo>
                    <a:pt x="54571" y="4813"/>
                  </a:lnTo>
                  <a:lnTo>
                    <a:pt x="55841" y="4356"/>
                  </a:lnTo>
                  <a:lnTo>
                    <a:pt x="62306" y="2463"/>
                  </a:lnTo>
                  <a:lnTo>
                    <a:pt x="63601" y="2133"/>
                  </a:lnTo>
                  <a:lnTo>
                    <a:pt x="64922" y="1841"/>
                  </a:lnTo>
                  <a:lnTo>
                    <a:pt x="66243" y="1587"/>
                  </a:lnTo>
                  <a:lnTo>
                    <a:pt x="67564" y="1320"/>
                  </a:lnTo>
                  <a:lnTo>
                    <a:pt x="78257" y="101"/>
                  </a:lnTo>
                  <a:lnTo>
                    <a:pt x="79603" y="38"/>
                  </a:lnTo>
                  <a:lnTo>
                    <a:pt x="80949" y="0"/>
                  </a:lnTo>
                  <a:lnTo>
                    <a:pt x="82296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1235012" y="5853814"/>
            <a:ext cx="3556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b="1">
                <a:solidFill>
                  <a:srgbClr val="D98E3C"/>
                </a:solidFill>
                <a:latin typeface="Calibri"/>
                <a:cs typeface="Calibri"/>
              </a:rPr>
              <a:t>FR7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988820" y="5678423"/>
            <a:ext cx="0" cy="685800"/>
          </a:xfrm>
          <a:custGeom>
            <a:avLst/>
            <a:gdLst/>
            <a:ahLst/>
            <a:cxnLst/>
            <a:rect l="l" t="t" r="r" b="b"/>
            <a:pathLst>
              <a:path w="0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19050">
            <a:solidFill>
              <a:srgbClr val="BBD8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2181860" y="5866329"/>
            <a:ext cx="337566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System</a:t>
            </a:r>
            <a:r>
              <a:rPr dirty="0" sz="17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can</a:t>
            </a:r>
            <a:r>
              <a:rPr dirty="0" sz="1700" spc="-5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maintain</a:t>
            </a:r>
            <a:r>
              <a:rPr dirty="0" sz="17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selection</a:t>
            </a:r>
            <a:r>
              <a:rPr dirty="0" sz="1700" spc="-5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rounds.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523090" y="5531739"/>
            <a:ext cx="8180070" cy="979169"/>
            <a:chOff x="9523090" y="5531739"/>
            <a:chExt cx="8180070" cy="979169"/>
          </a:xfrm>
        </p:grpSpPr>
        <p:sp>
          <p:nvSpPr>
            <p:cNvPr id="47" name="object 47"/>
            <p:cNvSpPr/>
            <p:nvPr/>
          </p:nvSpPr>
          <p:spPr>
            <a:xfrm>
              <a:off x="9532615" y="5541264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19" h="960120">
                  <a:moveTo>
                    <a:pt x="82296" y="0"/>
                  </a:moveTo>
                  <a:lnTo>
                    <a:pt x="42316" y="10350"/>
                  </a:lnTo>
                  <a:lnTo>
                    <a:pt x="8483" y="45885"/>
                  </a:lnTo>
                  <a:lnTo>
                    <a:pt x="0" y="877824"/>
                  </a:lnTo>
                  <a:lnTo>
                    <a:pt x="165" y="883208"/>
                  </a:lnTo>
                  <a:lnTo>
                    <a:pt x="17830" y="928992"/>
                  </a:lnTo>
                  <a:lnTo>
                    <a:pt x="57124" y="956183"/>
                  </a:lnTo>
                  <a:lnTo>
                    <a:pt x="8078724" y="960119"/>
                  </a:lnTo>
                  <a:lnTo>
                    <a:pt x="8084108" y="959954"/>
                  </a:lnTo>
                  <a:lnTo>
                    <a:pt x="8128838" y="943127"/>
                  </a:lnTo>
                  <a:lnTo>
                    <a:pt x="8157083" y="903008"/>
                  </a:lnTo>
                  <a:lnTo>
                    <a:pt x="8161020" y="82296"/>
                  </a:lnTo>
                  <a:lnTo>
                    <a:pt x="8160334" y="71551"/>
                  </a:lnTo>
                  <a:lnTo>
                    <a:pt x="8140611" y="28028"/>
                  </a:lnTo>
                  <a:lnTo>
                    <a:pt x="8101330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9532615" y="5541264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19" h="960120">
                  <a:moveTo>
                    <a:pt x="82296" y="0"/>
                  </a:moveTo>
                  <a:lnTo>
                    <a:pt x="8078724" y="0"/>
                  </a:lnTo>
                  <a:lnTo>
                    <a:pt x="8080070" y="0"/>
                  </a:lnTo>
                  <a:lnTo>
                    <a:pt x="8081416" y="38"/>
                  </a:lnTo>
                  <a:lnTo>
                    <a:pt x="8082762" y="101"/>
                  </a:lnTo>
                  <a:lnTo>
                    <a:pt x="8084108" y="165"/>
                  </a:lnTo>
                  <a:lnTo>
                    <a:pt x="8085455" y="266"/>
                  </a:lnTo>
                  <a:lnTo>
                    <a:pt x="8094789" y="1587"/>
                  </a:lnTo>
                  <a:lnTo>
                    <a:pt x="8096110" y="1841"/>
                  </a:lnTo>
                  <a:lnTo>
                    <a:pt x="8102612" y="3543"/>
                  </a:lnTo>
                  <a:lnTo>
                    <a:pt x="8103908" y="3937"/>
                  </a:lnTo>
                  <a:lnTo>
                    <a:pt x="8105190" y="4356"/>
                  </a:lnTo>
                  <a:lnTo>
                    <a:pt x="8106460" y="4813"/>
                  </a:lnTo>
                  <a:lnTo>
                    <a:pt x="8107730" y="5257"/>
                  </a:lnTo>
                  <a:lnTo>
                    <a:pt x="8113915" y="7899"/>
                  </a:lnTo>
                  <a:lnTo>
                    <a:pt x="8115134" y="8470"/>
                  </a:lnTo>
                  <a:lnTo>
                    <a:pt x="8116341" y="9080"/>
                  </a:lnTo>
                  <a:lnTo>
                    <a:pt x="8117522" y="9715"/>
                  </a:lnTo>
                  <a:lnTo>
                    <a:pt x="8118716" y="10350"/>
                  </a:lnTo>
                  <a:lnTo>
                    <a:pt x="8119884" y="11010"/>
                  </a:lnTo>
                  <a:lnTo>
                    <a:pt x="8121040" y="11709"/>
                  </a:lnTo>
                  <a:lnTo>
                    <a:pt x="8122196" y="12395"/>
                  </a:lnTo>
                  <a:lnTo>
                    <a:pt x="8123326" y="13119"/>
                  </a:lnTo>
                  <a:lnTo>
                    <a:pt x="8124444" y="13868"/>
                  </a:lnTo>
                  <a:lnTo>
                    <a:pt x="8125574" y="14617"/>
                  </a:lnTo>
                  <a:lnTo>
                    <a:pt x="8126679" y="15392"/>
                  </a:lnTo>
                  <a:lnTo>
                    <a:pt x="8127758" y="16192"/>
                  </a:lnTo>
                  <a:lnTo>
                    <a:pt x="8128838" y="16992"/>
                  </a:lnTo>
                  <a:lnTo>
                    <a:pt x="8129892" y="17830"/>
                  </a:lnTo>
                  <a:lnTo>
                    <a:pt x="8130933" y="18681"/>
                  </a:lnTo>
                  <a:lnTo>
                    <a:pt x="8131975" y="19532"/>
                  </a:lnTo>
                  <a:lnTo>
                    <a:pt x="8132991" y="20408"/>
                  </a:lnTo>
                  <a:lnTo>
                    <a:pt x="8133994" y="21323"/>
                  </a:lnTo>
                  <a:lnTo>
                    <a:pt x="8134997" y="22225"/>
                  </a:lnTo>
                  <a:lnTo>
                    <a:pt x="8144827" y="33274"/>
                  </a:lnTo>
                  <a:lnTo>
                    <a:pt x="8145627" y="34353"/>
                  </a:lnTo>
                  <a:lnTo>
                    <a:pt x="8146402" y="35458"/>
                  </a:lnTo>
                  <a:lnTo>
                    <a:pt x="8147151" y="36576"/>
                  </a:lnTo>
                  <a:lnTo>
                    <a:pt x="8147900" y="37693"/>
                  </a:lnTo>
                  <a:lnTo>
                    <a:pt x="8157476" y="58407"/>
                  </a:lnTo>
                  <a:lnTo>
                    <a:pt x="8157870" y="59690"/>
                  </a:lnTo>
                  <a:lnTo>
                    <a:pt x="8158238" y="60985"/>
                  </a:lnTo>
                  <a:lnTo>
                    <a:pt x="8158556" y="62293"/>
                  </a:lnTo>
                  <a:lnTo>
                    <a:pt x="8158886" y="63601"/>
                  </a:lnTo>
                  <a:lnTo>
                    <a:pt x="8160131" y="70218"/>
                  </a:lnTo>
                  <a:lnTo>
                    <a:pt x="8160334" y="71551"/>
                  </a:lnTo>
                  <a:lnTo>
                    <a:pt x="8160499" y="72885"/>
                  </a:lnTo>
                  <a:lnTo>
                    <a:pt x="8160626" y="74231"/>
                  </a:lnTo>
                  <a:lnTo>
                    <a:pt x="8160753" y="75565"/>
                  </a:lnTo>
                  <a:lnTo>
                    <a:pt x="8160854" y="76911"/>
                  </a:lnTo>
                  <a:lnTo>
                    <a:pt x="8160931" y="78257"/>
                  </a:lnTo>
                  <a:lnTo>
                    <a:pt x="8160994" y="79603"/>
                  </a:lnTo>
                  <a:lnTo>
                    <a:pt x="8161020" y="80949"/>
                  </a:lnTo>
                  <a:lnTo>
                    <a:pt x="8161020" y="82296"/>
                  </a:lnTo>
                  <a:lnTo>
                    <a:pt x="8161020" y="877824"/>
                  </a:lnTo>
                  <a:lnTo>
                    <a:pt x="8161020" y="879170"/>
                  </a:lnTo>
                  <a:lnTo>
                    <a:pt x="8160994" y="880516"/>
                  </a:lnTo>
                  <a:lnTo>
                    <a:pt x="8160931" y="881862"/>
                  </a:lnTo>
                  <a:lnTo>
                    <a:pt x="8160854" y="883208"/>
                  </a:lnTo>
                  <a:lnTo>
                    <a:pt x="8160753" y="884555"/>
                  </a:lnTo>
                  <a:lnTo>
                    <a:pt x="8160626" y="885888"/>
                  </a:lnTo>
                  <a:lnTo>
                    <a:pt x="8160499" y="887234"/>
                  </a:lnTo>
                  <a:lnTo>
                    <a:pt x="8160334" y="888568"/>
                  </a:lnTo>
                  <a:lnTo>
                    <a:pt x="8160131" y="889901"/>
                  </a:lnTo>
                  <a:lnTo>
                    <a:pt x="8159927" y="891235"/>
                  </a:lnTo>
                  <a:lnTo>
                    <a:pt x="8158556" y="897826"/>
                  </a:lnTo>
                  <a:lnTo>
                    <a:pt x="8158238" y="899134"/>
                  </a:lnTo>
                  <a:lnTo>
                    <a:pt x="8157870" y="900430"/>
                  </a:lnTo>
                  <a:lnTo>
                    <a:pt x="8157476" y="901712"/>
                  </a:lnTo>
                  <a:lnTo>
                    <a:pt x="8157083" y="903008"/>
                  </a:lnTo>
                  <a:lnTo>
                    <a:pt x="8147151" y="923544"/>
                  </a:lnTo>
                  <a:lnTo>
                    <a:pt x="8146402" y="924661"/>
                  </a:lnTo>
                  <a:lnTo>
                    <a:pt x="8136915" y="936015"/>
                  </a:lnTo>
                  <a:lnTo>
                    <a:pt x="8135975" y="936967"/>
                  </a:lnTo>
                  <a:lnTo>
                    <a:pt x="8134997" y="937894"/>
                  </a:lnTo>
                  <a:lnTo>
                    <a:pt x="8133994" y="938796"/>
                  </a:lnTo>
                  <a:lnTo>
                    <a:pt x="8132991" y="939711"/>
                  </a:lnTo>
                  <a:lnTo>
                    <a:pt x="8127758" y="943927"/>
                  </a:lnTo>
                  <a:lnTo>
                    <a:pt x="8126679" y="944727"/>
                  </a:lnTo>
                  <a:lnTo>
                    <a:pt x="8125574" y="945502"/>
                  </a:lnTo>
                  <a:lnTo>
                    <a:pt x="8124444" y="946251"/>
                  </a:lnTo>
                  <a:lnTo>
                    <a:pt x="8123326" y="947000"/>
                  </a:lnTo>
                  <a:lnTo>
                    <a:pt x="8122196" y="947724"/>
                  </a:lnTo>
                  <a:lnTo>
                    <a:pt x="8121040" y="948410"/>
                  </a:lnTo>
                  <a:lnTo>
                    <a:pt x="8119884" y="949109"/>
                  </a:lnTo>
                  <a:lnTo>
                    <a:pt x="8118716" y="949769"/>
                  </a:lnTo>
                  <a:lnTo>
                    <a:pt x="8117522" y="950404"/>
                  </a:lnTo>
                  <a:lnTo>
                    <a:pt x="8116341" y="951039"/>
                  </a:lnTo>
                  <a:lnTo>
                    <a:pt x="8115134" y="951649"/>
                  </a:lnTo>
                  <a:lnTo>
                    <a:pt x="8113915" y="952220"/>
                  </a:lnTo>
                  <a:lnTo>
                    <a:pt x="8112696" y="952792"/>
                  </a:lnTo>
                  <a:lnTo>
                    <a:pt x="8106460" y="955306"/>
                  </a:lnTo>
                  <a:lnTo>
                    <a:pt x="8105190" y="955763"/>
                  </a:lnTo>
                  <a:lnTo>
                    <a:pt x="8103908" y="956183"/>
                  </a:lnTo>
                  <a:lnTo>
                    <a:pt x="8102612" y="956576"/>
                  </a:lnTo>
                  <a:lnTo>
                    <a:pt x="8101330" y="956970"/>
                  </a:lnTo>
                  <a:lnTo>
                    <a:pt x="8094789" y="958532"/>
                  </a:lnTo>
                  <a:lnTo>
                    <a:pt x="8093468" y="958799"/>
                  </a:lnTo>
                  <a:lnTo>
                    <a:pt x="8092135" y="959027"/>
                  </a:lnTo>
                  <a:lnTo>
                    <a:pt x="8090801" y="959231"/>
                  </a:lnTo>
                  <a:lnTo>
                    <a:pt x="8089468" y="959434"/>
                  </a:lnTo>
                  <a:lnTo>
                    <a:pt x="8082762" y="960018"/>
                  </a:lnTo>
                  <a:lnTo>
                    <a:pt x="8081416" y="960094"/>
                  </a:lnTo>
                  <a:lnTo>
                    <a:pt x="8080070" y="960119"/>
                  </a:lnTo>
                  <a:lnTo>
                    <a:pt x="8078724" y="960119"/>
                  </a:lnTo>
                  <a:lnTo>
                    <a:pt x="82296" y="960119"/>
                  </a:lnTo>
                  <a:lnTo>
                    <a:pt x="80949" y="960119"/>
                  </a:lnTo>
                  <a:lnTo>
                    <a:pt x="79603" y="960094"/>
                  </a:lnTo>
                  <a:lnTo>
                    <a:pt x="78257" y="960018"/>
                  </a:lnTo>
                  <a:lnTo>
                    <a:pt x="76911" y="959954"/>
                  </a:lnTo>
                  <a:lnTo>
                    <a:pt x="75565" y="959853"/>
                  </a:lnTo>
                  <a:lnTo>
                    <a:pt x="74231" y="959726"/>
                  </a:lnTo>
                  <a:lnTo>
                    <a:pt x="72885" y="959599"/>
                  </a:lnTo>
                  <a:lnTo>
                    <a:pt x="71551" y="959434"/>
                  </a:lnTo>
                  <a:lnTo>
                    <a:pt x="70218" y="959231"/>
                  </a:lnTo>
                  <a:lnTo>
                    <a:pt x="68884" y="959027"/>
                  </a:lnTo>
                  <a:lnTo>
                    <a:pt x="67564" y="958799"/>
                  </a:lnTo>
                  <a:lnTo>
                    <a:pt x="66243" y="958532"/>
                  </a:lnTo>
                  <a:lnTo>
                    <a:pt x="64922" y="958278"/>
                  </a:lnTo>
                  <a:lnTo>
                    <a:pt x="63601" y="957986"/>
                  </a:lnTo>
                  <a:lnTo>
                    <a:pt x="62306" y="957656"/>
                  </a:lnTo>
                  <a:lnTo>
                    <a:pt x="60998" y="957326"/>
                  </a:lnTo>
                  <a:lnTo>
                    <a:pt x="54571" y="955306"/>
                  </a:lnTo>
                  <a:lnTo>
                    <a:pt x="53301" y="954862"/>
                  </a:lnTo>
                  <a:lnTo>
                    <a:pt x="47117" y="952220"/>
                  </a:lnTo>
                  <a:lnTo>
                    <a:pt x="45897" y="951649"/>
                  </a:lnTo>
                  <a:lnTo>
                    <a:pt x="39992" y="948410"/>
                  </a:lnTo>
                  <a:lnTo>
                    <a:pt x="38836" y="947724"/>
                  </a:lnTo>
                  <a:lnTo>
                    <a:pt x="33274" y="943927"/>
                  </a:lnTo>
                  <a:lnTo>
                    <a:pt x="32194" y="943127"/>
                  </a:lnTo>
                  <a:lnTo>
                    <a:pt x="27025" y="938796"/>
                  </a:lnTo>
                  <a:lnTo>
                    <a:pt x="26035" y="937894"/>
                  </a:lnTo>
                  <a:lnTo>
                    <a:pt x="25057" y="936967"/>
                  </a:lnTo>
                  <a:lnTo>
                    <a:pt x="24104" y="936015"/>
                  </a:lnTo>
                  <a:lnTo>
                    <a:pt x="23152" y="935062"/>
                  </a:lnTo>
                  <a:lnTo>
                    <a:pt x="18681" y="930033"/>
                  </a:lnTo>
                  <a:lnTo>
                    <a:pt x="17830" y="928992"/>
                  </a:lnTo>
                  <a:lnTo>
                    <a:pt x="13868" y="923544"/>
                  </a:lnTo>
                  <a:lnTo>
                    <a:pt x="13119" y="922426"/>
                  </a:lnTo>
                  <a:lnTo>
                    <a:pt x="6273" y="909319"/>
                  </a:lnTo>
                  <a:lnTo>
                    <a:pt x="5753" y="908075"/>
                  </a:lnTo>
                  <a:lnTo>
                    <a:pt x="5270" y="906818"/>
                  </a:lnTo>
                  <a:lnTo>
                    <a:pt x="4813" y="905548"/>
                  </a:lnTo>
                  <a:lnTo>
                    <a:pt x="4356" y="904278"/>
                  </a:lnTo>
                  <a:lnTo>
                    <a:pt x="2476" y="897826"/>
                  </a:lnTo>
                  <a:lnTo>
                    <a:pt x="2146" y="896518"/>
                  </a:lnTo>
                  <a:lnTo>
                    <a:pt x="406" y="885888"/>
                  </a:lnTo>
                  <a:lnTo>
                    <a:pt x="266" y="884555"/>
                  </a:lnTo>
                  <a:lnTo>
                    <a:pt x="165" y="883208"/>
                  </a:lnTo>
                  <a:lnTo>
                    <a:pt x="101" y="881862"/>
                  </a:lnTo>
                  <a:lnTo>
                    <a:pt x="38" y="880516"/>
                  </a:lnTo>
                  <a:lnTo>
                    <a:pt x="0" y="879170"/>
                  </a:lnTo>
                  <a:lnTo>
                    <a:pt x="0" y="877824"/>
                  </a:lnTo>
                  <a:lnTo>
                    <a:pt x="0" y="82296"/>
                  </a:lnTo>
                  <a:lnTo>
                    <a:pt x="0" y="80949"/>
                  </a:lnTo>
                  <a:lnTo>
                    <a:pt x="38" y="79603"/>
                  </a:lnTo>
                  <a:lnTo>
                    <a:pt x="101" y="78257"/>
                  </a:lnTo>
                  <a:lnTo>
                    <a:pt x="165" y="76911"/>
                  </a:lnTo>
                  <a:lnTo>
                    <a:pt x="266" y="75565"/>
                  </a:lnTo>
                  <a:lnTo>
                    <a:pt x="406" y="74231"/>
                  </a:lnTo>
                  <a:lnTo>
                    <a:pt x="533" y="72885"/>
                  </a:lnTo>
                  <a:lnTo>
                    <a:pt x="2476" y="62293"/>
                  </a:lnTo>
                  <a:lnTo>
                    <a:pt x="2794" y="60985"/>
                  </a:lnTo>
                  <a:lnTo>
                    <a:pt x="4813" y="54571"/>
                  </a:lnTo>
                  <a:lnTo>
                    <a:pt x="5270" y="53301"/>
                  </a:lnTo>
                  <a:lnTo>
                    <a:pt x="5753" y="52044"/>
                  </a:lnTo>
                  <a:lnTo>
                    <a:pt x="6273" y="50800"/>
                  </a:lnTo>
                  <a:lnTo>
                    <a:pt x="6781" y="49555"/>
                  </a:lnTo>
                  <a:lnTo>
                    <a:pt x="13868" y="36576"/>
                  </a:lnTo>
                  <a:lnTo>
                    <a:pt x="14617" y="35458"/>
                  </a:lnTo>
                  <a:lnTo>
                    <a:pt x="24104" y="24104"/>
                  </a:lnTo>
                  <a:lnTo>
                    <a:pt x="25057" y="23152"/>
                  </a:lnTo>
                  <a:lnTo>
                    <a:pt x="26035" y="22225"/>
                  </a:lnTo>
                  <a:lnTo>
                    <a:pt x="27025" y="21323"/>
                  </a:lnTo>
                  <a:lnTo>
                    <a:pt x="28028" y="20408"/>
                  </a:lnTo>
                  <a:lnTo>
                    <a:pt x="29044" y="19532"/>
                  </a:lnTo>
                  <a:lnTo>
                    <a:pt x="30086" y="18681"/>
                  </a:lnTo>
                  <a:lnTo>
                    <a:pt x="31127" y="17830"/>
                  </a:lnTo>
                  <a:lnTo>
                    <a:pt x="39992" y="11709"/>
                  </a:lnTo>
                  <a:lnTo>
                    <a:pt x="41148" y="11010"/>
                  </a:lnTo>
                  <a:lnTo>
                    <a:pt x="47117" y="7899"/>
                  </a:lnTo>
                  <a:lnTo>
                    <a:pt x="48323" y="7327"/>
                  </a:lnTo>
                  <a:lnTo>
                    <a:pt x="54571" y="4813"/>
                  </a:lnTo>
                  <a:lnTo>
                    <a:pt x="55841" y="4356"/>
                  </a:lnTo>
                  <a:lnTo>
                    <a:pt x="62306" y="2463"/>
                  </a:lnTo>
                  <a:lnTo>
                    <a:pt x="63601" y="2133"/>
                  </a:lnTo>
                  <a:lnTo>
                    <a:pt x="64922" y="1841"/>
                  </a:lnTo>
                  <a:lnTo>
                    <a:pt x="66243" y="1587"/>
                  </a:lnTo>
                  <a:lnTo>
                    <a:pt x="67564" y="1320"/>
                  </a:lnTo>
                  <a:lnTo>
                    <a:pt x="78257" y="101"/>
                  </a:lnTo>
                  <a:lnTo>
                    <a:pt x="79603" y="38"/>
                  </a:lnTo>
                  <a:lnTo>
                    <a:pt x="80949" y="0"/>
                  </a:lnTo>
                  <a:lnTo>
                    <a:pt x="82296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9944672" y="5853814"/>
            <a:ext cx="3556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b="1">
                <a:solidFill>
                  <a:srgbClr val="D98E3C"/>
                </a:solidFill>
                <a:latin typeface="Calibri"/>
                <a:cs typeface="Calibri"/>
              </a:rPr>
              <a:t>FR8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0698480" y="5678423"/>
            <a:ext cx="0" cy="685800"/>
          </a:xfrm>
          <a:custGeom>
            <a:avLst/>
            <a:gdLst/>
            <a:ahLst/>
            <a:cxnLst/>
            <a:rect l="l" t="t" r="r" b="b"/>
            <a:pathLst>
              <a:path w="0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19050">
            <a:solidFill>
              <a:srgbClr val="BBD8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10891519" y="5866329"/>
            <a:ext cx="343598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Results</a:t>
            </a:r>
            <a:r>
              <a:rPr dirty="0" sz="17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of</a:t>
            </a:r>
            <a:r>
              <a:rPr dirty="0" sz="17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each</a:t>
            </a:r>
            <a:r>
              <a:rPr dirty="0" sz="17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round</a:t>
            </a:r>
            <a:r>
              <a:rPr dirty="0" sz="17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can</a:t>
            </a:r>
            <a:r>
              <a:rPr dirty="0" sz="17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be</a:t>
            </a:r>
            <a:r>
              <a:rPr dirty="0" sz="17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recorded.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813431" y="6670167"/>
            <a:ext cx="8180070" cy="979169"/>
            <a:chOff x="813431" y="6670167"/>
            <a:chExt cx="8180070" cy="979169"/>
          </a:xfrm>
        </p:grpSpPr>
        <p:sp>
          <p:nvSpPr>
            <p:cNvPr id="53" name="object 53"/>
            <p:cNvSpPr/>
            <p:nvPr/>
          </p:nvSpPr>
          <p:spPr>
            <a:xfrm>
              <a:off x="822956" y="6679692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20" h="960120">
                  <a:moveTo>
                    <a:pt x="82296" y="0"/>
                  </a:moveTo>
                  <a:lnTo>
                    <a:pt x="42316" y="10350"/>
                  </a:lnTo>
                  <a:lnTo>
                    <a:pt x="8483" y="45885"/>
                  </a:lnTo>
                  <a:lnTo>
                    <a:pt x="0" y="877823"/>
                  </a:lnTo>
                  <a:lnTo>
                    <a:pt x="165" y="883208"/>
                  </a:lnTo>
                  <a:lnTo>
                    <a:pt x="17830" y="928992"/>
                  </a:lnTo>
                  <a:lnTo>
                    <a:pt x="57124" y="956182"/>
                  </a:lnTo>
                  <a:lnTo>
                    <a:pt x="8078724" y="960119"/>
                  </a:lnTo>
                  <a:lnTo>
                    <a:pt x="8084108" y="959954"/>
                  </a:lnTo>
                  <a:lnTo>
                    <a:pt x="8128838" y="943127"/>
                  </a:lnTo>
                  <a:lnTo>
                    <a:pt x="8157083" y="903008"/>
                  </a:lnTo>
                  <a:lnTo>
                    <a:pt x="8161020" y="82295"/>
                  </a:lnTo>
                  <a:lnTo>
                    <a:pt x="8160334" y="71551"/>
                  </a:lnTo>
                  <a:lnTo>
                    <a:pt x="8140611" y="28028"/>
                  </a:lnTo>
                  <a:lnTo>
                    <a:pt x="8101330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822956" y="6679692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20" h="960120">
                  <a:moveTo>
                    <a:pt x="82296" y="0"/>
                  </a:moveTo>
                  <a:lnTo>
                    <a:pt x="8078724" y="0"/>
                  </a:lnTo>
                  <a:lnTo>
                    <a:pt x="8080070" y="0"/>
                  </a:lnTo>
                  <a:lnTo>
                    <a:pt x="8081416" y="38"/>
                  </a:lnTo>
                  <a:lnTo>
                    <a:pt x="8082762" y="101"/>
                  </a:lnTo>
                  <a:lnTo>
                    <a:pt x="8084108" y="165"/>
                  </a:lnTo>
                  <a:lnTo>
                    <a:pt x="8085455" y="266"/>
                  </a:lnTo>
                  <a:lnTo>
                    <a:pt x="8094789" y="1587"/>
                  </a:lnTo>
                  <a:lnTo>
                    <a:pt x="8096110" y="1841"/>
                  </a:lnTo>
                  <a:lnTo>
                    <a:pt x="8102612" y="3543"/>
                  </a:lnTo>
                  <a:lnTo>
                    <a:pt x="8103908" y="3936"/>
                  </a:lnTo>
                  <a:lnTo>
                    <a:pt x="8105190" y="4356"/>
                  </a:lnTo>
                  <a:lnTo>
                    <a:pt x="8106460" y="4813"/>
                  </a:lnTo>
                  <a:lnTo>
                    <a:pt x="8107730" y="5257"/>
                  </a:lnTo>
                  <a:lnTo>
                    <a:pt x="8113915" y="7899"/>
                  </a:lnTo>
                  <a:lnTo>
                    <a:pt x="8115134" y="8470"/>
                  </a:lnTo>
                  <a:lnTo>
                    <a:pt x="8116341" y="9080"/>
                  </a:lnTo>
                  <a:lnTo>
                    <a:pt x="8117522" y="9715"/>
                  </a:lnTo>
                  <a:lnTo>
                    <a:pt x="8118716" y="10350"/>
                  </a:lnTo>
                  <a:lnTo>
                    <a:pt x="8119884" y="11010"/>
                  </a:lnTo>
                  <a:lnTo>
                    <a:pt x="8121040" y="11709"/>
                  </a:lnTo>
                  <a:lnTo>
                    <a:pt x="8122196" y="12395"/>
                  </a:lnTo>
                  <a:lnTo>
                    <a:pt x="8123326" y="13119"/>
                  </a:lnTo>
                  <a:lnTo>
                    <a:pt x="8124444" y="13868"/>
                  </a:lnTo>
                  <a:lnTo>
                    <a:pt x="8125574" y="14617"/>
                  </a:lnTo>
                  <a:lnTo>
                    <a:pt x="8126679" y="15392"/>
                  </a:lnTo>
                  <a:lnTo>
                    <a:pt x="8127758" y="16192"/>
                  </a:lnTo>
                  <a:lnTo>
                    <a:pt x="8128838" y="16992"/>
                  </a:lnTo>
                  <a:lnTo>
                    <a:pt x="8129892" y="17830"/>
                  </a:lnTo>
                  <a:lnTo>
                    <a:pt x="8130933" y="18681"/>
                  </a:lnTo>
                  <a:lnTo>
                    <a:pt x="8131975" y="19532"/>
                  </a:lnTo>
                  <a:lnTo>
                    <a:pt x="8132991" y="20408"/>
                  </a:lnTo>
                  <a:lnTo>
                    <a:pt x="8133994" y="21323"/>
                  </a:lnTo>
                  <a:lnTo>
                    <a:pt x="8134997" y="22224"/>
                  </a:lnTo>
                  <a:lnTo>
                    <a:pt x="8144827" y="33273"/>
                  </a:lnTo>
                  <a:lnTo>
                    <a:pt x="8145627" y="34353"/>
                  </a:lnTo>
                  <a:lnTo>
                    <a:pt x="8146402" y="35458"/>
                  </a:lnTo>
                  <a:lnTo>
                    <a:pt x="8147151" y="36575"/>
                  </a:lnTo>
                  <a:lnTo>
                    <a:pt x="8147900" y="37693"/>
                  </a:lnTo>
                  <a:lnTo>
                    <a:pt x="8157476" y="58407"/>
                  </a:lnTo>
                  <a:lnTo>
                    <a:pt x="8157870" y="59689"/>
                  </a:lnTo>
                  <a:lnTo>
                    <a:pt x="8158238" y="60985"/>
                  </a:lnTo>
                  <a:lnTo>
                    <a:pt x="8158556" y="62293"/>
                  </a:lnTo>
                  <a:lnTo>
                    <a:pt x="8158886" y="63601"/>
                  </a:lnTo>
                  <a:lnTo>
                    <a:pt x="8160131" y="70218"/>
                  </a:lnTo>
                  <a:lnTo>
                    <a:pt x="8160334" y="71551"/>
                  </a:lnTo>
                  <a:lnTo>
                    <a:pt x="8160499" y="72885"/>
                  </a:lnTo>
                  <a:lnTo>
                    <a:pt x="8160626" y="74231"/>
                  </a:lnTo>
                  <a:lnTo>
                    <a:pt x="8160753" y="75564"/>
                  </a:lnTo>
                  <a:lnTo>
                    <a:pt x="8160854" y="76911"/>
                  </a:lnTo>
                  <a:lnTo>
                    <a:pt x="8160931" y="78257"/>
                  </a:lnTo>
                  <a:lnTo>
                    <a:pt x="8160994" y="79603"/>
                  </a:lnTo>
                  <a:lnTo>
                    <a:pt x="8161020" y="80949"/>
                  </a:lnTo>
                  <a:lnTo>
                    <a:pt x="8161020" y="82295"/>
                  </a:lnTo>
                  <a:lnTo>
                    <a:pt x="8161020" y="877823"/>
                  </a:lnTo>
                  <a:lnTo>
                    <a:pt x="8161020" y="879170"/>
                  </a:lnTo>
                  <a:lnTo>
                    <a:pt x="8160994" y="880516"/>
                  </a:lnTo>
                  <a:lnTo>
                    <a:pt x="8160931" y="881862"/>
                  </a:lnTo>
                  <a:lnTo>
                    <a:pt x="8160854" y="883208"/>
                  </a:lnTo>
                  <a:lnTo>
                    <a:pt x="8160753" y="884554"/>
                  </a:lnTo>
                  <a:lnTo>
                    <a:pt x="8160626" y="885888"/>
                  </a:lnTo>
                  <a:lnTo>
                    <a:pt x="8160499" y="887234"/>
                  </a:lnTo>
                  <a:lnTo>
                    <a:pt x="8160334" y="888568"/>
                  </a:lnTo>
                  <a:lnTo>
                    <a:pt x="8160131" y="889901"/>
                  </a:lnTo>
                  <a:lnTo>
                    <a:pt x="8159927" y="891235"/>
                  </a:lnTo>
                  <a:lnTo>
                    <a:pt x="8158556" y="897826"/>
                  </a:lnTo>
                  <a:lnTo>
                    <a:pt x="8158238" y="899134"/>
                  </a:lnTo>
                  <a:lnTo>
                    <a:pt x="8157870" y="900429"/>
                  </a:lnTo>
                  <a:lnTo>
                    <a:pt x="8157476" y="901712"/>
                  </a:lnTo>
                  <a:lnTo>
                    <a:pt x="8157083" y="903008"/>
                  </a:lnTo>
                  <a:lnTo>
                    <a:pt x="8147151" y="923543"/>
                  </a:lnTo>
                  <a:lnTo>
                    <a:pt x="8146402" y="924661"/>
                  </a:lnTo>
                  <a:lnTo>
                    <a:pt x="8136915" y="936015"/>
                  </a:lnTo>
                  <a:lnTo>
                    <a:pt x="8135975" y="936967"/>
                  </a:lnTo>
                  <a:lnTo>
                    <a:pt x="8134997" y="937894"/>
                  </a:lnTo>
                  <a:lnTo>
                    <a:pt x="8133994" y="938796"/>
                  </a:lnTo>
                  <a:lnTo>
                    <a:pt x="8132991" y="939711"/>
                  </a:lnTo>
                  <a:lnTo>
                    <a:pt x="8127758" y="943927"/>
                  </a:lnTo>
                  <a:lnTo>
                    <a:pt x="8126679" y="944727"/>
                  </a:lnTo>
                  <a:lnTo>
                    <a:pt x="8125574" y="945502"/>
                  </a:lnTo>
                  <a:lnTo>
                    <a:pt x="8124444" y="946251"/>
                  </a:lnTo>
                  <a:lnTo>
                    <a:pt x="8123326" y="947000"/>
                  </a:lnTo>
                  <a:lnTo>
                    <a:pt x="8122196" y="947724"/>
                  </a:lnTo>
                  <a:lnTo>
                    <a:pt x="8121040" y="948410"/>
                  </a:lnTo>
                  <a:lnTo>
                    <a:pt x="8119884" y="949109"/>
                  </a:lnTo>
                  <a:lnTo>
                    <a:pt x="8118716" y="949769"/>
                  </a:lnTo>
                  <a:lnTo>
                    <a:pt x="8117522" y="950404"/>
                  </a:lnTo>
                  <a:lnTo>
                    <a:pt x="8116341" y="951039"/>
                  </a:lnTo>
                  <a:lnTo>
                    <a:pt x="8115134" y="951649"/>
                  </a:lnTo>
                  <a:lnTo>
                    <a:pt x="8113915" y="952220"/>
                  </a:lnTo>
                  <a:lnTo>
                    <a:pt x="8112696" y="952792"/>
                  </a:lnTo>
                  <a:lnTo>
                    <a:pt x="8106460" y="955306"/>
                  </a:lnTo>
                  <a:lnTo>
                    <a:pt x="8105190" y="955763"/>
                  </a:lnTo>
                  <a:lnTo>
                    <a:pt x="8103908" y="956182"/>
                  </a:lnTo>
                  <a:lnTo>
                    <a:pt x="8102612" y="956576"/>
                  </a:lnTo>
                  <a:lnTo>
                    <a:pt x="8101330" y="956970"/>
                  </a:lnTo>
                  <a:lnTo>
                    <a:pt x="8094789" y="958532"/>
                  </a:lnTo>
                  <a:lnTo>
                    <a:pt x="8093468" y="958799"/>
                  </a:lnTo>
                  <a:lnTo>
                    <a:pt x="8092135" y="959027"/>
                  </a:lnTo>
                  <a:lnTo>
                    <a:pt x="8090801" y="959230"/>
                  </a:lnTo>
                  <a:lnTo>
                    <a:pt x="8089468" y="959434"/>
                  </a:lnTo>
                  <a:lnTo>
                    <a:pt x="8082762" y="960018"/>
                  </a:lnTo>
                  <a:lnTo>
                    <a:pt x="8081416" y="960094"/>
                  </a:lnTo>
                  <a:lnTo>
                    <a:pt x="8080070" y="960119"/>
                  </a:lnTo>
                  <a:lnTo>
                    <a:pt x="8078724" y="960119"/>
                  </a:lnTo>
                  <a:lnTo>
                    <a:pt x="82296" y="960119"/>
                  </a:lnTo>
                  <a:lnTo>
                    <a:pt x="80949" y="960119"/>
                  </a:lnTo>
                  <a:lnTo>
                    <a:pt x="79603" y="960094"/>
                  </a:lnTo>
                  <a:lnTo>
                    <a:pt x="78257" y="960018"/>
                  </a:lnTo>
                  <a:lnTo>
                    <a:pt x="76911" y="959954"/>
                  </a:lnTo>
                  <a:lnTo>
                    <a:pt x="75565" y="959853"/>
                  </a:lnTo>
                  <a:lnTo>
                    <a:pt x="74231" y="959726"/>
                  </a:lnTo>
                  <a:lnTo>
                    <a:pt x="72885" y="959599"/>
                  </a:lnTo>
                  <a:lnTo>
                    <a:pt x="71551" y="959434"/>
                  </a:lnTo>
                  <a:lnTo>
                    <a:pt x="70218" y="959230"/>
                  </a:lnTo>
                  <a:lnTo>
                    <a:pt x="68884" y="959027"/>
                  </a:lnTo>
                  <a:lnTo>
                    <a:pt x="67564" y="958799"/>
                  </a:lnTo>
                  <a:lnTo>
                    <a:pt x="66243" y="958532"/>
                  </a:lnTo>
                  <a:lnTo>
                    <a:pt x="64922" y="958278"/>
                  </a:lnTo>
                  <a:lnTo>
                    <a:pt x="63601" y="957986"/>
                  </a:lnTo>
                  <a:lnTo>
                    <a:pt x="62306" y="957656"/>
                  </a:lnTo>
                  <a:lnTo>
                    <a:pt x="60998" y="957325"/>
                  </a:lnTo>
                  <a:lnTo>
                    <a:pt x="54571" y="955306"/>
                  </a:lnTo>
                  <a:lnTo>
                    <a:pt x="53301" y="954862"/>
                  </a:lnTo>
                  <a:lnTo>
                    <a:pt x="47117" y="952220"/>
                  </a:lnTo>
                  <a:lnTo>
                    <a:pt x="45897" y="951649"/>
                  </a:lnTo>
                  <a:lnTo>
                    <a:pt x="39992" y="948410"/>
                  </a:lnTo>
                  <a:lnTo>
                    <a:pt x="38836" y="947724"/>
                  </a:lnTo>
                  <a:lnTo>
                    <a:pt x="33274" y="943927"/>
                  </a:lnTo>
                  <a:lnTo>
                    <a:pt x="32194" y="943127"/>
                  </a:lnTo>
                  <a:lnTo>
                    <a:pt x="27038" y="938796"/>
                  </a:lnTo>
                  <a:lnTo>
                    <a:pt x="26035" y="937894"/>
                  </a:lnTo>
                  <a:lnTo>
                    <a:pt x="25057" y="936967"/>
                  </a:lnTo>
                  <a:lnTo>
                    <a:pt x="24104" y="936015"/>
                  </a:lnTo>
                  <a:lnTo>
                    <a:pt x="23152" y="935062"/>
                  </a:lnTo>
                  <a:lnTo>
                    <a:pt x="18681" y="930033"/>
                  </a:lnTo>
                  <a:lnTo>
                    <a:pt x="17830" y="928992"/>
                  </a:lnTo>
                  <a:lnTo>
                    <a:pt x="13868" y="923543"/>
                  </a:lnTo>
                  <a:lnTo>
                    <a:pt x="13119" y="922426"/>
                  </a:lnTo>
                  <a:lnTo>
                    <a:pt x="6273" y="909319"/>
                  </a:lnTo>
                  <a:lnTo>
                    <a:pt x="5753" y="908075"/>
                  </a:lnTo>
                  <a:lnTo>
                    <a:pt x="5270" y="906818"/>
                  </a:lnTo>
                  <a:lnTo>
                    <a:pt x="4813" y="905548"/>
                  </a:lnTo>
                  <a:lnTo>
                    <a:pt x="4356" y="904278"/>
                  </a:lnTo>
                  <a:lnTo>
                    <a:pt x="2476" y="897826"/>
                  </a:lnTo>
                  <a:lnTo>
                    <a:pt x="2146" y="896518"/>
                  </a:lnTo>
                  <a:lnTo>
                    <a:pt x="406" y="885888"/>
                  </a:lnTo>
                  <a:lnTo>
                    <a:pt x="266" y="884554"/>
                  </a:lnTo>
                  <a:lnTo>
                    <a:pt x="165" y="883208"/>
                  </a:lnTo>
                  <a:lnTo>
                    <a:pt x="101" y="881862"/>
                  </a:lnTo>
                  <a:lnTo>
                    <a:pt x="38" y="880516"/>
                  </a:lnTo>
                  <a:lnTo>
                    <a:pt x="0" y="879170"/>
                  </a:lnTo>
                  <a:lnTo>
                    <a:pt x="0" y="877823"/>
                  </a:lnTo>
                  <a:lnTo>
                    <a:pt x="0" y="82295"/>
                  </a:lnTo>
                  <a:lnTo>
                    <a:pt x="0" y="80949"/>
                  </a:lnTo>
                  <a:lnTo>
                    <a:pt x="38" y="79603"/>
                  </a:lnTo>
                  <a:lnTo>
                    <a:pt x="101" y="78257"/>
                  </a:lnTo>
                  <a:lnTo>
                    <a:pt x="165" y="76911"/>
                  </a:lnTo>
                  <a:lnTo>
                    <a:pt x="266" y="75564"/>
                  </a:lnTo>
                  <a:lnTo>
                    <a:pt x="406" y="74231"/>
                  </a:lnTo>
                  <a:lnTo>
                    <a:pt x="533" y="72885"/>
                  </a:lnTo>
                  <a:lnTo>
                    <a:pt x="2476" y="62293"/>
                  </a:lnTo>
                  <a:lnTo>
                    <a:pt x="2794" y="60985"/>
                  </a:lnTo>
                  <a:lnTo>
                    <a:pt x="4813" y="54571"/>
                  </a:lnTo>
                  <a:lnTo>
                    <a:pt x="5270" y="53301"/>
                  </a:lnTo>
                  <a:lnTo>
                    <a:pt x="5753" y="52044"/>
                  </a:lnTo>
                  <a:lnTo>
                    <a:pt x="6273" y="50799"/>
                  </a:lnTo>
                  <a:lnTo>
                    <a:pt x="6781" y="49555"/>
                  </a:lnTo>
                  <a:lnTo>
                    <a:pt x="13868" y="36575"/>
                  </a:lnTo>
                  <a:lnTo>
                    <a:pt x="14617" y="35458"/>
                  </a:lnTo>
                  <a:lnTo>
                    <a:pt x="24104" y="24104"/>
                  </a:lnTo>
                  <a:lnTo>
                    <a:pt x="25057" y="23152"/>
                  </a:lnTo>
                  <a:lnTo>
                    <a:pt x="26035" y="22224"/>
                  </a:lnTo>
                  <a:lnTo>
                    <a:pt x="27038" y="21323"/>
                  </a:lnTo>
                  <a:lnTo>
                    <a:pt x="28028" y="20408"/>
                  </a:lnTo>
                  <a:lnTo>
                    <a:pt x="29044" y="19532"/>
                  </a:lnTo>
                  <a:lnTo>
                    <a:pt x="30086" y="18681"/>
                  </a:lnTo>
                  <a:lnTo>
                    <a:pt x="31127" y="17830"/>
                  </a:lnTo>
                  <a:lnTo>
                    <a:pt x="39992" y="11709"/>
                  </a:lnTo>
                  <a:lnTo>
                    <a:pt x="41148" y="11010"/>
                  </a:lnTo>
                  <a:lnTo>
                    <a:pt x="47117" y="7899"/>
                  </a:lnTo>
                  <a:lnTo>
                    <a:pt x="48323" y="7327"/>
                  </a:lnTo>
                  <a:lnTo>
                    <a:pt x="54571" y="4813"/>
                  </a:lnTo>
                  <a:lnTo>
                    <a:pt x="55841" y="4356"/>
                  </a:lnTo>
                  <a:lnTo>
                    <a:pt x="62306" y="2463"/>
                  </a:lnTo>
                  <a:lnTo>
                    <a:pt x="63601" y="2133"/>
                  </a:lnTo>
                  <a:lnTo>
                    <a:pt x="64922" y="1841"/>
                  </a:lnTo>
                  <a:lnTo>
                    <a:pt x="66243" y="1587"/>
                  </a:lnTo>
                  <a:lnTo>
                    <a:pt x="67564" y="1320"/>
                  </a:lnTo>
                  <a:lnTo>
                    <a:pt x="78257" y="101"/>
                  </a:lnTo>
                  <a:lnTo>
                    <a:pt x="79603" y="38"/>
                  </a:lnTo>
                  <a:lnTo>
                    <a:pt x="80949" y="0"/>
                  </a:lnTo>
                  <a:lnTo>
                    <a:pt x="82296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1235012" y="6992242"/>
            <a:ext cx="3556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b="1">
                <a:solidFill>
                  <a:srgbClr val="D98E3C"/>
                </a:solidFill>
                <a:latin typeface="Calibri"/>
                <a:cs typeface="Calibri"/>
              </a:rPr>
              <a:t>FR9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988820" y="6816852"/>
            <a:ext cx="0" cy="685800"/>
          </a:xfrm>
          <a:custGeom>
            <a:avLst/>
            <a:gdLst/>
            <a:ahLst/>
            <a:cxnLst/>
            <a:rect l="l" t="t" r="r" b="b"/>
            <a:pathLst>
              <a:path w="0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19050">
            <a:solidFill>
              <a:srgbClr val="BBD8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2181860" y="7004756"/>
            <a:ext cx="35433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Final</a:t>
            </a:r>
            <a:r>
              <a:rPr dirty="0" sz="17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selected</a:t>
            </a:r>
            <a:r>
              <a:rPr dirty="0" sz="17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students</a:t>
            </a:r>
            <a:r>
              <a:rPr dirty="0" sz="17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can</a:t>
            </a:r>
            <a:r>
              <a:rPr dirty="0" sz="17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be</a:t>
            </a:r>
            <a:r>
              <a:rPr dirty="0" sz="17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recorded.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9523090" y="6670167"/>
            <a:ext cx="8180070" cy="979169"/>
            <a:chOff x="9523090" y="6670167"/>
            <a:chExt cx="8180070" cy="979169"/>
          </a:xfrm>
        </p:grpSpPr>
        <p:sp>
          <p:nvSpPr>
            <p:cNvPr id="59" name="object 59"/>
            <p:cNvSpPr/>
            <p:nvPr/>
          </p:nvSpPr>
          <p:spPr>
            <a:xfrm>
              <a:off x="9532615" y="6679692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19" h="960120">
                  <a:moveTo>
                    <a:pt x="82296" y="0"/>
                  </a:moveTo>
                  <a:lnTo>
                    <a:pt x="42316" y="10350"/>
                  </a:lnTo>
                  <a:lnTo>
                    <a:pt x="8483" y="45885"/>
                  </a:lnTo>
                  <a:lnTo>
                    <a:pt x="0" y="877823"/>
                  </a:lnTo>
                  <a:lnTo>
                    <a:pt x="165" y="883208"/>
                  </a:lnTo>
                  <a:lnTo>
                    <a:pt x="17830" y="928992"/>
                  </a:lnTo>
                  <a:lnTo>
                    <a:pt x="57124" y="956182"/>
                  </a:lnTo>
                  <a:lnTo>
                    <a:pt x="8078724" y="960119"/>
                  </a:lnTo>
                  <a:lnTo>
                    <a:pt x="8084108" y="959954"/>
                  </a:lnTo>
                  <a:lnTo>
                    <a:pt x="8128838" y="943127"/>
                  </a:lnTo>
                  <a:lnTo>
                    <a:pt x="8157083" y="903008"/>
                  </a:lnTo>
                  <a:lnTo>
                    <a:pt x="8161020" y="82295"/>
                  </a:lnTo>
                  <a:lnTo>
                    <a:pt x="8160334" y="71551"/>
                  </a:lnTo>
                  <a:lnTo>
                    <a:pt x="8140611" y="28028"/>
                  </a:lnTo>
                  <a:lnTo>
                    <a:pt x="8101330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9532615" y="6679692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19" h="960120">
                  <a:moveTo>
                    <a:pt x="82296" y="0"/>
                  </a:moveTo>
                  <a:lnTo>
                    <a:pt x="8078724" y="0"/>
                  </a:lnTo>
                  <a:lnTo>
                    <a:pt x="8080070" y="0"/>
                  </a:lnTo>
                  <a:lnTo>
                    <a:pt x="8081416" y="38"/>
                  </a:lnTo>
                  <a:lnTo>
                    <a:pt x="8082762" y="101"/>
                  </a:lnTo>
                  <a:lnTo>
                    <a:pt x="8084108" y="165"/>
                  </a:lnTo>
                  <a:lnTo>
                    <a:pt x="8085455" y="266"/>
                  </a:lnTo>
                  <a:lnTo>
                    <a:pt x="8094789" y="1587"/>
                  </a:lnTo>
                  <a:lnTo>
                    <a:pt x="8096110" y="1841"/>
                  </a:lnTo>
                  <a:lnTo>
                    <a:pt x="8102612" y="3543"/>
                  </a:lnTo>
                  <a:lnTo>
                    <a:pt x="8103908" y="3936"/>
                  </a:lnTo>
                  <a:lnTo>
                    <a:pt x="8105190" y="4356"/>
                  </a:lnTo>
                  <a:lnTo>
                    <a:pt x="8106460" y="4813"/>
                  </a:lnTo>
                  <a:lnTo>
                    <a:pt x="8107730" y="5257"/>
                  </a:lnTo>
                  <a:lnTo>
                    <a:pt x="8113915" y="7899"/>
                  </a:lnTo>
                  <a:lnTo>
                    <a:pt x="8115134" y="8470"/>
                  </a:lnTo>
                  <a:lnTo>
                    <a:pt x="8116341" y="9080"/>
                  </a:lnTo>
                  <a:lnTo>
                    <a:pt x="8117522" y="9715"/>
                  </a:lnTo>
                  <a:lnTo>
                    <a:pt x="8118716" y="10350"/>
                  </a:lnTo>
                  <a:lnTo>
                    <a:pt x="8119884" y="11010"/>
                  </a:lnTo>
                  <a:lnTo>
                    <a:pt x="8121040" y="11709"/>
                  </a:lnTo>
                  <a:lnTo>
                    <a:pt x="8122196" y="12395"/>
                  </a:lnTo>
                  <a:lnTo>
                    <a:pt x="8123326" y="13119"/>
                  </a:lnTo>
                  <a:lnTo>
                    <a:pt x="8124444" y="13868"/>
                  </a:lnTo>
                  <a:lnTo>
                    <a:pt x="8125574" y="14617"/>
                  </a:lnTo>
                  <a:lnTo>
                    <a:pt x="8126679" y="15392"/>
                  </a:lnTo>
                  <a:lnTo>
                    <a:pt x="8127758" y="16192"/>
                  </a:lnTo>
                  <a:lnTo>
                    <a:pt x="8128838" y="16992"/>
                  </a:lnTo>
                  <a:lnTo>
                    <a:pt x="8129892" y="17830"/>
                  </a:lnTo>
                  <a:lnTo>
                    <a:pt x="8130933" y="18681"/>
                  </a:lnTo>
                  <a:lnTo>
                    <a:pt x="8131975" y="19532"/>
                  </a:lnTo>
                  <a:lnTo>
                    <a:pt x="8132991" y="20408"/>
                  </a:lnTo>
                  <a:lnTo>
                    <a:pt x="8133994" y="21323"/>
                  </a:lnTo>
                  <a:lnTo>
                    <a:pt x="8134997" y="22224"/>
                  </a:lnTo>
                  <a:lnTo>
                    <a:pt x="8144827" y="33273"/>
                  </a:lnTo>
                  <a:lnTo>
                    <a:pt x="8145627" y="34353"/>
                  </a:lnTo>
                  <a:lnTo>
                    <a:pt x="8146402" y="35458"/>
                  </a:lnTo>
                  <a:lnTo>
                    <a:pt x="8147151" y="36575"/>
                  </a:lnTo>
                  <a:lnTo>
                    <a:pt x="8147900" y="37693"/>
                  </a:lnTo>
                  <a:lnTo>
                    <a:pt x="8157476" y="58407"/>
                  </a:lnTo>
                  <a:lnTo>
                    <a:pt x="8157870" y="59689"/>
                  </a:lnTo>
                  <a:lnTo>
                    <a:pt x="8158238" y="60985"/>
                  </a:lnTo>
                  <a:lnTo>
                    <a:pt x="8158556" y="62293"/>
                  </a:lnTo>
                  <a:lnTo>
                    <a:pt x="8158886" y="63601"/>
                  </a:lnTo>
                  <a:lnTo>
                    <a:pt x="8160131" y="70218"/>
                  </a:lnTo>
                  <a:lnTo>
                    <a:pt x="8160334" y="71551"/>
                  </a:lnTo>
                  <a:lnTo>
                    <a:pt x="8160499" y="72885"/>
                  </a:lnTo>
                  <a:lnTo>
                    <a:pt x="8160626" y="74231"/>
                  </a:lnTo>
                  <a:lnTo>
                    <a:pt x="8160753" y="75564"/>
                  </a:lnTo>
                  <a:lnTo>
                    <a:pt x="8160854" y="76911"/>
                  </a:lnTo>
                  <a:lnTo>
                    <a:pt x="8160931" y="78257"/>
                  </a:lnTo>
                  <a:lnTo>
                    <a:pt x="8160994" y="79603"/>
                  </a:lnTo>
                  <a:lnTo>
                    <a:pt x="8161020" y="80949"/>
                  </a:lnTo>
                  <a:lnTo>
                    <a:pt x="8161020" y="82295"/>
                  </a:lnTo>
                  <a:lnTo>
                    <a:pt x="8161020" y="877823"/>
                  </a:lnTo>
                  <a:lnTo>
                    <a:pt x="8161020" y="879170"/>
                  </a:lnTo>
                  <a:lnTo>
                    <a:pt x="8160994" y="880516"/>
                  </a:lnTo>
                  <a:lnTo>
                    <a:pt x="8160931" y="881862"/>
                  </a:lnTo>
                  <a:lnTo>
                    <a:pt x="8160854" y="883208"/>
                  </a:lnTo>
                  <a:lnTo>
                    <a:pt x="8160753" y="884554"/>
                  </a:lnTo>
                  <a:lnTo>
                    <a:pt x="8160626" y="885888"/>
                  </a:lnTo>
                  <a:lnTo>
                    <a:pt x="8160499" y="887234"/>
                  </a:lnTo>
                  <a:lnTo>
                    <a:pt x="8160334" y="888568"/>
                  </a:lnTo>
                  <a:lnTo>
                    <a:pt x="8160131" y="889901"/>
                  </a:lnTo>
                  <a:lnTo>
                    <a:pt x="8159927" y="891235"/>
                  </a:lnTo>
                  <a:lnTo>
                    <a:pt x="8158556" y="897826"/>
                  </a:lnTo>
                  <a:lnTo>
                    <a:pt x="8158238" y="899134"/>
                  </a:lnTo>
                  <a:lnTo>
                    <a:pt x="8157870" y="900429"/>
                  </a:lnTo>
                  <a:lnTo>
                    <a:pt x="8157476" y="901712"/>
                  </a:lnTo>
                  <a:lnTo>
                    <a:pt x="8157083" y="903008"/>
                  </a:lnTo>
                  <a:lnTo>
                    <a:pt x="8147151" y="923543"/>
                  </a:lnTo>
                  <a:lnTo>
                    <a:pt x="8146402" y="924661"/>
                  </a:lnTo>
                  <a:lnTo>
                    <a:pt x="8136915" y="936015"/>
                  </a:lnTo>
                  <a:lnTo>
                    <a:pt x="8135975" y="936967"/>
                  </a:lnTo>
                  <a:lnTo>
                    <a:pt x="8134997" y="937894"/>
                  </a:lnTo>
                  <a:lnTo>
                    <a:pt x="8133994" y="938796"/>
                  </a:lnTo>
                  <a:lnTo>
                    <a:pt x="8132991" y="939711"/>
                  </a:lnTo>
                  <a:lnTo>
                    <a:pt x="8127758" y="943927"/>
                  </a:lnTo>
                  <a:lnTo>
                    <a:pt x="8126679" y="944727"/>
                  </a:lnTo>
                  <a:lnTo>
                    <a:pt x="8125574" y="945502"/>
                  </a:lnTo>
                  <a:lnTo>
                    <a:pt x="8124444" y="946251"/>
                  </a:lnTo>
                  <a:lnTo>
                    <a:pt x="8123326" y="947000"/>
                  </a:lnTo>
                  <a:lnTo>
                    <a:pt x="8122196" y="947724"/>
                  </a:lnTo>
                  <a:lnTo>
                    <a:pt x="8121040" y="948410"/>
                  </a:lnTo>
                  <a:lnTo>
                    <a:pt x="8119884" y="949109"/>
                  </a:lnTo>
                  <a:lnTo>
                    <a:pt x="8118716" y="949769"/>
                  </a:lnTo>
                  <a:lnTo>
                    <a:pt x="8117522" y="950404"/>
                  </a:lnTo>
                  <a:lnTo>
                    <a:pt x="8116341" y="951039"/>
                  </a:lnTo>
                  <a:lnTo>
                    <a:pt x="8115134" y="951649"/>
                  </a:lnTo>
                  <a:lnTo>
                    <a:pt x="8113915" y="952220"/>
                  </a:lnTo>
                  <a:lnTo>
                    <a:pt x="8112696" y="952792"/>
                  </a:lnTo>
                  <a:lnTo>
                    <a:pt x="8106460" y="955306"/>
                  </a:lnTo>
                  <a:lnTo>
                    <a:pt x="8105190" y="955763"/>
                  </a:lnTo>
                  <a:lnTo>
                    <a:pt x="8103908" y="956182"/>
                  </a:lnTo>
                  <a:lnTo>
                    <a:pt x="8102612" y="956576"/>
                  </a:lnTo>
                  <a:lnTo>
                    <a:pt x="8101330" y="956970"/>
                  </a:lnTo>
                  <a:lnTo>
                    <a:pt x="8094789" y="958532"/>
                  </a:lnTo>
                  <a:lnTo>
                    <a:pt x="8093468" y="958799"/>
                  </a:lnTo>
                  <a:lnTo>
                    <a:pt x="8092135" y="959027"/>
                  </a:lnTo>
                  <a:lnTo>
                    <a:pt x="8090801" y="959230"/>
                  </a:lnTo>
                  <a:lnTo>
                    <a:pt x="8089468" y="959434"/>
                  </a:lnTo>
                  <a:lnTo>
                    <a:pt x="8082762" y="960018"/>
                  </a:lnTo>
                  <a:lnTo>
                    <a:pt x="8081416" y="960094"/>
                  </a:lnTo>
                  <a:lnTo>
                    <a:pt x="8080070" y="960119"/>
                  </a:lnTo>
                  <a:lnTo>
                    <a:pt x="8078724" y="960119"/>
                  </a:lnTo>
                  <a:lnTo>
                    <a:pt x="82296" y="960119"/>
                  </a:lnTo>
                  <a:lnTo>
                    <a:pt x="80949" y="960119"/>
                  </a:lnTo>
                  <a:lnTo>
                    <a:pt x="79603" y="960094"/>
                  </a:lnTo>
                  <a:lnTo>
                    <a:pt x="78257" y="960018"/>
                  </a:lnTo>
                  <a:lnTo>
                    <a:pt x="76911" y="959954"/>
                  </a:lnTo>
                  <a:lnTo>
                    <a:pt x="75565" y="959853"/>
                  </a:lnTo>
                  <a:lnTo>
                    <a:pt x="74231" y="959726"/>
                  </a:lnTo>
                  <a:lnTo>
                    <a:pt x="72885" y="959599"/>
                  </a:lnTo>
                  <a:lnTo>
                    <a:pt x="71551" y="959434"/>
                  </a:lnTo>
                  <a:lnTo>
                    <a:pt x="70218" y="959230"/>
                  </a:lnTo>
                  <a:lnTo>
                    <a:pt x="68884" y="959027"/>
                  </a:lnTo>
                  <a:lnTo>
                    <a:pt x="67564" y="958799"/>
                  </a:lnTo>
                  <a:lnTo>
                    <a:pt x="66243" y="958532"/>
                  </a:lnTo>
                  <a:lnTo>
                    <a:pt x="64922" y="958278"/>
                  </a:lnTo>
                  <a:lnTo>
                    <a:pt x="63601" y="957986"/>
                  </a:lnTo>
                  <a:lnTo>
                    <a:pt x="62306" y="957656"/>
                  </a:lnTo>
                  <a:lnTo>
                    <a:pt x="60998" y="957325"/>
                  </a:lnTo>
                  <a:lnTo>
                    <a:pt x="54571" y="955306"/>
                  </a:lnTo>
                  <a:lnTo>
                    <a:pt x="53301" y="954862"/>
                  </a:lnTo>
                  <a:lnTo>
                    <a:pt x="47117" y="952220"/>
                  </a:lnTo>
                  <a:lnTo>
                    <a:pt x="45897" y="951649"/>
                  </a:lnTo>
                  <a:lnTo>
                    <a:pt x="39992" y="948410"/>
                  </a:lnTo>
                  <a:lnTo>
                    <a:pt x="38836" y="947724"/>
                  </a:lnTo>
                  <a:lnTo>
                    <a:pt x="33274" y="943927"/>
                  </a:lnTo>
                  <a:lnTo>
                    <a:pt x="32194" y="943127"/>
                  </a:lnTo>
                  <a:lnTo>
                    <a:pt x="27025" y="938796"/>
                  </a:lnTo>
                  <a:lnTo>
                    <a:pt x="26035" y="937894"/>
                  </a:lnTo>
                  <a:lnTo>
                    <a:pt x="25057" y="936967"/>
                  </a:lnTo>
                  <a:lnTo>
                    <a:pt x="24104" y="936015"/>
                  </a:lnTo>
                  <a:lnTo>
                    <a:pt x="23152" y="935062"/>
                  </a:lnTo>
                  <a:lnTo>
                    <a:pt x="18681" y="930033"/>
                  </a:lnTo>
                  <a:lnTo>
                    <a:pt x="17830" y="928992"/>
                  </a:lnTo>
                  <a:lnTo>
                    <a:pt x="13868" y="923543"/>
                  </a:lnTo>
                  <a:lnTo>
                    <a:pt x="13119" y="922426"/>
                  </a:lnTo>
                  <a:lnTo>
                    <a:pt x="6273" y="909319"/>
                  </a:lnTo>
                  <a:lnTo>
                    <a:pt x="5753" y="908075"/>
                  </a:lnTo>
                  <a:lnTo>
                    <a:pt x="5270" y="906818"/>
                  </a:lnTo>
                  <a:lnTo>
                    <a:pt x="4813" y="905548"/>
                  </a:lnTo>
                  <a:lnTo>
                    <a:pt x="4356" y="904278"/>
                  </a:lnTo>
                  <a:lnTo>
                    <a:pt x="2476" y="897826"/>
                  </a:lnTo>
                  <a:lnTo>
                    <a:pt x="2146" y="896518"/>
                  </a:lnTo>
                  <a:lnTo>
                    <a:pt x="406" y="885888"/>
                  </a:lnTo>
                  <a:lnTo>
                    <a:pt x="266" y="884554"/>
                  </a:lnTo>
                  <a:lnTo>
                    <a:pt x="165" y="883208"/>
                  </a:lnTo>
                  <a:lnTo>
                    <a:pt x="101" y="881862"/>
                  </a:lnTo>
                  <a:lnTo>
                    <a:pt x="38" y="880516"/>
                  </a:lnTo>
                  <a:lnTo>
                    <a:pt x="0" y="879170"/>
                  </a:lnTo>
                  <a:lnTo>
                    <a:pt x="0" y="877823"/>
                  </a:lnTo>
                  <a:lnTo>
                    <a:pt x="0" y="82295"/>
                  </a:lnTo>
                  <a:lnTo>
                    <a:pt x="0" y="80949"/>
                  </a:lnTo>
                  <a:lnTo>
                    <a:pt x="38" y="79603"/>
                  </a:lnTo>
                  <a:lnTo>
                    <a:pt x="101" y="78257"/>
                  </a:lnTo>
                  <a:lnTo>
                    <a:pt x="165" y="76911"/>
                  </a:lnTo>
                  <a:lnTo>
                    <a:pt x="266" y="75564"/>
                  </a:lnTo>
                  <a:lnTo>
                    <a:pt x="406" y="74231"/>
                  </a:lnTo>
                  <a:lnTo>
                    <a:pt x="533" y="72885"/>
                  </a:lnTo>
                  <a:lnTo>
                    <a:pt x="2476" y="62293"/>
                  </a:lnTo>
                  <a:lnTo>
                    <a:pt x="2794" y="60985"/>
                  </a:lnTo>
                  <a:lnTo>
                    <a:pt x="4813" y="54571"/>
                  </a:lnTo>
                  <a:lnTo>
                    <a:pt x="5270" y="53301"/>
                  </a:lnTo>
                  <a:lnTo>
                    <a:pt x="5753" y="52044"/>
                  </a:lnTo>
                  <a:lnTo>
                    <a:pt x="6273" y="50799"/>
                  </a:lnTo>
                  <a:lnTo>
                    <a:pt x="6781" y="49555"/>
                  </a:lnTo>
                  <a:lnTo>
                    <a:pt x="13868" y="36575"/>
                  </a:lnTo>
                  <a:lnTo>
                    <a:pt x="14617" y="35458"/>
                  </a:lnTo>
                  <a:lnTo>
                    <a:pt x="24104" y="24104"/>
                  </a:lnTo>
                  <a:lnTo>
                    <a:pt x="25057" y="23152"/>
                  </a:lnTo>
                  <a:lnTo>
                    <a:pt x="26035" y="22224"/>
                  </a:lnTo>
                  <a:lnTo>
                    <a:pt x="27025" y="21323"/>
                  </a:lnTo>
                  <a:lnTo>
                    <a:pt x="28028" y="20408"/>
                  </a:lnTo>
                  <a:lnTo>
                    <a:pt x="29044" y="19532"/>
                  </a:lnTo>
                  <a:lnTo>
                    <a:pt x="30086" y="18681"/>
                  </a:lnTo>
                  <a:lnTo>
                    <a:pt x="31127" y="17830"/>
                  </a:lnTo>
                  <a:lnTo>
                    <a:pt x="39992" y="11709"/>
                  </a:lnTo>
                  <a:lnTo>
                    <a:pt x="41148" y="11010"/>
                  </a:lnTo>
                  <a:lnTo>
                    <a:pt x="47117" y="7899"/>
                  </a:lnTo>
                  <a:lnTo>
                    <a:pt x="48323" y="7327"/>
                  </a:lnTo>
                  <a:lnTo>
                    <a:pt x="54571" y="4813"/>
                  </a:lnTo>
                  <a:lnTo>
                    <a:pt x="55841" y="4356"/>
                  </a:lnTo>
                  <a:lnTo>
                    <a:pt x="62306" y="2463"/>
                  </a:lnTo>
                  <a:lnTo>
                    <a:pt x="63601" y="2133"/>
                  </a:lnTo>
                  <a:lnTo>
                    <a:pt x="64922" y="1841"/>
                  </a:lnTo>
                  <a:lnTo>
                    <a:pt x="66243" y="1587"/>
                  </a:lnTo>
                  <a:lnTo>
                    <a:pt x="67564" y="1320"/>
                  </a:lnTo>
                  <a:lnTo>
                    <a:pt x="78257" y="101"/>
                  </a:lnTo>
                  <a:lnTo>
                    <a:pt x="79603" y="38"/>
                  </a:lnTo>
                  <a:lnTo>
                    <a:pt x="80949" y="0"/>
                  </a:lnTo>
                  <a:lnTo>
                    <a:pt x="82296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9889959" y="6992242"/>
            <a:ext cx="4654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 b="1">
                <a:solidFill>
                  <a:srgbClr val="D98E3C"/>
                </a:solidFill>
                <a:latin typeface="Calibri"/>
                <a:cs typeface="Calibri"/>
              </a:rPr>
              <a:t>FR10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0698480" y="6816852"/>
            <a:ext cx="0" cy="685800"/>
          </a:xfrm>
          <a:custGeom>
            <a:avLst/>
            <a:gdLst/>
            <a:ahLst/>
            <a:cxnLst/>
            <a:rect l="l" t="t" r="r" b="b"/>
            <a:pathLst>
              <a:path w="0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19050">
            <a:solidFill>
              <a:srgbClr val="BBD8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10891519" y="7004756"/>
            <a:ext cx="21558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Job</a:t>
            </a:r>
            <a:r>
              <a:rPr dirty="0" sz="1700" spc="-2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1F332F"/>
                </a:solidFill>
                <a:latin typeface="Calibri"/>
                <a:cs typeface="Calibri"/>
              </a:rPr>
              <a:t>offers</a:t>
            </a:r>
            <a:r>
              <a:rPr dirty="0" sz="1700" spc="-2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can</a:t>
            </a:r>
            <a:r>
              <a:rPr dirty="0" sz="1700" spc="-2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be</a:t>
            </a:r>
            <a:r>
              <a:rPr dirty="0" sz="1700" spc="-2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stored.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813431" y="7808594"/>
            <a:ext cx="8180070" cy="979169"/>
            <a:chOff x="813431" y="7808594"/>
            <a:chExt cx="8180070" cy="979169"/>
          </a:xfrm>
        </p:grpSpPr>
        <p:sp>
          <p:nvSpPr>
            <p:cNvPr id="65" name="object 65"/>
            <p:cNvSpPr/>
            <p:nvPr/>
          </p:nvSpPr>
          <p:spPr>
            <a:xfrm>
              <a:off x="822956" y="7818119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20" h="960120">
                  <a:moveTo>
                    <a:pt x="82296" y="0"/>
                  </a:moveTo>
                  <a:lnTo>
                    <a:pt x="42316" y="10350"/>
                  </a:lnTo>
                  <a:lnTo>
                    <a:pt x="8483" y="45885"/>
                  </a:lnTo>
                  <a:lnTo>
                    <a:pt x="0" y="877823"/>
                  </a:lnTo>
                  <a:lnTo>
                    <a:pt x="533" y="887234"/>
                  </a:lnTo>
                  <a:lnTo>
                    <a:pt x="19532" y="931075"/>
                  </a:lnTo>
                  <a:lnTo>
                    <a:pt x="59702" y="956970"/>
                  </a:lnTo>
                  <a:lnTo>
                    <a:pt x="8078724" y="960119"/>
                  </a:lnTo>
                  <a:lnTo>
                    <a:pt x="8084108" y="959954"/>
                  </a:lnTo>
                  <a:lnTo>
                    <a:pt x="8128838" y="943127"/>
                  </a:lnTo>
                  <a:lnTo>
                    <a:pt x="8157083" y="903008"/>
                  </a:lnTo>
                  <a:lnTo>
                    <a:pt x="8161020" y="82295"/>
                  </a:lnTo>
                  <a:lnTo>
                    <a:pt x="8160334" y="71551"/>
                  </a:lnTo>
                  <a:lnTo>
                    <a:pt x="8140611" y="28028"/>
                  </a:lnTo>
                  <a:lnTo>
                    <a:pt x="8101330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822956" y="7818119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20" h="960120">
                  <a:moveTo>
                    <a:pt x="82296" y="0"/>
                  </a:moveTo>
                  <a:lnTo>
                    <a:pt x="8078724" y="0"/>
                  </a:lnTo>
                  <a:lnTo>
                    <a:pt x="8080070" y="0"/>
                  </a:lnTo>
                  <a:lnTo>
                    <a:pt x="8081416" y="38"/>
                  </a:lnTo>
                  <a:lnTo>
                    <a:pt x="8082762" y="101"/>
                  </a:lnTo>
                  <a:lnTo>
                    <a:pt x="8084108" y="165"/>
                  </a:lnTo>
                  <a:lnTo>
                    <a:pt x="8085455" y="266"/>
                  </a:lnTo>
                  <a:lnTo>
                    <a:pt x="8094789" y="1587"/>
                  </a:lnTo>
                  <a:lnTo>
                    <a:pt x="8096110" y="1841"/>
                  </a:lnTo>
                  <a:lnTo>
                    <a:pt x="8102612" y="3543"/>
                  </a:lnTo>
                  <a:lnTo>
                    <a:pt x="8103908" y="3936"/>
                  </a:lnTo>
                  <a:lnTo>
                    <a:pt x="8105190" y="4356"/>
                  </a:lnTo>
                  <a:lnTo>
                    <a:pt x="8106460" y="4813"/>
                  </a:lnTo>
                  <a:lnTo>
                    <a:pt x="8107730" y="5270"/>
                  </a:lnTo>
                  <a:lnTo>
                    <a:pt x="8113915" y="7899"/>
                  </a:lnTo>
                  <a:lnTo>
                    <a:pt x="8115134" y="8470"/>
                  </a:lnTo>
                  <a:lnTo>
                    <a:pt x="8116341" y="9080"/>
                  </a:lnTo>
                  <a:lnTo>
                    <a:pt x="8117522" y="9715"/>
                  </a:lnTo>
                  <a:lnTo>
                    <a:pt x="8118716" y="10350"/>
                  </a:lnTo>
                  <a:lnTo>
                    <a:pt x="8119884" y="11010"/>
                  </a:lnTo>
                  <a:lnTo>
                    <a:pt x="8121040" y="11709"/>
                  </a:lnTo>
                  <a:lnTo>
                    <a:pt x="8122196" y="12395"/>
                  </a:lnTo>
                  <a:lnTo>
                    <a:pt x="8123326" y="13119"/>
                  </a:lnTo>
                  <a:lnTo>
                    <a:pt x="8124444" y="13868"/>
                  </a:lnTo>
                  <a:lnTo>
                    <a:pt x="8125574" y="14617"/>
                  </a:lnTo>
                  <a:lnTo>
                    <a:pt x="8126679" y="15392"/>
                  </a:lnTo>
                  <a:lnTo>
                    <a:pt x="8127758" y="16192"/>
                  </a:lnTo>
                  <a:lnTo>
                    <a:pt x="8128838" y="16992"/>
                  </a:lnTo>
                  <a:lnTo>
                    <a:pt x="8129892" y="17830"/>
                  </a:lnTo>
                  <a:lnTo>
                    <a:pt x="8130933" y="18681"/>
                  </a:lnTo>
                  <a:lnTo>
                    <a:pt x="8131975" y="19532"/>
                  </a:lnTo>
                  <a:lnTo>
                    <a:pt x="8132991" y="20408"/>
                  </a:lnTo>
                  <a:lnTo>
                    <a:pt x="8133994" y="21323"/>
                  </a:lnTo>
                  <a:lnTo>
                    <a:pt x="8134997" y="22224"/>
                  </a:lnTo>
                  <a:lnTo>
                    <a:pt x="8144827" y="33273"/>
                  </a:lnTo>
                  <a:lnTo>
                    <a:pt x="8145627" y="34353"/>
                  </a:lnTo>
                  <a:lnTo>
                    <a:pt x="8146402" y="35458"/>
                  </a:lnTo>
                  <a:lnTo>
                    <a:pt x="8147151" y="36575"/>
                  </a:lnTo>
                  <a:lnTo>
                    <a:pt x="8147900" y="37693"/>
                  </a:lnTo>
                  <a:lnTo>
                    <a:pt x="8157476" y="58407"/>
                  </a:lnTo>
                  <a:lnTo>
                    <a:pt x="8157870" y="59689"/>
                  </a:lnTo>
                  <a:lnTo>
                    <a:pt x="8158238" y="60985"/>
                  </a:lnTo>
                  <a:lnTo>
                    <a:pt x="8158556" y="62293"/>
                  </a:lnTo>
                  <a:lnTo>
                    <a:pt x="8158886" y="63601"/>
                  </a:lnTo>
                  <a:lnTo>
                    <a:pt x="8160131" y="70218"/>
                  </a:lnTo>
                  <a:lnTo>
                    <a:pt x="8160334" y="71551"/>
                  </a:lnTo>
                  <a:lnTo>
                    <a:pt x="8160499" y="72885"/>
                  </a:lnTo>
                  <a:lnTo>
                    <a:pt x="8160626" y="74231"/>
                  </a:lnTo>
                  <a:lnTo>
                    <a:pt x="8160753" y="75564"/>
                  </a:lnTo>
                  <a:lnTo>
                    <a:pt x="8160854" y="76911"/>
                  </a:lnTo>
                  <a:lnTo>
                    <a:pt x="8160931" y="78257"/>
                  </a:lnTo>
                  <a:lnTo>
                    <a:pt x="8160994" y="79603"/>
                  </a:lnTo>
                  <a:lnTo>
                    <a:pt x="8161020" y="80949"/>
                  </a:lnTo>
                  <a:lnTo>
                    <a:pt x="8161020" y="82295"/>
                  </a:lnTo>
                  <a:lnTo>
                    <a:pt x="8161020" y="877823"/>
                  </a:lnTo>
                  <a:lnTo>
                    <a:pt x="8161020" y="879170"/>
                  </a:lnTo>
                  <a:lnTo>
                    <a:pt x="8160994" y="880516"/>
                  </a:lnTo>
                  <a:lnTo>
                    <a:pt x="8160931" y="881862"/>
                  </a:lnTo>
                  <a:lnTo>
                    <a:pt x="8160854" y="883208"/>
                  </a:lnTo>
                  <a:lnTo>
                    <a:pt x="8160753" y="884554"/>
                  </a:lnTo>
                  <a:lnTo>
                    <a:pt x="8160626" y="885888"/>
                  </a:lnTo>
                  <a:lnTo>
                    <a:pt x="8160499" y="887234"/>
                  </a:lnTo>
                  <a:lnTo>
                    <a:pt x="8160334" y="888568"/>
                  </a:lnTo>
                  <a:lnTo>
                    <a:pt x="8160131" y="889901"/>
                  </a:lnTo>
                  <a:lnTo>
                    <a:pt x="8159927" y="891235"/>
                  </a:lnTo>
                  <a:lnTo>
                    <a:pt x="8158556" y="897826"/>
                  </a:lnTo>
                  <a:lnTo>
                    <a:pt x="8158238" y="899134"/>
                  </a:lnTo>
                  <a:lnTo>
                    <a:pt x="8157870" y="900429"/>
                  </a:lnTo>
                  <a:lnTo>
                    <a:pt x="8157476" y="901712"/>
                  </a:lnTo>
                  <a:lnTo>
                    <a:pt x="8157083" y="903008"/>
                  </a:lnTo>
                  <a:lnTo>
                    <a:pt x="8147151" y="923543"/>
                  </a:lnTo>
                  <a:lnTo>
                    <a:pt x="8146402" y="924661"/>
                  </a:lnTo>
                  <a:lnTo>
                    <a:pt x="8136915" y="936015"/>
                  </a:lnTo>
                  <a:lnTo>
                    <a:pt x="8135975" y="936967"/>
                  </a:lnTo>
                  <a:lnTo>
                    <a:pt x="8134997" y="937894"/>
                  </a:lnTo>
                  <a:lnTo>
                    <a:pt x="8133994" y="938796"/>
                  </a:lnTo>
                  <a:lnTo>
                    <a:pt x="8132991" y="939711"/>
                  </a:lnTo>
                  <a:lnTo>
                    <a:pt x="8127758" y="943927"/>
                  </a:lnTo>
                  <a:lnTo>
                    <a:pt x="8126679" y="944727"/>
                  </a:lnTo>
                  <a:lnTo>
                    <a:pt x="8125574" y="945502"/>
                  </a:lnTo>
                  <a:lnTo>
                    <a:pt x="8124444" y="946251"/>
                  </a:lnTo>
                  <a:lnTo>
                    <a:pt x="8123326" y="947000"/>
                  </a:lnTo>
                  <a:lnTo>
                    <a:pt x="8122196" y="947724"/>
                  </a:lnTo>
                  <a:lnTo>
                    <a:pt x="8121040" y="948410"/>
                  </a:lnTo>
                  <a:lnTo>
                    <a:pt x="8119884" y="949109"/>
                  </a:lnTo>
                  <a:lnTo>
                    <a:pt x="8118716" y="949769"/>
                  </a:lnTo>
                  <a:lnTo>
                    <a:pt x="8117522" y="950404"/>
                  </a:lnTo>
                  <a:lnTo>
                    <a:pt x="8116341" y="951039"/>
                  </a:lnTo>
                  <a:lnTo>
                    <a:pt x="8115134" y="951649"/>
                  </a:lnTo>
                  <a:lnTo>
                    <a:pt x="8113915" y="952220"/>
                  </a:lnTo>
                  <a:lnTo>
                    <a:pt x="8112696" y="952792"/>
                  </a:lnTo>
                  <a:lnTo>
                    <a:pt x="8111477" y="953338"/>
                  </a:lnTo>
                  <a:lnTo>
                    <a:pt x="8110232" y="953846"/>
                  </a:lnTo>
                  <a:lnTo>
                    <a:pt x="8108988" y="954366"/>
                  </a:lnTo>
                  <a:lnTo>
                    <a:pt x="8107730" y="954862"/>
                  </a:lnTo>
                  <a:lnTo>
                    <a:pt x="8106460" y="955306"/>
                  </a:lnTo>
                  <a:lnTo>
                    <a:pt x="8105190" y="955763"/>
                  </a:lnTo>
                  <a:lnTo>
                    <a:pt x="8103908" y="956182"/>
                  </a:lnTo>
                  <a:lnTo>
                    <a:pt x="8102612" y="956576"/>
                  </a:lnTo>
                  <a:lnTo>
                    <a:pt x="8101330" y="956970"/>
                  </a:lnTo>
                  <a:lnTo>
                    <a:pt x="8094789" y="958532"/>
                  </a:lnTo>
                  <a:lnTo>
                    <a:pt x="8093468" y="958799"/>
                  </a:lnTo>
                  <a:lnTo>
                    <a:pt x="8092135" y="959027"/>
                  </a:lnTo>
                  <a:lnTo>
                    <a:pt x="8090801" y="959218"/>
                  </a:lnTo>
                  <a:lnTo>
                    <a:pt x="8089468" y="959434"/>
                  </a:lnTo>
                  <a:lnTo>
                    <a:pt x="8088134" y="959599"/>
                  </a:lnTo>
                  <a:lnTo>
                    <a:pt x="8086801" y="959713"/>
                  </a:lnTo>
                  <a:lnTo>
                    <a:pt x="8085455" y="959853"/>
                  </a:lnTo>
                  <a:lnTo>
                    <a:pt x="8084108" y="959954"/>
                  </a:lnTo>
                  <a:lnTo>
                    <a:pt x="8082762" y="960018"/>
                  </a:lnTo>
                  <a:lnTo>
                    <a:pt x="8081416" y="960094"/>
                  </a:lnTo>
                  <a:lnTo>
                    <a:pt x="8080070" y="960119"/>
                  </a:lnTo>
                  <a:lnTo>
                    <a:pt x="8078724" y="960119"/>
                  </a:lnTo>
                  <a:lnTo>
                    <a:pt x="82296" y="960119"/>
                  </a:lnTo>
                  <a:lnTo>
                    <a:pt x="80949" y="960119"/>
                  </a:lnTo>
                  <a:lnTo>
                    <a:pt x="79603" y="960094"/>
                  </a:lnTo>
                  <a:lnTo>
                    <a:pt x="78257" y="960018"/>
                  </a:lnTo>
                  <a:lnTo>
                    <a:pt x="76911" y="959954"/>
                  </a:lnTo>
                  <a:lnTo>
                    <a:pt x="75565" y="959853"/>
                  </a:lnTo>
                  <a:lnTo>
                    <a:pt x="74231" y="959713"/>
                  </a:lnTo>
                  <a:lnTo>
                    <a:pt x="72885" y="959599"/>
                  </a:lnTo>
                  <a:lnTo>
                    <a:pt x="71551" y="959434"/>
                  </a:lnTo>
                  <a:lnTo>
                    <a:pt x="70218" y="959218"/>
                  </a:lnTo>
                  <a:lnTo>
                    <a:pt x="68884" y="959027"/>
                  </a:lnTo>
                  <a:lnTo>
                    <a:pt x="67564" y="958799"/>
                  </a:lnTo>
                  <a:lnTo>
                    <a:pt x="66243" y="958532"/>
                  </a:lnTo>
                  <a:lnTo>
                    <a:pt x="64922" y="958278"/>
                  </a:lnTo>
                  <a:lnTo>
                    <a:pt x="63601" y="957986"/>
                  </a:lnTo>
                  <a:lnTo>
                    <a:pt x="62306" y="957656"/>
                  </a:lnTo>
                  <a:lnTo>
                    <a:pt x="60998" y="957325"/>
                  </a:lnTo>
                  <a:lnTo>
                    <a:pt x="54571" y="955306"/>
                  </a:lnTo>
                  <a:lnTo>
                    <a:pt x="53301" y="954862"/>
                  </a:lnTo>
                  <a:lnTo>
                    <a:pt x="52044" y="954366"/>
                  </a:lnTo>
                  <a:lnTo>
                    <a:pt x="50800" y="953846"/>
                  </a:lnTo>
                  <a:lnTo>
                    <a:pt x="49555" y="953338"/>
                  </a:lnTo>
                  <a:lnTo>
                    <a:pt x="48323" y="952792"/>
                  </a:lnTo>
                  <a:lnTo>
                    <a:pt x="47117" y="952220"/>
                  </a:lnTo>
                  <a:lnTo>
                    <a:pt x="45897" y="951649"/>
                  </a:lnTo>
                  <a:lnTo>
                    <a:pt x="39992" y="948410"/>
                  </a:lnTo>
                  <a:lnTo>
                    <a:pt x="38836" y="947724"/>
                  </a:lnTo>
                  <a:lnTo>
                    <a:pt x="33274" y="943927"/>
                  </a:lnTo>
                  <a:lnTo>
                    <a:pt x="32194" y="943127"/>
                  </a:lnTo>
                  <a:lnTo>
                    <a:pt x="27038" y="938796"/>
                  </a:lnTo>
                  <a:lnTo>
                    <a:pt x="26035" y="937894"/>
                  </a:lnTo>
                  <a:lnTo>
                    <a:pt x="25057" y="936967"/>
                  </a:lnTo>
                  <a:lnTo>
                    <a:pt x="24104" y="936015"/>
                  </a:lnTo>
                  <a:lnTo>
                    <a:pt x="23152" y="935062"/>
                  </a:lnTo>
                  <a:lnTo>
                    <a:pt x="18681" y="930033"/>
                  </a:lnTo>
                  <a:lnTo>
                    <a:pt x="17830" y="928992"/>
                  </a:lnTo>
                  <a:lnTo>
                    <a:pt x="13868" y="923543"/>
                  </a:lnTo>
                  <a:lnTo>
                    <a:pt x="13119" y="922426"/>
                  </a:lnTo>
                  <a:lnTo>
                    <a:pt x="6273" y="909319"/>
                  </a:lnTo>
                  <a:lnTo>
                    <a:pt x="5753" y="908075"/>
                  </a:lnTo>
                  <a:lnTo>
                    <a:pt x="5270" y="906818"/>
                  </a:lnTo>
                  <a:lnTo>
                    <a:pt x="4813" y="905548"/>
                  </a:lnTo>
                  <a:lnTo>
                    <a:pt x="4356" y="904278"/>
                  </a:lnTo>
                  <a:lnTo>
                    <a:pt x="2476" y="897826"/>
                  </a:lnTo>
                  <a:lnTo>
                    <a:pt x="2146" y="896518"/>
                  </a:lnTo>
                  <a:lnTo>
                    <a:pt x="406" y="885888"/>
                  </a:lnTo>
                  <a:lnTo>
                    <a:pt x="266" y="884554"/>
                  </a:lnTo>
                  <a:lnTo>
                    <a:pt x="165" y="883208"/>
                  </a:lnTo>
                  <a:lnTo>
                    <a:pt x="101" y="881862"/>
                  </a:lnTo>
                  <a:lnTo>
                    <a:pt x="38" y="880516"/>
                  </a:lnTo>
                  <a:lnTo>
                    <a:pt x="0" y="879170"/>
                  </a:lnTo>
                  <a:lnTo>
                    <a:pt x="0" y="877823"/>
                  </a:lnTo>
                  <a:lnTo>
                    <a:pt x="0" y="82295"/>
                  </a:lnTo>
                  <a:lnTo>
                    <a:pt x="0" y="80949"/>
                  </a:lnTo>
                  <a:lnTo>
                    <a:pt x="38" y="79603"/>
                  </a:lnTo>
                  <a:lnTo>
                    <a:pt x="101" y="78257"/>
                  </a:lnTo>
                  <a:lnTo>
                    <a:pt x="165" y="76911"/>
                  </a:lnTo>
                  <a:lnTo>
                    <a:pt x="266" y="75564"/>
                  </a:lnTo>
                  <a:lnTo>
                    <a:pt x="406" y="74231"/>
                  </a:lnTo>
                  <a:lnTo>
                    <a:pt x="533" y="72885"/>
                  </a:lnTo>
                  <a:lnTo>
                    <a:pt x="2476" y="62293"/>
                  </a:lnTo>
                  <a:lnTo>
                    <a:pt x="2794" y="60985"/>
                  </a:lnTo>
                  <a:lnTo>
                    <a:pt x="4813" y="54571"/>
                  </a:lnTo>
                  <a:lnTo>
                    <a:pt x="5270" y="53301"/>
                  </a:lnTo>
                  <a:lnTo>
                    <a:pt x="5753" y="52044"/>
                  </a:lnTo>
                  <a:lnTo>
                    <a:pt x="6273" y="50799"/>
                  </a:lnTo>
                  <a:lnTo>
                    <a:pt x="6781" y="49555"/>
                  </a:lnTo>
                  <a:lnTo>
                    <a:pt x="13868" y="36575"/>
                  </a:lnTo>
                  <a:lnTo>
                    <a:pt x="14617" y="35458"/>
                  </a:lnTo>
                  <a:lnTo>
                    <a:pt x="24104" y="24104"/>
                  </a:lnTo>
                  <a:lnTo>
                    <a:pt x="25057" y="23152"/>
                  </a:lnTo>
                  <a:lnTo>
                    <a:pt x="26035" y="22224"/>
                  </a:lnTo>
                  <a:lnTo>
                    <a:pt x="27038" y="21323"/>
                  </a:lnTo>
                  <a:lnTo>
                    <a:pt x="28028" y="20408"/>
                  </a:lnTo>
                  <a:lnTo>
                    <a:pt x="29044" y="19532"/>
                  </a:lnTo>
                  <a:lnTo>
                    <a:pt x="30086" y="18681"/>
                  </a:lnTo>
                  <a:lnTo>
                    <a:pt x="31127" y="17830"/>
                  </a:lnTo>
                  <a:lnTo>
                    <a:pt x="39992" y="11709"/>
                  </a:lnTo>
                  <a:lnTo>
                    <a:pt x="41148" y="11010"/>
                  </a:lnTo>
                  <a:lnTo>
                    <a:pt x="47117" y="7899"/>
                  </a:lnTo>
                  <a:lnTo>
                    <a:pt x="48323" y="7327"/>
                  </a:lnTo>
                  <a:lnTo>
                    <a:pt x="54571" y="4813"/>
                  </a:lnTo>
                  <a:lnTo>
                    <a:pt x="55841" y="4356"/>
                  </a:lnTo>
                  <a:lnTo>
                    <a:pt x="62306" y="2463"/>
                  </a:lnTo>
                  <a:lnTo>
                    <a:pt x="63601" y="2133"/>
                  </a:lnTo>
                  <a:lnTo>
                    <a:pt x="64922" y="1841"/>
                  </a:lnTo>
                  <a:lnTo>
                    <a:pt x="66243" y="1587"/>
                  </a:lnTo>
                  <a:lnTo>
                    <a:pt x="67564" y="1320"/>
                  </a:lnTo>
                  <a:lnTo>
                    <a:pt x="78257" y="101"/>
                  </a:lnTo>
                  <a:lnTo>
                    <a:pt x="79603" y="38"/>
                  </a:lnTo>
                  <a:lnTo>
                    <a:pt x="80949" y="0"/>
                  </a:lnTo>
                  <a:lnTo>
                    <a:pt x="82296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1180299" y="8130671"/>
            <a:ext cx="4654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 b="1">
                <a:solidFill>
                  <a:srgbClr val="D98E3C"/>
                </a:solidFill>
                <a:latin typeface="Calibri"/>
                <a:cs typeface="Calibri"/>
              </a:rPr>
              <a:t>FR11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988820" y="7955280"/>
            <a:ext cx="0" cy="685800"/>
          </a:xfrm>
          <a:custGeom>
            <a:avLst/>
            <a:gdLst/>
            <a:ahLst/>
            <a:cxnLst/>
            <a:rect l="l" t="t" r="r" b="b"/>
            <a:pathLst>
              <a:path w="0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19050">
            <a:solidFill>
              <a:srgbClr val="BBD8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2181860" y="8143185"/>
            <a:ext cx="360172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Users</a:t>
            </a:r>
            <a:r>
              <a:rPr dirty="0" sz="17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can</a:t>
            </a:r>
            <a:r>
              <a:rPr dirty="0" sz="17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search</a:t>
            </a:r>
            <a:r>
              <a:rPr dirty="0" sz="17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placement</a:t>
            </a:r>
            <a:r>
              <a:rPr dirty="0" sz="17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information.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9523090" y="7808594"/>
            <a:ext cx="8180070" cy="979169"/>
            <a:chOff x="9523090" y="7808594"/>
            <a:chExt cx="8180070" cy="979169"/>
          </a:xfrm>
        </p:grpSpPr>
        <p:sp>
          <p:nvSpPr>
            <p:cNvPr id="71" name="object 71"/>
            <p:cNvSpPr/>
            <p:nvPr/>
          </p:nvSpPr>
          <p:spPr>
            <a:xfrm>
              <a:off x="9532615" y="7818119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19" h="960120">
                  <a:moveTo>
                    <a:pt x="82296" y="0"/>
                  </a:moveTo>
                  <a:lnTo>
                    <a:pt x="42316" y="10350"/>
                  </a:lnTo>
                  <a:lnTo>
                    <a:pt x="8483" y="45885"/>
                  </a:lnTo>
                  <a:lnTo>
                    <a:pt x="0" y="877823"/>
                  </a:lnTo>
                  <a:lnTo>
                    <a:pt x="533" y="887234"/>
                  </a:lnTo>
                  <a:lnTo>
                    <a:pt x="19532" y="931075"/>
                  </a:lnTo>
                  <a:lnTo>
                    <a:pt x="59702" y="956970"/>
                  </a:lnTo>
                  <a:lnTo>
                    <a:pt x="8078724" y="960119"/>
                  </a:lnTo>
                  <a:lnTo>
                    <a:pt x="8084108" y="959954"/>
                  </a:lnTo>
                  <a:lnTo>
                    <a:pt x="8128838" y="943127"/>
                  </a:lnTo>
                  <a:lnTo>
                    <a:pt x="8157083" y="903008"/>
                  </a:lnTo>
                  <a:lnTo>
                    <a:pt x="8161020" y="82295"/>
                  </a:lnTo>
                  <a:lnTo>
                    <a:pt x="8160334" y="71551"/>
                  </a:lnTo>
                  <a:lnTo>
                    <a:pt x="8140611" y="28028"/>
                  </a:lnTo>
                  <a:lnTo>
                    <a:pt x="8101330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9532615" y="7818119"/>
              <a:ext cx="8161020" cy="960119"/>
            </a:xfrm>
            <a:custGeom>
              <a:avLst/>
              <a:gdLst/>
              <a:ahLst/>
              <a:cxnLst/>
              <a:rect l="l" t="t" r="r" b="b"/>
              <a:pathLst>
                <a:path w="8161019" h="960120">
                  <a:moveTo>
                    <a:pt x="82296" y="0"/>
                  </a:moveTo>
                  <a:lnTo>
                    <a:pt x="8078724" y="0"/>
                  </a:lnTo>
                  <a:lnTo>
                    <a:pt x="8080070" y="0"/>
                  </a:lnTo>
                  <a:lnTo>
                    <a:pt x="8081416" y="38"/>
                  </a:lnTo>
                  <a:lnTo>
                    <a:pt x="8082762" y="101"/>
                  </a:lnTo>
                  <a:lnTo>
                    <a:pt x="8084108" y="165"/>
                  </a:lnTo>
                  <a:lnTo>
                    <a:pt x="8085455" y="266"/>
                  </a:lnTo>
                  <a:lnTo>
                    <a:pt x="8094789" y="1587"/>
                  </a:lnTo>
                  <a:lnTo>
                    <a:pt x="8096110" y="1841"/>
                  </a:lnTo>
                  <a:lnTo>
                    <a:pt x="8102612" y="3543"/>
                  </a:lnTo>
                  <a:lnTo>
                    <a:pt x="8103908" y="3936"/>
                  </a:lnTo>
                  <a:lnTo>
                    <a:pt x="8105190" y="4356"/>
                  </a:lnTo>
                  <a:lnTo>
                    <a:pt x="8106460" y="4813"/>
                  </a:lnTo>
                  <a:lnTo>
                    <a:pt x="8107730" y="5270"/>
                  </a:lnTo>
                  <a:lnTo>
                    <a:pt x="8113915" y="7899"/>
                  </a:lnTo>
                  <a:lnTo>
                    <a:pt x="8115134" y="8470"/>
                  </a:lnTo>
                  <a:lnTo>
                    <a:pt x="8116341" y="9080"/>
                  </a:lnTo>
                  <a:lnTo>
                    <a:pt x="8117522" y="9715"/>
                  </a:lnTo>
                  <a:lnTo>
                    <a:pt x="8118716" y="10350"/>
                  </a:lnTo>
                  <a:lnTo>
                    <a:pt x="8119884" y="11010"/>
                  </a:lnTo>
                  <a:lnTo>
                    <a:pt x="8121040" y="11709"/>
                  </a:lnTo>
                  <a:lnTo>
                    <a:pt x="8122196" y="12395"/>
                  </a:lnTo>
                  <a:lnTo>
                    <a:pt x="8123326" y="13119"/>
                  </a:lnTo>
                  <a:lnTo>
                    <a:pt x="8124444" y="13868"/>
                  </a:lnTo>
                  <a:lnTo>
                    <a:pt x="8125574" y="14617"/>
                  </a:lnTo>
                  <a:lnTo>
                    <a:pt x="8126679" y="15392"/>
                  </a:lnTo>
                  <a:lnTo>
                    <a:pt x="8127758" y="16192"/>
                  </a:lnTo>
                  <a:lnTo>
                    <a:pt x="8128838" y="16992"/>
                  </a:lnTo>
                  <a:lnTo>
                    <a:pt x="8129892" y="17830"/>
                  </a:lnTo>
                  <a:lnTo>
                    <a:pt x="8130933" y="18681"/>
                  </a:lnTo>
                  <a:lnTo>
                    <a:pt x="8131975" y="19532"/>
                  </a:lnTo>
                  <a:lnTo>
                    <a:pt x="8132991" y="20408"/>
                  </a:lnTo>
                  <a:lnTo>
                    <a:pt x="8133994" y="21323"/>
                  </a:lnTo>
                  <a:lnTo>
                    <a:pt x="8134997" y="22224"/>
                  </a:lnTo>
                  <a:lnTo>
                    <a:pt x="8144827" y="33273"/>
                  </a:lnTo>
                  <a:lnTo>
                    <a:pt x="8145627" y="34353"/>
                  </a:lnTo>
                  <a:lnTo>
                    <a:pt x="8146402" y="35458"/>
                  </a:lnTo>
                  <a:lnTo>
                    <a:pt x="8147151" y="36575"/>
                  </a:lnTo>
                  <a:lnTo>
                    <a:pt x="8147900" y="37693"/>
                  </a:lnTo>
                  <a:lnTo>
                    <a:pt x="8157476" y="58407"/>
                  </a:lnTo>
                  <a:lnTo>
                    <a:pt x="8157870" y="59689"/>
                  </a:lnTo>
                  <a:lnTo>
                    <a:pt x="8158238" y="60985"/>
                  </a:lnTo>
                  <a:lnTo>
                    <a:pt x="8158556" y="62293"/>
                  </a:lnTo>
                  <a:lnTo>
                    <a:pt x="8158886" y="63601"/>
                  </a:lnTo>
                  <a:lnTo>
                    <a:pt x="8160131" y="70218"/>
                  </a:lnTo>
                  <a:lnTo>
                    <a:pt x="8160334" y="71551"/>
                  </a:lnTo>
                  <a:lnTo>
                    <a:pt x="8160499" y="72885"/>
                  </a:lnTo>
                  <a:lnTo>
                    <a:pt x="8160626" y="74231"/>
                  </a:lnTo>
                  <a:lnTo>
                    <a:pt x="8160753" y="75564"/>
                  </a:lnTo>
                  <a:lnTo>
                    <a:pt x="8160854" y="76911"/>
                  </a:lnTo>
                  <a:lnTo>
                    <a:pt x="8160931" y="78257"/>
                  </a:lnTo>
                  <a:lnTo>
                    <a:pt x="8160994" y="79603"/>
                  </a:lnTo>
                  <a:lnTo>
                    <a:pt x="8161020" y="80949"/>
                  </a:lnTo>
                  <a:lnTo>
                    <a:pt x="8161020" y="82295"/>
                  </a:lnTo>
                  <a:lnTo>
                    <a:pt x="8161020" y="877823"/>
                  </a:lnTo>
                  <a:lnTo>
                    <a:pt x="8161020" y="879170"/>
                  </a:lnTo>
                  <a:lnTo>
                    <a:pt x="8160994" y="880516"/>
                  </a:lnTo>
                  <a:lnTo>
                    <a:pt x="8160931" y="881862"/>
                  </a:lnTo>
                  <a:lnTo>
                    <a:pt x="8160854" y="883208"/>
                  </a:lnTo>
                  <a:lnTo>
                    <a:pt x="8160753" y="884554"/>
                  </a:lnTo>
                  <a:lnTo>
                    <a:pt x="8160626" y="885888"/>
                  </a:lnTo>
                  <a:lnTo>
                    <a:pt x="8160499" y="887234"/>
                  </a:lnTo>
                  <a:lnTo>
                    <a:pt x="8160334" y="888568"/>
                  </a:lnTo>
                  <a:lnTo>
                    <a:pt x="8160131" y="889901"/>
                  </a:lnTo>
                  <a:lnTo>
                    <a:pt x="8159927" y="891235"/>
                  </a:lnTo>
                  <a:lnTo>
                    <a:pt x="8158556" y="897826"/>
                  </a:lnTo>
                  <a:lnTo>
                    <a:pt x="8158238" y="899134"/>
                  </a:lnTo>
                  <a:lnTo>
                    <a:pt x="8157870" y="900429"/>
                  </a:lnTo>
                  <a:lnTo>
                    <a:pt x="8157476" y="901712"/>
                  </a:lnTo>
                  <a:lnTo>
                    <a:pt x="8157083" y="903008"/>
                  </a:lnTo>
                  <a:lnTo>
                    <a:pt x="8147151" y="923543"/>
                  </a:lnTo>
                  <a:lnTo>
                    <a:pt x="8146402" y="924661"/>
                  </a:lnTo>
                  <a:lnTo>
                    <a:pt x="8136915" y="936015"/>
                  </a:lnTo>
                  <a:lnTo>
                    <a:pt x="8135975" y="936967"/>
                  </a:lnTo>
                  <a:lnTo>
                    <a:pt x="8134997" y="937894"/>
                  </a:lnTo>
                  <a:lnTo>
                    <a:pt x="8133994" y="938796"/>
                  </a:lnTo>
                  <a:lnTo>
                    <a:pt x="8132991" y="939711"/>
                  </a:lnTo>
                  <a:lnTo>
                    <a:pt x="8127758" y="943927"/>
                  </a:lnTo>
                  <a:lnTo>
                    <a:pt x="8126679" y="944727"/>
                  </a:lnTo>
                  <a:lnTo>
                    <a:pt x="8125574" y="945502"/>
                  </a:lnTo>
                  <a:lnTo>
                    <a:pt x="8124444" y="946251"/>
                  </a:lnTo>
                  <a:lnTo>
                    <a:pt x="8123326" y="947000"/>
                  </a:lnTo>
                  <a:lnTo>
                    <a:pt x="8122196" y="947724"/>
                  </a:lnTo>
                  <a:lnTo>
                    <a:pt x="8121040" y="948410"/>
                  </a:lnTo>
                  <a:lnTo>
                    <a:pt x="8119884" y="949109"/>
                  </a:lnTo>
                  <a:lnTo>
                    <a:pt x="8118716" y="949769"/>
                  </a:lnTo>
                  <a:lnTo>
                    <a:pt x="8117522" y="950404"/>
                  </a:lnTo>
                  <a:lnTo>
                    <a:pt x="8116341" y="951039"/>
                  </a:lnTo>
                  <a:lnTo>
                    <a:pt x="8115134" y="951649"/>
                  </a:lnTo>
                  <a:lnTo>
                    <a:pt x="8113915" y="952220"/>
                  </a:lnTo>
                  <a:lnTo>
                    <a:pt x="8112696" y="952792"/>
                  </a:lnTo>
                  <a:lnTo>
                    <a:pt x="8111477" y="953338"/>
                  </a:lnTo>
                  <a:lnTo>
                    <a:pt x="8110232" y="953846"/>
                  </a:lnTo>
                  <a:lnTo>
                    <a:pt x="8108988" y="954366"/>
                  </a:lnTo>
                  <a:lnTo>
                    <a:pt x="8107730" y="954862"/>
                  </a:lnTo>
                  <a:lnTo>
                    <a:pt x="8106460" y="955306"/>
                  </a:lnTo>
                  <a:lnTo>
                    <a:pt x="8105190" y="955763"/>
                  </a:lnTo>
                  <a:lnTo>
                    <a:pt x="8103908" y="956182"/>
                  </a:lnTo>
                  <a:lnTo>
                    <a:pt x="8102612" y="956576"/>
                  </a:lnTo>
                  <a:lnTo>
                    <a:pt x="8101330" y="956970"/>
                  </a:lnTo>
                  <a:lnTo>
                    <a:pt x="8094789" y="958532"/>
                  </a:lnTo>
                  <a:lnTo>
                    <a:pt x="8093468" y="958799"/>
                  </a:lnTo>
                  <a:lnTo>
                    <a:pt x="8092135" y="959027"/>
                  </a:lnTo>
                  <a:lnTo>
                    <a:pt x="8090801" y="959218"/>
                  </a:lnTo>
                  <a:lnTo>
                    <a:pt x="8089468" y="959434"/>
                  </a:lnTo>
                  <a:lnTo>
                    <a:pt x="8088134" y="959599"/>
                  </a:lnTo>
                  <a:lnTo>
                    <a:pt x="8086801" y="959713"/>
                  </a:lnTo>
                  <a:lnTo>
                    <a:pt x="8085455" y="959853"/>
                  </a:lnTo>
                  <a:lnTo>
                    <a:pt x="8084108" y="959954"/>
                  </a:lnTo>
                  <a:lnTo>
                    <a:pt x="8082762" y="960018"/>
                  </a:lnTo>
                  <a:lnTo>
                    <a:pt x="8081416" y="960094"/>
                  </a:lnTo>
                  <a:lnTo>
                    <a:pt x="8080070" y="960119"/>
                  </a:lnTo>
                  <a:lnTo>
                    <a:pt x="8078724" y="960119"/>
                  </a:lnTo>
                  <a:lnTo>
                    <a:pt x="82296" y="960119"/>
                  </a:lnTo>
                  <a:lnTo>
                    <a:pt x="80949" y="960119"/>
                  </a:lnTo>
                  <a:lnTo>
                    <a:pt x="79603" y="960094"/>
                  </a:lnTo>
                  <a:lnTo>
                    <a:pt x="78257" y="960018"/>
                  </a:lnTo>
                  <a:lnTo>
                    <a:pt x="76911" y="959954"/>
                  </a:lnTo>
                  <a:lnTo>
                    <a:pt x="75565" y="959853"/>
                  </a:lnTo>
                  <a:lnTo>
                    <a:pt x="74231" y="959713"/>
                  </a:lnTo>
                  <a:lnTo>
                    <a:pt x="72885" y="959599"/>
                  </a:lnTo>
                  <a:lnTo>
                    <a:pt x="71551" y="959434"/>
                  </a:lnTo>
                  <a:lnTo>
                    <a:pt x="70218" y="959218"/>
                  </a:lnTo>
                  <a:lnTo>
                    <a:pt x="68884" y="959027"/>
                  </a:lnTo>
                  <a:lnTo>
                    <a:pt x="67564" y="958799"/>
                  </a:lnTo>
                  <a:lnTo>
                    <a:pt x="66243" y="958532"/>
                  </a:lnTo>
                  <a:lnTo>
                    <a:pt x="64922" y="958278"/>
                  </a:lnTo>
                  <a:lnTo>
                    <a:pt x="63601" y="957986"/>
                  </a:lnTo>
                  <a:lnTo>
                    <a:pt x="62306" y="957656"/>
                  </a:lnTo>
                  <a:lnTo>
                    <a:pt x="60998" y="957325"/>
                  </a:lnTo>
                  <a:lnTo>
                    <a:pt x="54571" y="955306"/>
                  </a:lnTo>
                  <a:lnTo>
                    <a:pt x="53301" y="954862"/>
                  </a:lnTo>
                  <a:lnTo>
                    <a:pt x="52044" y="954366"/>
                  </a:lnTo>
                  <a:lnTo>
                    <a:pt x="50800" y="953846"/>
                  </a:lnTo>
                  <a:lnTo>
                    <a:pt x="49555" y="953338"/>
                  </a:lnTo>
                  <a:lnTo>
                    <a:pt x="48323" y="952792"/>
                  </a:lnTo>
                  <a:lnTo>
                    <a:pt x="47117" y="952220"/>
                  </a:lnTo>
                  <a:lnTo>
                    <a:pt x="45897" y="951649"/>
                  </a:lnTo>
                  <a:lnTo>
                    <a:pt x="39992" y="948410"/>
                  </a:lnTo>
                  <a:lnTo>
                    <a:pt x="38836" y="947724"/>
                  </a:lnTo>
                  <a:lnTo>
                    <a:pt x="33274" y="943927"/>
                  </a:lnTo>
                  <a:lnTo>
                    <a:pt x="32194" y="943127"/>
                  </a:lnTo>
                  <a:lnTo>
                    <a:pt x="27025" y="938796"/>
                  </a:lnTo>
                  <a:lnTo>
                    <a:pt x="26035" y="937894"/>
                  </a:lnTo>
                  <a:lnTo>
                    <a:pt x="25057" y="936967"/>
                  </a:lnTo>
                  <a:lnTo>
                    <a:pt x="24104" y="936015"/>
                  </a:lnTo>
                  <a:lnTo>
                    <a:pt x="23152" y="935062"/>
                  </a:lnTo>
                  <a:lnTo>
                    <a:pt x="18681" y="930033"/>
                  </a:lnTo>
                  <a:lnTo>
                    <a:pt x="17830" y="928992"/>
                  </a:lnTo>
                  <a:lnTo>
                    <a:pt x="13868" y="923543"/>
                  </a:lnTo>
                  <a:lnTo>
                    <a:pt x="13119" y="922426"/>
                  </a:lnTo>
                  <a:lnTo>
                    <a:pt x="6273" y="909319"/>
                  </a:lnTo>
                  <a:lnTo>
                    <a:pt x="5753" y="908075"/>
                  </a:lnTo>
                  <a:lnTo>
                    <a:pt x="5270" y="906818"/>
                  </a:lnTo>
                  <a:lnTo>
                    <a:pt x="4813" y="905548"/>
                  </a:lnTo>
                  <a:lnTo>
                    <a:pt x="4356" y="904278"/>
                  </a:lnTo>
                  <a:lnTo>
                    <a:pt x="2476" y="897826"/>
                  </a:lnTo>
                  <a:lnTo>
                    <a:pt x="2146" y="896518"/>
                  </a:lnTo>
                  <a:lnTo>
                    <a:pt x="406" y="885888"/>
                  </a:lnTo>
                  <a:lnTo>
                    <a:pt x="266" y="884554"/>
                  </a:lnTo>
                  <a:lnTo>
                    <a:pt x="165" y="883208"/>
                  </a:lnTo>
                  <a:lnTo>
                    <a:pt x="101" y="881862"/>
                  </a:lnTo>
                  <a:lnTo>
                    <a:pt x="38" y="880516"/>
                  </a:lnTo>
                  <a:lnTo>
                    <a:pt x="0" y="879170"/>
                  </a:lnTo>
                  <a:lnTo>
                    <a:pt x="0" y="877823"/>
                  </a:lnTo>
                  <a:lnTo>
                    <a:pt x="0" y="82295"/>
                  </a:lnTo>
                  <a:lnTo>
                    <a:pt x="0" y="80949"/>
                  </a:lnTo>
                  <a:lnTo>
                    <a:pt x="38" y="79603"/>
                  </a:lnTo>
                  <a:lnTo>
                    <a:pt x="101" y="78257"/>
                  </a:lnTo>
                  <a:lnTo>
                    <a:pt x="165" y="76911"/>
                  </a:lnTo>
                  <a:lnTo>
                    <a:pt x="266" y="75564"/>
                  </a:lnTo>
                  <a:lnTo>
                    <a:pt x="406" y="74231"/>
                  </a:lnTo>
                  <a:lnTo>
                    <a:pt x="533" y="72885"/>
                  </a:lnTo>
                  <a:lnTo>
                    <a:pt x="2476" y="62293"/>
                  </a:lnTo>
                  <a:lnTo>
                    <a:pt x="2794" y="60985"/>
                  </a:lnTo>
                  <a:lnTo>
                    <a:pt x="4813" y="54571"/>
                  </a:lnTo>
                  <a:lnTo>
                    <a:pt x="5270" y="53301"/>
                  </a:lnTo>
                  <a:lnTo>
                    <a:pt x="5753" y="52044"/>
                  </a:lnTo>
                  <a:lnTo>
                    <a:pt x="6273" y="50799"/>
                  </a:lnTo>
                  <a:lnTo>
                    <a:pt x="6781" y="49555"/>
                  </a:lnTo>
                  <a:lnTo>
                    <a:pt x="13868" y="36575"/>
                  </a:lnTo>
                  <a:lnTo>
                    <a:pt x="14617" y="35458"/>
                  </a:lnTo>
                  <a:lnTo>
                    <a:pt x="24104" y="24104"/>
                  </a:lnTo>
                  <a:lnTo>
                    <a:pt x="25057" y="23152"/>
                  </a:lnTo>
                  <a:lnTo>
                    <a:pt x="26035" y="22224"/>
                  </a:lnTo>
                  <a:lnTo>
                    <a:pt x="27025" y="21323"/>
                  </a:lnTo>
                  <a:lnTo>
                    <a:pt x="28028" y="20408"/>
                  </a:lnTo>
                  <a:lnTo>
                    <a:pt x="29044" y="19532"/>
                  </a:lnTo>
                  <a:lnTo>
                    <a:pt x="30086" y="18681"/>
                  </a:lnTo>
                  <a:lnTo>
                    <a:pt x="31127" y="17830"/>
                  </a:lnTo>
                  <a:lnTo>
                    <a:pt x="39992" y="11709"/>
                  </a:lnTo>
                  <a:lnTo>
                    <a:pt x="41148" y="11010"/>
                  </a:lnTo>
                  <a:lnTo>
                    <a:pt x="47117" y="7899"/>
                  </a:lnTo>
                  <a:lnTo>
                    <a:pt x="48323" y="7327"/>
                  </a:lnTo>
                  <a:lnTo>
                    <a:pt x="54571" y="4813"/>
                  </a:lnTo>
                  <a:lnTo>
                    <a:pt x="55841" y="4356"/>
                  </a:lnTo>
                  <a:lnTo>
                    <a:pt x="62306" y="2463"/>
                  </a:lnTo>
                  <a:lnTo>
                    <a:pt x="63601" y="2133"/>
                  </a:lnTo>
                  <a:lnTo>
                    <a:pt x="64922" y="1841"/>
                  </a:lnTo>
                  <a:lnTo>
                    <a:pt x="66243" y="1587"/>
                  </a:lnTo>
                  <a:lnTo>
                    <a:pt x="67564" y="1320"/>
                  </a:lnTo>
                  <a:lnTo>
                    <a:pt x="78257" y="101"/>
                  </a:lnTo>
                  <a:lnTo>
                    <a:pt x="79603" y="38"/>
                  </a:lnTo>
                  <a:lnTo>
                    <a:pt x="80949" y="0"/>
                  </a:lnTo>
                  <a:lnTo>
                    <a:pt x="82296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9889959" y="8130671"/>
            <a:ext cx="4654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 b="1">
                <a:solidFill>
                  <a:srgbClr val="D98E3C"/>
                </a:solidFill>
                <a:latin typeface="Calibri"/>
                <a:cs typeface="Calibri"/>
              </a:rPr>
              <a:t>FR12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10698480" y="7955280"/>
            <a:ext cx="0" cy="685800"/>
          </a:xfrm>
          <a:custGeom>
            <a:avLst/>
            <a:gdLst/>
            <a:ahLst/>
            <a:cxnLst/>
            <a:rect l="l" t="t" r="r" b="b"/>
            <a:pathLst>
              <a:path w="0"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19050">
            <a:solidFill>
              <a:srgbClr val="BBD8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10891519" y="8143185"/>
            <a:ext cx="355028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System</a:t>
            </a:r>
            <a:r>
              <a:rPr dirty="0" sz="17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1F332F"/>
                </a:solidFill>
                <a:latin typeface="Calibri"/>
                <a:cs typeface="Calibri"/>
              </a:rPr>
              <a:t>can</a:t>
            </a:r>
            <a:r>
              <a:rPr dirty="0" sz="17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generate</a:t>
            </a:r>
            <a:r>
              <a:rPr dirty="0" sz="17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placement</a:t>
            </a:r>
            <a:r>
              <a:rPr dirty="0" sz="17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1F332F"/>
                </a:solidFill>
                <a:latin typeface="Calibri"/>
                <a:cs typeface="Calibri"/>
              </a:rPr>
              <a:t>reports.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09185"/>
            <a:ext cx="4808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35" b="1">
                <a:solidFill>
                  <a:srgbClr val="D98E3C"/>
                </a:solidFill>
                <a:latin typeface="Calibri"/>
                <a:cs typeface="Calibri"/>
              </a:rPr>
              <a:t>QU</a:t>
            </a:r>
            <a:r>
              <a:rPr dirty="0" sz="1800" spc="-15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240" b="1">
                <a:solidFill>
                  <a:srgbClr val="D98E3C"/>
                </a:solidFill>
                <a:latin typeface="Calibri"/>
                <a:cs typeface="Calibri"/>
              </a:rPr>
              <a:t>ALITY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75" b="1">
                <a:solidFill>
                  <a:srgbClr val="D98E3C"/>
                </a:solidFill>
                <a:latin typeface="Calibri"/>
                <a:cs typeface="Calibri"/>
              </a:rPr>
              <a:t>AT</a:t>
            </a:r>
            <a:r>
              <a:rPr dirty="0" sz="1800" spc="-8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254" b="1">
                <a:solidFill>
                  <a:srgbClr val="D98E3C"/>
                </a:solidFill>
                <a:latin typeface="Calibri"/>
                <a:cs typeface="Calibri"/>
              </a:rPr>
              <a:t>TRIBUTE</a:t>
            </a:r>
            <a:r>
              <a:rPr dirty="0" sz="1800" spc="-12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150" b="1">
                <a:solidFill>
                  <a:srgbClr val="D98E3C"/>
                </a:solidFill>
                <a:latin typeface="Calibri"/>
                <a:cs typeface="Calibri"/>
              </a:rPr>
              <a:t>OF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200" b="1">
                <a:solidFill>
                  <a:srgbClr val="D98E3C"/>
                </a:solidFill>
                <a:latin typeface="Calibri"/>
                <a:cs typeface="Calibri"/>
              </a:rPr>
              <a:t>THE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r>
              <a:rPr dirty="0" sz="1800" spc="-14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D98E3C"/>
                </a:solidFill>
                <a:latin typeface="Calibri"/>
                <a:cs typeface="Calibri"/>
              </a:rPr>
              <a:t>Y</a:t>
            </a:r>
            <a:r>
              <a:rPr dirty="0" sz="1800" spc="-13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r>
              <a:rPr dirty="0" sz="1800" spc="-1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175" b="1">
                <a:solidFill>
                  <a:srgbClr val="D98E3C"/>
                </a:solidFill>
                <a:latin typeface="Calibri"/>
                <a:cs typeface="Calibri"/>
              </a:rPr>
              <a:t>TEM 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latin typeface="Cambria"/>
                <a:cs typeface="Cambria"/>
              </a:rPr>
              <a:t>Non-</a:t>
            </a:r>
            <a:r>
              <a:rPr dirty="0">
                <a:latin typeface="Cambria"/>
                <a:cs typeface="Cambria"/>
              </a:rPr>
              <a:t>Functional</a:t>
            </a:r>
            <a:r>
              <a:rPr dirty="0" spc="-105">
                <a:latin typeface="Cambria"/>
                <a:cs typeface="Cambria"/>
              </a:rPr>
              <a:t> </a:t>
            </a:r>
            <a:r>
              <a:rPr dirty="0" spc="-10">
                <a:latin typeface="Cambria"/>
                <a:cs typeface="Cambria"/>
              </a:rPr>
              <a:t>Requirements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04850" y="2114550"/>
            <a:ext cx="5657850" cy="3257550"/>
            <a:chOff x="704850" y="2114550"/>
            <a:chExt cx="5657850" cy="32575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4850" y="2114550"/>
              <a:ext cx="5657850" cy="32575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22960" y="2194560"/>
              <a:ext cx="5417820" cy="3017520"/>
            </a:xfrm>
            <a:custGeom>
              <a:avLst/>
              <a:gdLst/>
              <a:ahLst/>
              <a:cxnLst/>
              <a:rect l="l" t="t" r="r" b="b"/>
              <a:pathLst>
                <a:path w="5417820" h="3017520">
                  <a:moveTo>
                    <a:pt x="137147" y="0"/>
                  </a:moveTo>
                  <a:lnTo>
                    <a:pt x="95186" y="6553"/>
                  </a:lnTo>
                  <a:lnTo>
                    <a:pt x="53644" y="28321"/>
                  </a:lnTo>
                  <a:lnTo>
                    <a:pt x="20662" y="64719"/>
                  </a:lnTo>
                  <a:lnTo>
                    <a:pt x="2197" y="112585"/>
                  </a:lnTo>
                  <a:lnTo>
                    <a:pt x="0" y="2880372"/>
                  </a:lnTo>
                  <a:lnTo>
                    <a:pt x="876" y="2896044"/>
                  </a:lnTo>
                  <a:lnTo>
                    <a:pt x="14122" y="2941040"/>
                  </a:lnTo>
                  <a:lnTo>
                    <a:pt x="38582" y="2975762"/>
                  </a:lnTo>
                  <a:lnTo>
                    <a:pt x="80543" y="3005315"/>
                  </a:lnTo>
                  <a:lnTo>
                    <a:pt x="128181" y="3017240"/>
                  </a:lnTo>
                  <a:lnTo>
                    <a:pt x="5285168" y="3017469"/>
                  </a:lnTo>
                  <a:lnTo>
                    <a:pt x="5303024" y="3015703"/>
                  </a:lnTo>
                  <a:lnTo>
                    <a:pt x="5347309" y="3000273"/>
                  </a:lnTo>
                  <a:lnTo>
                    <a:pt x="5380786" y="2974136"/>
                  </a:lnTo>
                  <a:lnTo>
                    <a:pt x="5408244" y="2930779"/>
                  </a:lnTo>
                  <a:lnTo>
                    <a:pt x="5417540" y="2889351"/>
                  </a:lnTo>
                  <a:lnTo>
                    <a:pt x="5417820" y="137147"/>
                  </a:lnTo>
                  <a:lnTo>
                    <a:pt x="5416943" y="121475"/>
                  </a:lnTo>
                  <a:lnTo>
                    <a:pt x="5405615" y="80543"/>
                  </a:lnTo>
                  <a:lnTo>
                    <a:pt x="5376062" y="38582"/>
                  </a:lnTo>
                  <a:lnTo>
                    <a:pt x="5337289" y="12204"/>
                  </a:lnTo>
                  <a:lnTo>
                    <a:pt x="5289651" y="279"/>
                  </a:lnTo>
                  <a:lnTo>
                    <a:pt x="1371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24712" y="2496311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80" h="754380">
                  <a:moveTo>
                    <a:pt x="377190" y="0"/>
                  </a:moveTo>
                  <a:lnTo>
                    <a:pt x="329878" y="2938"/>
                  </a:lnTo>
                  <a:lnTo>
                    <a:pt x="284319" y="11519"/>
                  </a:lnTo>
                  <a:lnTo>
                    <a:pt x="240867" y="25388"/>
                  </a:lnTo>
                  <a:lnTo>
                    <a:pt x="199875" y="44193"/>
                  </a:lnTo>
                  <a:lnTo>
                    <a:pt x="161697" y="67579"/>
                  </a:lnTo>
                  <a:lnTo>
                    <a:pt x="126687" y="95193"/>
                  </a:lnTo>
                  <a:lnTo>
                    <a:pt x="95197" y="126682"/>
                  </a:lnTo>
                  <a:lnTo>
                    <a:pt x="67582" y="161692"/>
                  </a:lnTo>
                  <a:lnTo>
                    <a:pt x="44195" y="199870"/>
                  </a:lnTo>
                  <a:lnTo>
                    <a:pt x="25390" y="240862"/>
                  </a:lnTo>
                  <a:lnTo>
                    <a:pt x="11520" y="284315"/>
                  </a:lnTo>
                  <a:lnTo>
                    <a:pt x="2939" y="329875"/>
                  </a:lnTo>
                  <a:lnTo>
                    <a:pt x="0" y="377190"/>
                  </a:lnTo>
                  <a:lnTo>
                    <a:pt x="2939" y="424501"/>
                  </a:lnTo>
                  <a:lnTo>
                    <a:pt x="11520" y="470060"/>
                  </a:lnTo>
                  <a:lnTo>
                    <a:pt x="25390" y="513512"/>
                  </a:lnTo>
                  <a:lnTo>
                    <a:pt x="44195" y="554504"/>
                  </a:lnTo>
                  <a:lnTo>
                    <a:pt x="67582" y="592682"/>
                  </a:lnTo>
                  <a:lnTo>
                    <a:pt x="95197" y="627692"/>
                  </a:lnTo>
                  <a:lnTo>
                    <a:pt x="126687" y="659182"/>
                  </a:lnTo>
                  <a:lnTo>
                    <a:pt x="161697" y="686797"/>
                  </a:lnTo>
                  <a:lnTo>
                    <a:pt x="199875" y="710184"/>
                  </a:lnTo>
                  <a:lnTo>
                    <a:pt x="240867" y="728989"/>
                  </a:lnTo>
                  <a:lnTo>
                    <a:pt x="284319" y="742859"/>
                  </a:lnTo>
                  <a:lnTo>
                    <a:pt x="329878" y="751440"/>
                  </a:lnTo>
                  <a:lnTo>
                    <a:pt x="377190" y="754380"/>
                  </a:lnTo>
                  <a:lnTo>
                    <a:pt x="424504" y="751440"/>
                  </a:lnTo>
                  <a:lnTo>
                    <a:pt x="470064" y="742859"/>
                  </a:lnTo>
                  <a:lnTo>
                    <a:pt x="513517" y="728989"/>
                  </a:lnTo>
                  <a:lnTo>
                    <a:pt x="554509" y="710184"/>
                  </a:lnTo>
                  <a:lnTo>
                    <a:pt x="592687" y="686797"/>
                  </a:lnTo>
                  <a:lnTo>
                    <a:pt x="627697" y="659182"/>
                  </a:lnTo>
                  <a:lnTo>
                    <a:pt x="659186" y="627692"/>
                  </a:lnTo>
                  <a:lnTo>
                    <a:pt x="686800" y="592682"/>
                  </a:lnTo>
                  <a:lnTo>
                    <a:pt x="710186" y="554504"/>
                  </a:lnTo>
                  <a:lnTo>
                    <a:pt x="728991" y="513512"/>
                  </a:lnTo>
                  <a:lnTo>
                    <a:pt x="742860" y="470060"/>
                  </a:lnTo>
                  <a:lnTo>
                    <a:pt x="751441" y="424501"/>
                  </a:lnTo>
                  <a:lnTo>
                    <a:pt x="754380" y="377190"/>
                  </a:lnTo>
                  <a:lnTo>
                    <a:pt x="751441" y="329875"/>
                  </a:lnTo>
                  <a:lnTo>
                    <a:pt x="742860" y="284315"/>
                  </a:lnTo>
                  <a:lnTo>
                    <a:pt x="728991" y="240862"/>
                  </a:lnTo>
                  <a:lnTo>
                    <a:pt x="710186" y="199870"/>
                  </a:lnTo>
                  <a:lnTo>
                    <a:pt x="686800" y="161692"/>
                  </a:lnTo>
                  <a:lnTo>
                    <a:pt x="659186" y="126682"/>
                  </a:lnTo>
                  <a:lnTo>
                    <a:pt x="627697" y="95193"/>
                  </a:lnTo>
                  <a:lnTo>
                    <a:pt x="592687" y="67579"/>
                  </a:lnTo>
                  <a:lnTo>
                    <a:pt x="554509" y="44193"/>
                  </a:lnTo>
                  <a:lnTo>
                    <a:pt x="513517" y="25388"/>
                  </a:lnTo>
                  <a:lnTo>
                    <a:pt x="470064" y="11519"/>
                  </a:lnTo>
                  <a:lnTo>
                    <a:pt x="424504" y="2938"/>
                  </a:lnTo>
                  <a:lnTo>
                    <a:pt x="377190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399086" y="2605823"/>
            <a:ext cx="2057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2011" y="3505408"/>
            <a:ext cx="161607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 b="1">
                <a:solidFill>
                  <a:srgbClr val="1B4A4A"/>
                </a:solidFill>
                <a:latin typeface="Cambria"/>
                <a:cs typeface="Cambria"/>
              </a:rPr>
              <a:t>Performance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12011" y="4416473"/>
            <a:ext cx="47142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The</a:t>
            </a:r>
            <a:r>
              <a:rPr dirty="0" sz="16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F332F"/>
                </a:solidFill>
                <a:latin typeface="Calibri"/>
                <a:cs typeface="Calibri"/>
              </a:rPr>
              <a:t>system</a:t>
            </a:r>
            <a:r>
              <a:rPr dirty="0" sz="16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should</a:t>
            </a:r>
            <a:r>
              <a:rPr dirty="0" sz="16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F332F"/>
                </a:solidFill>
                <a:latin typeface="Calibri"/>
                <a:cs typeface="Calibri"/>
              </a:rPr>
              <a:t>retrieve</a:t>
            </a:r>
            <a:r>
              <a:rPr dirty="0" sz="16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placement</a:t>
            </a:r>
            <a:r>
              <a:rPr dirty="0" sz="16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F332F"/>
                </a:solidFill>
                <a:latin typeface="Calibri"/>
                <a:cs typeface="Calibri"/>
              </a:rPr>
              <a:t>records</a:t>
            </a:r>
            <a:r>
              <a:rPr dirty="0" sz="16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F332F"/>
                </a:solidFill>
                <a:latin typeface="Calibri"/>
                <a:cs typeface="Calibri"/>
              </a:rPr>
              <a:t>efficiently.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05575" y="2114550"/>
            <a:ext cx="5657850" cy="3257550"/>
            <a:chOff x="6505575" y="2114550"/>
            <a:chExt cx="5657850" cy="325755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05575" y="2114550"/>
              <a:ext cx="5657850" cy="32575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624828" y="2194560"/>
              <a:ext cx="5417820" cy="3017520"/>
            </a:xfrm>
            <a:custGeom>
              <a:avLst/>
              <a:gdLst/>
              <a:ahLst/>
              <a:cxnLst/>
              <a:rect l="l" t="t" r="r" b="b"/>
              <a:pathLst>
                <a:path w="5417820" h="3017520">
                  <a:moveTo>
                    <a:pt x="137147" y="0"/>
                  </a:moveTo>
                  <a:lnTo>
                    <a:pt x="95186" y="6553"/>
                  </a:lnTo>
                  <a:lnTo>
                    <a:pt x="53644" y="28321"/>
                  </a:lnTo>
                  <a:lnTo>
                    <a:pt x="20662" y="64719"/>
                  </a:lnTo>
                  <a:lnTo>
                    <a:pt x="2197" y="112585"/>
                  </a:lnTo>
                  <a:lnTo>
                    <a:pt x="0" y="2880372"/>
                  </a:lnTo>
                  <a:lnTo>
                    <a:pt x="876" y="2896044"/>
                  </a:lnTo>
                  <a:lnTo>
                    <a:pt x="14122" y="2941040"/>
                  </a:lnTo>
                  <a:lnTo>
                    <a:pt x="38582" y="2975762"/>
                  </a:lnTo>
                  <a:lnTo>
                    <a:pt x="80543" y="3005315"/>
                  </a:lnTo>
                  <a:lnTo>
                    <a:pt x="128181" y="3017240"/>
                  </a:lnTo>
                  <a:lnTo>
                    <a:pt x="5285168" y="3017469"/>
                  </a:lnTo>
                  <a:lnTo>
                    <a:pt x="5303024" y="3015703"/>
                  </a:lnTo>
                  <a:lnTo>
                    <a:pt x="5347309" y="3000273"/>
                  </a:lnTo>
                  <a:lnTo>
                    <a:pt x="5380786" y="2974136"/>
                  </a:lnTo>
                  <a:lnTo>
                    <a:pt x="5408244" y="2930779"/>
                  </a:lnTo>
                  <a:lnTo>
                    <a:pt x="5417540" y="2889351"/>
                  </a:lnTo>
                  <a:lnTo>
                    <a:pt x="5417820" y="137147"/>
                  </a:lnTo>
                  <a:lnTo>
                    <a:pt x="5416943" y="121475"/>
                  </a:lnTo>
                  <a:lnTo>
                    <a:pt x="5405615" y="80543"/>
                  </a:lnTo>
                  <a:lnTo>
                    <a:pt x="5376062" y="38582"/>
                  </a:lnTo>
                  <a:lnTo>
                    <a:pt x="5337289" y="12204"/>
                  </a:lnTo>
                  <a:lnTo>
                    <a:pt x="5289651" y="279"/>
                  </a:lnTo>
                  <a:lnTo>
                    <a:pt x="1371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926580" y="2496311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80">
                  <a:moveTo>
                    <a:pt x="377189" y="0"/>
                  </a:moveTo>
                  <a:lnTo>
                    <a:pt x="329875" y="2938"/>
                  </a:lnTo>
                  <a:lnTo>
                    <a:pt x="284315" y="11519"/>
                  </a:lnTo>
                  <a:lnTo>
                    <a:pt x="240862" y="25388"/>
                  </a:lnTo>
                  <a:lnTo>
                    <a:pt x="199870" y="44193"/>
                  </a:lnTo>
                  <a:lnTo>
                    <a:pt x="161692" y="67579"/>
                  </a:lnTo>
                  <a:lnTo>
                    <a:pt x="126682" y="95193"/>
                  </a:lnTo>
                  <a:lnTo>
                    <a:pt x="95193" y="126682"/>
                  </a:lnTo>
                  <a:lnTo>
                    <a:pt x="67579" y="161692"/>
                  </a:lnTo>
                  <a:lnTo>
                    <a:pt x="44193" y="199870"/>
                  </a:lnTo>
                  <a:lnTo>
                    <a:pt x="25388" y="240862"/>
                  </a:lnTo>
                  <a:lnTo>
                    <a:pt x="11519" y="284315"/>
                  </a:lnTo>
                  <a:lnTo>
                    <a:pt x="2938" y="329875"/>
                  </a:lnTo>
                  <a:lnTo>
                    <a:pt x="0" y="377190"/>
                  </a:lnTo>
                  <a:lnTo>
                    <a:pt x="2938" y="424501"/>
                  </a:lnTo>
                  <a:lnTo>
                    <a:pt x="11519" y="470060"/>
                  </a:lnTo>
                  <a:lnTo>
                    <a:pt x="25388" y="513512"/>
                  </a:lnTo>
                  <a:lnTo>
                    <a:pt x="44193" y="554504"/>
                  </a:lnTo>
                  <a:lnTo>
                    <a:pt x="67579" y="592682"/>
                  </a:lnTo>
                  <a:lnTo>
                    <a:pt x="95193" y="627692"/>
                  </a:lnTo>
                  <a:lnTo>
                    <a:pt x="126682" y="659182"/>
                  </a:lnTo>
                  <a:lnTo>
                    <a:pt x="161692" y="686797"/>
                  </a:lnTo>
                  <a:lnTo>
                    <a:pt x="199870" y="710184"/>
                  </a:lnTo>
                  <a:lnTo>
                    <a:pt x="240862" y="728989"/>
                  </a:lnTo>
                  <a:lnTo>
                    <a:pt x="284315" y="742859"/>
                  </a:lnTo>
                  <a:lnTo>
                    <a:pt x="329875" y="751440"/>
                  </a:lnTo>
                  <a:lnTo>
                    <a:pt x="377189" y="754380"/>
                  </a:lnTo>
                  <a:lnTo>
                    <a:pt x="424501" y="751440"/>
                  </a:lnTo>
                  <a:lnTo>
                    <a:pt x="470060" y="742859"/>
                  </a:lnTo>
                  <a:lnTo>
                    <a:pt x="513512" y="728989"/>
                  </a:lnTo>
                  <a:lnTo>
                    <a:pt x="554504" y="710184"/>
                  </a:lnTo>
                  <a:lnTo>
                    <a:pt x="592682" y="686797"/>
                  </a:lnTo>
                  <a:lnTo>
                    <a:pt x="627692" y="659182"/>
                  </a:lnTo>
                  <a:lnTo>
                    <a:pt x="659182" y="627692"/>
                  </a:lnTo>
                  <a:lnTo>
                    <a:pt x="686797" y="592682"/>
                  </a:lnTo>
                  <a:lnTo>
                    <a:pt x="710184" y="554504"/>
                  </a:lnTo>
                  <a:lnTo>
                    <a:pt x="728989" y="513512"/>
                  </a:lnTo>
                  <a:lnTo>
                    <a:pt x="742859" y="470060"/>
                  </a:lnTo>
                  <a:lnTo>
                    <a:pt x="751440" y="424501"/>
                  </a:lnTo>
                  <a:lnTo>
                    <a:pt x="754379" y="377190"/>
                  </a:lnTo>
                  <a:lnTo>
                    <a:pt x="751440" y="329875"/>
                  </a:lnTo>
                  <a:lnTo>
                    <a:pt x="742859" y="284315"/>
                  </a:lnTo>
                  <a:lnTo>
                    <a:pt x="728989" y="240862"/>
                  </a:lnTo>
                  <a:lnTo>
                    <a:pt x="710184" y="199870"/>
                  </a:lnTo>
                  <a:lnTo>
                    <a:pt x="686797" y="161692"/>
                  </a:lnTo>
                  <a:lnTo>
                    <a:pt x="659182" y="126682"/>
                  </a:lnTo>
                  <a:lnTo>
                    <a:pt x="627692" y="95193"/>
                  </a:lnTo>
                  <a:lnTo>
                    <a:pt x="592682" y="67579"/>
                  </a:lnTo>
                  <a:lnTo>
                    <a:pt x="554504" y="44193"/>
                  </a:lnTo>
                  <a:lnTo>
                    <a:pt x="513512" y="25388"/>
                  </a:lnTo>
                  <a:lnTo>
                    <a:pt x="470060" y="11519"/>
                  </a:lnTo>
                  <a:lnTo>
                    <a:pt x="424501" y="2938"/>
                  </a:lnTo>
                  <a:lnTo>
                    <a:pt x="377189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200954" y="2605823"/>
            <a:ext cx="2057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13880" y="3505408"/>
            <a:ext cx="103695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 b="1">
                <a:solidFill>
                  <a:srgbClr val="1B4A4A"/>
                </a:solidFill>
                <a:latin typeface="Cambria"/>
                <a:cs typeface="Cambria"/>
              </a:rPr>
              <a:t>Security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13880" y="4232375"/>
            <a:ext cx="4789805" cy="596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100"/>
              </a:spcBef>
            </a:pP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Only</a:t>
            </a:r>
            <a:r>
              <a:rPr dirty="0" sz="1600" spc="-2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F332F"/>
                </a:solidFill>
                <a:latin typeface="Calibri"/>
                <a:cs typeface="Calibri"/>
              </a:rPr>
              <a:t>authorized</a:t>
            </a:r>
            <a:r>
              <a:rPr dirty="0" sz="1600" spc="-2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users</a:t>
            </a:r>
            <a:r>
              <a:rPr dirty="0" sz="1600" spc="-2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should</a:t>
            </a:r>
            <a:r>
              <a:rPr dirty="0" sz="1600" spc="-2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be</a:t>
            </a:r>
            <a:r>
              <a:rPr dirty="0" sz="1600" spc="-2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able</a:t>
            </a:r>
            <a:r>
              <a:rPr dirty="0" sz="1600" spc="-2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to</a:t>
            </a:r>
            <a:r>
              <a:rPr dirty="0" sz="1600" spc="-2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modify</a:t>
            </a:r>
            <a:r>
              <a:rPr dirty="0" sz="1600" spc="-2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F332F"/>
                </a:solidFill>
                <a:latin typeface="Calibri"/>
                <a:cs typeface="Calibri"/>
              </a:rPr>
              <a:t>important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placement</a:t>
            </a:r>
            <a:r>
              <a:rPr dirty="0" sz="1600" spc="-7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 spc="-20">
                <a:solidFill>
                  <a:srgbClr val="1F332F"/>
                </a:solidFill>
                <a:latin typeface="Calibri"/>
                <a:cs typeface="Calibri"/>
              </a:rPr>
              <a:t>data.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2306300" y="2114550"/>
            <a:ext cx="5657850" cy="3257550"/>
            <a:chOff x="12306300" y="2114550"/>
            <a:chExt cx="5657850" cy="325755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06300" y="2114550"/>
              <a:ext cx="5657850" cy="325755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426694" y="2194560"/>
              <a:ext cx="5417820" cy="3017520"/>
            </a:xfrm>
            <a:custGeom>
              <a:avLst/>
              <a:gdLst/>
              <a:ahLst/>
              <a:cxnLst/>
              <a:rect l="l" t="t" r="r" b="b"/>
              <a:pathLst>
                <a:path w="5417819" h="3017520">
                  <a:moveTo>
                    <a:pt x="137147" y="0"/>
                  </a:moveTo>
                  <a:lnTo>
                    <a:pt x="95186" y="6553"/>
                  </a:lnTo>
                  <a:lnTo>
                    <a:pt x="53644" y="28321"/>
                  </a:lnTo>
                  <a:lnTo>
                    <a:pt x="20662" y="64719"/>
                  </a:lnTo>
                  <a:lnTo>
                    <a:pt x="2197" y="112585"/>
                  </a:lnTo>
                  <a:lnTo>
                    <a:pt x="0" y="2880372"/>
                  </a:lnTo>
                  <a:lnTo>
                    <a:pt x="876" y="2896044"/>
                  </a:lnTo>
                  <a:lnTo>
                    <a:pt x="14122" y="2941040"/>
                  </a:lnTo>
                  <a:lnTo>
                    <a:pt x="38582" y="2975762"/>
                  </a:lnTo>
                  <a:lnTo>
                    <a:pt x="80543" y="3005315"/>
                  </a:lnTo>
                  <a:lnTo>
                    <a:pt x="128181" y="3017240"/>
                  </a:lnTo>
                  <a:lnTo>
                    <a:pt x="5285168" y="3017469"/>
                  </a:lnTo>
                  <a:lnTo>
                    <a:pt x="5303024" y="3015703"/>
                  </a:lnTo>
                  <a:lnTo>
                    <a:pt x="5347309" y="3000273"/>
                  </a:lnTo>
                  <a:lnTo>
                    <a:pt x="5380786" y="2974136"/>
                  </a:lnTo>
                  <a:lnTo>
                    <a:pt x="5408244" y="2930779"/>
                  </a:lnTo>
                  <a:lnTo>
                    <a:pt x="5417540" y="2889351"/>
                  </a:lnTo>
                  <a:lnTo>
                    <a:pt x="5417820" y="137147"/>
                  </a:lnTo>
                  <a:lnTo>
                    <a:pt x="5416943" y="121475"/>
                  </a:lnTo>
                  <a:lnTo>
                    <a:pt x="5405615" y="80543"/>
                  </a:lnTo>
                  <a:lnTo>
                    <a:pt x="5379237" y="41757"/>
                  </a:lnTo>
                  <a:lnTo>
                    <a:pt x="5337289" y="12204"/>
                  </a:lnTo>
                  <a:lnTo>
                    <a:pt x="5289651" y="279"/>
                  </a:lnTo>
                  <a:lnTo>
                    <a:pt x="1371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2728448" y="2496311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80" h="754380">
                  <a:moveTo>
                    <a:pt x="377189" y="0"/>
                  </a:moveTo>
                  <a:lnTo>
                    <a:pt x="329875" y="2938"/>
                  </a:lnTo>
                  <a:lnTo>
                    <a:pt x="284315" y="11519"/>
                  </a:lnTo>
                  <a:lnTo>
                    <a:pt x="240862" y="25388"/>
                  </a:lnTo>
                  <a:lnTo>
                    <a:pt x="199870" y="44193"/>
                  </a:lnTo>
                  <a:lnTo>
                    <a:pt x="161692" y="67579"/>
                  </a:lnTo>
                  <a:lnTo>
                    <a:pt x="126682" y="95193"/>
                  </a:lnTo>
                  <a:lnTo>
                    <a:pt x="95193" y="126682"/>
                  </a:lnTo>
                  <a:lnTo>
                    <a:pt x="67579" y="161692"/>
                  </a:lnTo>
                  <a:lnTo>
                    <a:pt x="44193" y="199870"/>
                  </a:lnTo>
                  <a:lnTo>
                    <a:pt x="25388" y="240862"/>
                  </a:lnTo>
                  <a:lnTo>
                    <a:pt x="11519" y="284315"/>
                  </a:lnTo>
                  <a:lnTo>
                    <a:pt x="2938" y="329875"/>
                  </a:lnTo>
                  <a:lnTo>
                    <a:pt x="0" y="377190"/>
                  </a:lnTo>
                  <a:lnTo>
                    <a:pt x="2938" y="424501"/>
                  </a:lnTo>
                  <a:lnTo>
                    <a:pt x="11519" y="470060"/>
                  </a:lnTo>
                  <a:lnTo>
                    <a:pt x="25388" y="513512"/>
                  </a:lnTo>
                  <a:lnTo>
                    <a:pt x="44193" y="554504"/>
                  </a:lnTo>
                  <a:lnTo>
                    <a:pt x="67579" y="592682"/>
                  </a:lnTo>
                  <a:lnTo>
                    <a:pt x="95193" y="627692"/>
                  </a:lnTo>
                  <a:lnTo>
                    <a:pt x="126682" y="659182"/>
                  </a:lnTo>
                  <a:lnTo>
                    <a:pt x="161692" y="686797"/>
                  </a:lnTo>
                  <a:lnTo>
                    <a:pt x="199870" y="710184"/>
                  </a:lnTo>
                  <a:lnTo>
                    <a:pt x="240862" y="728989"/>
                  </a:lnTo>
                  <a:lnTo>
                    <a:pt x="284315" y="742859"/>
                  </a:lnTo>
                  <a:lnTo>
                    <a:pt x="329875" y="751440"/>
                  </a:lnTo>
                  <a:lnTo>
                    <a:pt x="377189" y="754380"/>
                  </a:lnTo>
                  <a:lnTo>
                    <a:pt x="424504" y="751440"/>
                  </a:lnTo>
                  <a:lnTo>
                    <a:pt x="470064" y="742859"/>
                  </a:lnTo>
                  <a:lnTo>
                    <a:pt x="513517" y="728989"/>
                  </a:lnTo>
                  <a:lnTo>
                    <a:pt x="554509" y="710184"/>
                  </a:lnTo>
                  <a:lnTo>
                    <a:pt x="592687" y="686797"/>
                  </a:lnTo>
                  <a:lnTo>
                    <a:pt x="627697" y="659182"/>
                  </a:lnTo>
                  <a:lnTo>
                    <a:pt x="659186" y="627692"/>
                  </a:lnTo>
                  <a:lnTo>
                    <a:pt x="686800" y="592682"/>
                  </a:lnTo>
                  <a:lnTo>
                    <a:pt x="710186" y="554504"/>
                  </a:lnTo>
                  <a:lnTo>
                    <a:pt x="728991" y="513512"/>
                  </a:lnTo>
                  <a:lnTo>
                    <a:pt x="742860" y="470060"/>
                  </a:lnTo>
                  <a:lnTo>
                    <a:pt x="751441" y="424501"/>
                  </a:lnTo>
                  <a:lnTo>
                    <a:pt x="754379" y="377190"/>
                  </a:lnTo>
                  <a:lnTo>
                    <a:pt x="751441" y="329875"/>
                  </a:lnTo>
                  <a:lnTo>
                    <a:pt x="742860" y="284315"/>
                  </a:lnTo>
                  <a:lnTo>
                    <a:pt x="728991" y="240862"/>
                  </a:lnTo>
                  <a:lnTo>
                    <a:pt x="710186" y="199870"/>
                  </a:lnTo>
                  <a:lnTo>
                    <a:pt x="686800" y="161692"/>
                  </a:lnTo>
                  <a:lnTo>
                    <a:pt x="659186" y="126682"/>
                  </a:lnTo>
                  <a:lnTo>
                    <a:pt x="627697" y="95193"/>
                  </a:lnTo>
                  <a:lnTo>
                    <a:pt x="592687" y="67579"/>
                  </a:lnTo>
                  <a:lnTo>
                    <a:pt x="554509" y="44193"/>
                  </a:lnTo>
                  <a:lnTo>
                    <a:pt x="513517" y="25388"/>
                  </a:lnTo>
                  <a:lnTo>
                    <a:pt x="470064" y="11519"/>
                  </a:lnTo>
                  <a:lnTo>
                    <a:pt x="424504" y="2938"/>
                  </a:lnTo>
                  <a:lnTo>
                    <a:pt x="377189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3002821" y="2605823"/>
            <a:ext cx="2057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715747" y="3505408"/>
            <a:ext cx="129476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 b="1">
                <a:solidFill>
                  <a:srgbClr val="1B4A4A"/>
                </a:solidFill>
                <a:latin typeface="Cambria"/>
                <a:cs typeface="Cambria"/>
              </a:rPr>
              <a:t>Reliability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715747" y="4232375"/>
            <a:ext cx="4319270" cy="596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100"/>
              </a:spcBef>
            </a:pP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The</a:t>
            </a:r>
            <a:r>
              <a:rPr dirty="0" sz="16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F332F"/>
                </a:solidFill>
                <a:latin typeface="Calibri"/>
                <a:cs typeface="Calibri"/>
              </a:rPr>
              <a:t>system</a:t>
            </a:r>
            <a:r>
              <a:rPr dirty="0" sz="16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should</a:t>
            </a:r>
            <a:r>
              <a:rPr dirty="0" sz="16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maintain</a:t>
            </a:r>
            <a:r>
              <a:rPr dirty="0" sz="16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accurate</a:t>
            </a:r>
            <a:r>
              <a:rPr dirty="0" sz="16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and</a:t>
            </a:r>
            <a:r>
              <a:rPr dirty="0" sz="16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F332F"/>
                </a:solidFill>
                <a:latin typeface="Calibri"/>
                <a:cs typeface="Calibri"/>
              </a:rPr>
              <a:t>consistent records.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04850" y="5543550"/>
            <a:ext cx="5657850" cy="3257550"/>
            <a:chOff x="704850" y="5543550"/>
            <a:chExt cx="5657850" cy="3257550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850" y="5543550"/>
              <a:ext cx="5657850" cy="325755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22960" y="5623560"/>
              <a:ext cx="5417820" cy="3017520"/>
            </a:xfrm>
            <a:custGeom>
              <a:avLst/>
              <a:gdLst/>
              <a:ahLst/>
              <a:cxnLst/>
              <a:rect l="l" t="t" r="r" b="b"/>
              <a:pathLst>
                <a:path w="5417820" h="3017520">
                  <a:moveTo>
                    <a:pt x="137147" y="0"/>
                  </a:moveTo>
                  <a:lnTo>
                    <a:pt x="95186" y="6553"/>
                  </a:lnTo>
                  <a:lnTo>
                    <a:pt x="53644" y="28321"/>
                  </a:lnTo>
                  <a:lnTo>
                    <a:pt x="20662" y="64719"/>
                  </a:lnTo>
                  <a:lnTo>
                    <a:pt x="2197" y="112585"/>
                  </a:lnTo>
                  <a:lnTo>
                    <a:pt x="0" y="2880372"/>
                  </a:lnTo>
                  <a:lnTo>
                    <a:pt x="876" y="2896044"/>
                  </a:lnTo>
                  <a:lnTo>
                    <a:pt x="14122" y="2941040"/>
                  </a:lnTo>
                  <a:lnTo>
                    <a:pt x="38582" y="2975762"/>
                  </a:lnTo>
                  <a:lnTo>
                    <a:pt x="80543" y="3005315"/>
                  </a:lnTo>
                  <a:lnTo>
                    <a:pt x="128181" y="3017240"/>
                  </a:lnTo>
                  <a:lnTo>
                    <a:pt x="5285168" y="3017469"/>
                  </a:lnTo>
                  <a:lnTo>
                    <a:pt x="5303024" y="3015703"/>
                  </a:lnTo>
                  <a:lnTo>
                    <a:pt x="5347309" y="3000273"/>
                  </a:lnTo>
                  <a:lnTo>
                    <a:pt x="5380786" y="2974136"/>
                  </a:lnTo>
                  <a:lnTo>
                    <a:pt x="5408244" y="2930779"/>
                  </a:lnTo>
                  <a:lnTo>
                    <a:pt x="5417540" y="2889338"/>
                  </a:lnTo>
                  <a:lnTo>
                    <a:pt x="5417820" y="137147"/>
                  </a:lnTo>
                  <a:lnTo>
                    <a:pt x="5416943" y="121475"/>
                  </a:lnTo>
                  <a:lnTo>
                    <a:pt x="5405615" y="80543"/>
                  </a:lnTo>
                  <a:lnTo>
                    <a:pt x="5379237" y="41757"/>
                  </a:lnTo>
                  <a:lnTo>
                    <a:pt x="5337289" y="12204"/>
                  </a:lnTo>
                  <a:lnTo>
                    <a:pt x="5289651" y="279"/>
                  </a:lnTo>
                  <a:lnTo>
                    <a:pt x="1371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124712" y="5925311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80" h="754379">
                  <a:moveTo>
                    <a:pt x="377190" y="0"/>
                  </a:moveTo>
                  <a:lnTo>
                    <a:pt x="329878" y="2938"/>
                  </a:lnTo>
                  <a:lnTo>
                    <a:pt x="284319" y="11519"/>
                  </a:lnTo>
                  <a:lnTo>
                    <a:pt x="240867" y="25388"/>
                  </a:lnTo>
                  <a:lnTo>
                    <a:pt x="199875" y="44193"/>
                  </a:lnTo>
                  <a:lnTo>
                    <a:pt x="161697" y="67579"/>
                  </a:lnTo>
                  <a:lnTo>
                    <a:pt x="126687" y="95193"/>
                  </a:lnTo>
                  <a:lnTo>
                    <a:pt x="95197" y="126682"/>
                  </a:lnTo>
                  <a:lnTo>
                    <a:pt x="67582" y="161692"/>
                  </a:lnTo>
                  <a:lnTo>
                    <a:pt x="44195" y="199870"/>
                  </a:lnTo>
                  <a:lnTo>
                    <a:pt x="25390" y="240862"/>
                  </a:lnTo>
                  <a:lnTo>
                    <a:pt x="11520" y="284315"/>
                  </a:lnTo>
                  <a:lnTo>
                    <a:pt x="2939" y="329875"/>
                  </a:lnTo>
                  <a:lnTo>
                    <a:pt x="0" y="377189"/>
                  </a:lnTo>
                  <a:lnTo>
                    <a:pt x="2939" y="424501"/>
                  </a:lnTo>
                  <a:lnTo>
                    <a:pt x="11520" y="470060"/>
                  </a:lnTo>
                  <a:lnTo>
                    <a:pt x="25390" y="513512"/>
                  </a:lnTo>
                  <a:lnTo>
                    <a:pt x="44195" y="554504"/>
                  </a:lnTo>
                  <a:lnTo>
                    <a:pt x="67582" y="592682"/>
                  </a:lnTo>
                  <a:lnTo>
                    <a:pt x="95197" y="627692"/>
                  </a:lnTo>
                  <a:lnTo>
                    <a:pt x="126687" y="659182"/>
                  </a:lnTo>
                  <a:lnTo>
                    <a:pt x="161697" y="686797"/>
                  </a:lnTo>
                  <a:lnTo>
                    <a:pt x="199875" y="710184"/>
                  </a:lnTo>
                  <a:lnTo>
                    <a:pt x="240867" y="728989"/>
                  </a:lnTo>
                  <a:lnTo>
                    <a:pt x="284319" y="742859"/>
                  </a:lnTo>
                  <a:lnTo>
                    <a:pt x="329878" y="751440"/>
                  </a:lnTo>
                  <a:lnTo>
                    <a:pt x="377190" y="754379"/>
                  </a:lnTo>
                  <a:lnTo>
                    <a:pt x="424504" y="751440"/>
                  </a:lnTo>
                  <a:lnTo>
                    <a:pt x="470064" y="742859"/>
                  </a:lnTo>
                  <a:lnTo>
                    <a:pt x="513517" y="728989"/>
                  </a:lnTo>
                  <a:lnTo>
                    <a:pt x="554509" y="710184"/>
                  </a:lnTo>
                  <a:lnTo>
                    <a:pt x="592687" y="686797"/>
                  </a:lnTo>
                  <a:lnTo>
                    <a:pt x="627697" y="659182"/>
                  </a:lnTo>
                  <a:lnTo>
                    <a:pt x="659186" y="627692"/>
                  </a:lnTo>
                  <a:lnTo>
                    <a:pt x="686800" y="592682"/>
                  </a:lnTo>
                  <a:lnTo>
                    <a:pt x="710186" y="554504"/>
                  </a:lnTo>
                  <a:lnTo>
                    <a:pt x="728991" y="513512"/>
                  </a:lnTo>
                  <a:lnTo>
                    <a:pt x="742860" y="470060"/>
                  </a:lnTo>
                  <a:lnTo>
                    <a:pt x="751441" y="424501"/>
                  </a:lnTo>
                  <a:lnTo>
                    <a:pt x="754380" y="377189"/>
                  </a:lnTo>
                  <a:lnTo>
                    <a:pt x="751441" y="329875"/>
                  </a:lnTo>
                  <a:lnTo>
                    <a:pt x="742860" y="284315"/>
                  </a:lnTo>
                  <a:lnTo>
                    <a:pt x="728991" y="240862"/>
                  </a:lnTo>
                  <a:lnTo>
                    <a:pt x="710186" y="199870"/>
                  </a:lnTo>
                  <a:lnTo>
                    <a:pt x="686800" y="161692"/>
                  </a:lnTo>
                  <a:lnTo>
                    <a:pt x="659186" y="126682"/>
                  </a:lnTo>
                  <a:lnTo>
                    <a:pt x="627697" y="95193"/>
                  </a:lnTo>
                  <a:lnTo>
                    <a:pt x="592687" y="67579"/>
                  </a:lnTo>
                  <a:lnTo>
                    <a:pt x="554509" y="44193"/>
                  </a:lnTo>
                  <a:lnTo>
                    <a:pt x="513517" y="25388"/>
                  </a:lnTo>
                  <a:lnTo>
                    <a:pt x="470064" y="11519"/>
                  </a:lnTo>
                  <a:lnTo>
                    <a:pt x="424504" y="2938"/>
                  </a:lnTo>
                  <a:lnTo>
                    <a:pt x="377190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399086" y="6034821"/>
            <a:ext cx="2057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12011" y="6934408"/>
            <a:ext cx="11182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 b="1">
                <a:solidFill>
                  <a:srgbClr val="1B4A4A"/>
                </a:solidFill>
                <a:latin typeface="Cambria"/>
                <a:cs typeface="Cambria"/>
              </a:rPr>
              <a:t>Usability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12011" y="7661374"/>
            <a:ext cx="4410075" cy="596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100"/>
              </a:spcBef>
            </a:pP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The</a:t>
            </a:r>
            <a:r>
              <a:rPr dirty="0" sz="1600" spc="-1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application</a:t>
            </a:r>
            <a:r>
              <a:rPr dirty="0" sz="1600" spc="-2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should</a:t>
            </a:r>
            <a:r>
              <a:rPr dirty="0" sz="1600" spc="-2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have</a:t>
            </a:r>
            <a:r>
              <a:rPr dirty="0" sz="1600" spc="-1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a</a:t>
            </a:r>
            <a:r>
              <a:rPr dirty="0" sz="1600" spc="-1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simple</a:t>
            </a:r>
            <a:r>
              <a:rPr dirty="0" sz="1600" spc="-1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and</a:t>
            </a:r>
            <a:r>
              <a:rPr dirty="0" sz="1600" spc="-2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 spc="-25">
                <a:solidFill>
                  <a:srgbClr val="1F332F"/>
                </a:solidFill>
                <a:latin typeface="Calibri"/>
                <a:cs typeface="Calibri"/>
              </a:rPr>
              <a:t>easy-</a:t>
            </a:r>
            <a:r>
              <a:rPr dirty="0" sz="1600" spc="-20">
                <a:solidFill>
                  <a:srgbClr val="1F332F"/>
                </a:solidFill>
                <a:latin typeface="Calibri"/>
                <a:cs typeface="Calibri"/>
              </a:rPr>
              <a:t>to-</a:t>
            </a:r>
            <a:r>
              <a:rPr dirty="0" sz="1600" spc="-25">
                <a:solidFill>
                  <a:srgbClr val="1F332F"/>
                </a:solidFill>
                <a:latin typeface="Calibri"/>
                <a:cs typeface="Calibri"/>
              </a:rPr>
              <a:t>use </a:t>
            </a:r>
            <a:r>
              <a:rPr dirty="0" sz="1600" spc="-10">
                <a:solidFill>
                  <a:srgbClr val="1F332F"/>
                </a:solidFill>
                <a:latin typeface="Calibri"/>
                <a:cs typeface="Calibri"/>
              </a:rPr>
              <a:t>interface.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505575" y="5543550"/>
            <a:ext cx="5657850" cy="3257550"/>
            <a:chOff x="6505575" y="5543550"/>
            <a:chExt cx="5657850" cy="3257550"/>
          </a:xfrm>
        </p:grpSpPr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05575" y="5543550"/>
              <a:ext cx="5657850" cy="325755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624828" y="5623560"/>
              <a:ext cx="5417820" cy="3017520"/>
            </a:xfrm>
            <a:custGeom>
              <a:avLst/>
              <a:gdLst/>
              <a:ahLst/>
              <a:cxnLst/>
              <a:rect l="l" t="t" r="r" b="b"/>
              <a:pathLst>
                <a:path w="5417820" h="3017520">
                  <a:moveTo>
                    <a:pt x="137147" y="0"/>
                  </a:moveTo>
                  <a:lnTo>
                    <a:pt x="95186" y="6553"/>
                  </a:lnTo>
                  <a:lnTo>
                    <a:pt x="53644" y="28321"/>
                  </a:lnTo>
                  <a:lnTo>
                    <a:pt x="20662" y="64719"/>
                  </a:lnTo>
                  <a:lnTo>
                    <a:pt x="2197" y="112585"/>
                  </a:lnTo>
                  <a:lnTo>
                    <a:pt x="0" y="2880372"/>
                  </a:lnTo>
                  <a:lnTo>
                    <a:pt x="876" y="2896044"/>
                  </a:lnTo>
                  <a:lnTo>
                    <a:pt x="14122" y="2941040"/>
                  </a:lnTo>
                  <a:lnTo>
                    <a:pt x="38582" y="2975762"/>
                  </a:lnTo>
                  <a:lnTo>
                    <a:pt x="80543" y="3005315"/>
                  </a:lnTo>
                  <a:lnTo>
                    <a:pt x="128181" y="3017240"/>
                  </a:lnTo>
                  <a:lnTo>
                    <a:pt x="5285168" y="3017469"/>
                  </a:lnTo>
                  <a:lnTo>
                    <a:pt x="5303024" y="3015703"/>
                  </a:lnTo>
                  <a:lnTo>
                    <a:pt x="5347309" y="3000273"/>
                  </a:lnTo>
                  <a:lnTo>
                    <a:pt x="5380786" y="2974136"/>
                  </a:lnTo>
                  <a:lnTo>
                    <a:pt x="5408244" y="2930779"/>
                  </a:lnTo>
                  <a:lnTo>
                    <a:pt x="5417540" y="2889338"/>
                  </a:lnTo>
                  <a:lnTo>
                    <a:pt x="5417820" y="137147"/>
                  </a:lnTo>
                  <a:lnTo>
                    <a:pt x="5416943" y="121475"/>
                  </a:lnTo>
                  <a:lnTo>
                    <a:pt x="5405615" y="80543"/>
                  </a:lnTo>
                  <a:lnTo>
                    <a:pt x="5379237" y="41757"/>
                  </a:lnTo>
                  <a:lnTo>
                    <a:pt x="5337289" y="12204"/>
                  </a:lnTo>
                  <a:lnTo>
                    <a:pt x="5289651" y="279"/>
                  </a:lnTo>
                  <a:lnTo>
                    <a:pt x="1371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926580" y="5925311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79" h="754379">
                  <a:moveTo>
                    <a:pt x="377189" y="0"/>
                  </a:moveTo>
                  <a:lnTo>
                    <a:pt x="329875" y="2938"/>
                  </a:lnTo>
                  <a:lnTo>
                    <a:pt x="284315" y="11519"/>
                  </a:lnTo>
                  <a:lnTo>
                    <a:pt x="240862" y="25388"/>
                  </a:lnTo>
                  <a:lnTo>
                    <a:pt x="199870" y="44193"/>
                  </a:lnTo>
                  <a:lnTo>
                    <a:pt x="161692" y="67579"/>
                  </a:lnTo>
                  <a:lnTo>
                    <a:pt x="126682" y="95193"/>
                  </a:lnTo>
                  <a:lnTo>
                    <a:pt x="95193" y="126682"/>
                  </a:lnTo>
                  <a:lnTo>
                    <a:pt x="67579" y="161692"/>
                  </a:lnTo>
                  <a:lnTo>
                    <a:pt x="44193" y="199870"/>
                  </a:lnTo>
                  <a:lnTo>
                    <a:pt x="25388" y="240862"/>
                  </a:lnTo>
                  <a:lnTo>
                    <a:pt x="11519" y="284315"/>
                  </a:lnTo>
                  <a:lnTo>
                    <a:pt x="2938" y="329875"/>
                  </a:lnTo>
                  <a:lnTo>
                    <a:pt x="0" y="377189"/>
                  </a:lnTo>
                  <a:lnTo>
                    <a:pt x="2938" y="424501"/>
                  </a:lnTo>
                  <a:lnTo>
                    <a:pt x="11519" y="470060"/>
                  </a:lnTo>
                  <a:lnTo>
                    <a:pt x="25388" y="513512"/>
                  </a:lnTo>
                  <a:lnTo>
                    <a:pt x="44193" y="554504"/>
                  </a:lnTo>
                  <a:lnTo>
                    <a:pt x="67579" y="592682"/>
                  </a:lnTo>
                  <a:lnTo>
                    <a:pt x="95193" y="627692"/>
                  </a:lnTo>
                  <a:lnTo>
                    <a:pt x="126682" y="659182"/>
                  </a:lnTo>
                  <a:lnTo>
                    <a:pt x="161692" y="686797"/>
                  </a:lnTo>
                  <a:lnTo>
                    <a:pt x="199870" y="710184"/>
                  </a:lnTo>
                  <a:lnTo>
                    <a:pt x="240862" y="728989"/>
                  </a:lnTo>
                  <a:lnTo>
                    <a:pt x="284315" y="742859"/>
                  </a:lnTo>
                  <a:lnTo>
                    <a:pt x="329875" y="751440"/>
                  </a:lnTo>
                  <a:lnTo>
                    <a:pt x="377189" y="754379"/>
                  </a:lnTo>
                  <a:lnTo>
                    <a:pt x="424501" y="751440"/>
                  </a:lnTo>
                  <a:lnTo>
                    <a:pt x="470060" y="742859"/>
                  </a:lnTo>
                  <a:lnTo>
                    <a:pt x="513512" y="728989"/>
                  </a:lnTo>
                  <a:lnTo>
                    <a:pt x="554504" y="710184"/>
                  </a:lnTo>
                  <a:lnTo>
                    <a:pt x="592682" y="686797"/>
                  </a:lnTo>
                  <a:lnTo>
                    <a:pt x="627692" y="659182"/>
                  </a:lnTo>
                  <a:lnTo>
                    <a:pt x="659182" y="627692"/>
                  </a:lnTo>
                  <a:lnTo>
                    <a:pt x="686797" y="592682"/>
                  </a:lnTo>
                  <a:lnTo>
                    <a:pt x="710184" y="554504"/>
                  </a:lnTo>
                  <a:lnTo>
                    <a:pt x="728989" y="513512"/>
                  </a:lnTo>
                  <a:lnTo>
                    <a:pt x="742859" y="470060"/>
                  </a:lnTo>
                  <a:lnTo>
                    <a:pt x="751440" y="424501"/>
                  </a:lnTo>
                  <a:lnTo>
                    <a:pt x="754379" y="377189"/>
                  </a:lnTo>
                  <a:lnTo>
                    <a:pt x="751440" y="329875"/>
                  </a:lnTo>
                  <a:lnTo>
                    <a:pt x="742859" y="284315"/>
                  </a:lnTo>
                  <a:lnTo>
                    <a:pt x="728989" y="240862"/>
                  </a:lnTo>
                  <a:lnTo>
                    <a:pt x="710184" y="199870"/>
                  </a:lnTo>
                  <a:lnTo>
                    <a:pt x="686797" y="161692"/>
                  </a:lnTo>
                  <a:lnTo>
                    <a:pt x="659182" y="126682"/>
                  </a:lnTo>
                  <a:lnTo>
                    <a:pt x="627692" y="95193"/>
                  </a:lnTo>
                  <a:lnTo>
                    <a:pt x="592682" y="67579"/>
                  </a:lnTo>
                  <a:lnTo>
                    <a:pt x="554504" y="44193"/>
                  </a:lnTo>
                  <a:lnTo>
                    <a:pt x="513512" y="25388"/>
                  </a:lnTo>
                  <a:lnTo>
                    <a:pt x="470060" y="11519"/>
                  </a:lnTo>
                  <a:lnTo>
                    <a:pt x="424501" y="2938"/>
                  </a:lnTo>
                  <a:lnTo>
                    <a:pt x="377189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7200954" y="6034821"/>
            <a:ext cx="2057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913880" y="6934408"/>
            <a:ext cx="13042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 b="1">
                <a:solidFill>
                  <a:srgbClr val="1B4A4A"/>
                </a:solidFill>
                <a:latin typeface="Cambria"/>
                <a:cs typeface="Cambria"/>
              </a:rPr>
              <a:t>Scalability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913880" y="7661374"/>
            <a:ext cx="4030979" cy="596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100"/>
              </a:spcBef>
            </a:pP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The</a:t>
            </a:r>
            <a:r>
              <a:rPr dirty="0" sz="1600" spc="-2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database</a:t>
            </a:r>
            <a:r>
              <a:rPr dirty="0" sz="1600" spc="-1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should</a:t>
            </a:r>
            <a:r>
              <a:rPr dirty="0" sz="1600" spc="-2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handle</a:t>
            </a:r>
            <a:r>
              <a:rPr dirty="0" sz="1600" spc="-1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increasing</a:t>
            </a:r>
            <a:r>
              <a:rPr dirty="0" sz="1600" spc="-2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F332F"/>
                </a:solidFill>
                <a:latin typeface="Calibri"/>
                <a:cs typeface="Calibri"/>
              </a:rPr>
              <a:t>students,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companies</a:t>
            </a:r>
            <a:r>
              <a:rPr dirty="0" sz="16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and</a:t>
            </a:r>
            <a:r>
              <a:rPr dirty="0" sz="16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F332F"/>
                </a:solidFill>
                <a:latin typeface="Calibri"/>
                <a:cs typeface="Calibri"/>
              </a:rPr>
              <a:t>applications.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2306300" y="5543550"/>
            <a:ext cx="5657850" cy="3257550"/>
            <a:chOff x="12306300" y="5543550"/>
            <a:chExt cx="5657850" cy="3257550"/>
          </a:xfrm>
        </p:grpSpPr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306300" y="5543550"/>
              <a:ext cx="5657850" cy="325755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2426694" y="5623560"/>
              <a:ext cx="5417820" cy="3017520"/>
            </a:xfrm>
            <a:custGeom>
              <a:avLst/>
              <a:gdLst/>
              <a:ahLst/>
              <a:cxnLst/>
              <a:rect l="l" t="t" r="r" b="b"/>
              <a:pathLst>
                <a:path w="5417819" h="3017520">
                  <a:moveTo>
                    <a:pt x="137147" y="0"/>
                  </a:moveTo>
                  <a:lnTo>
                    <a:pt x="95186" y="6553"/>
                  </a:lnTo>
                  <a:lnTo>
                    <a:pt x="53644" y="28321"/>
                  </a:lnTo>
                  <a:lnTo>
                    <a:pt x="20662" y="64719"/>
                  </a:lnTo>
                  <a:lnTo>
                    <a:pt x="2197" y="112585"/>
                  </a:lnTo>
                  <a:lnTo>
                    <a:pt x="0" y="2880372"/>
                  </a:lnTo>
                  <a:lnTo>
                    <a:pt x="876" y="2896044"/>
                  </a:lnTo>
                  <a:lnTo>
                    <a:pt x="14122" y="2941040"/>
                  </a:lnTo>
                  <a:lnTo>
                    <a:pt x="38582" y="2975762"/>
                  </a:lnTo>
                  <a:lnTo>
                    <a:pt x="80543" y="3005315"/>
                  </a:lnTo>
                  <a:lnTo>
                    <a:pt x="128181" y="3017240"/>
                  </a:lnTo>
                  <a:lnTo>
                    <a:pt x="5285168" y="3017469"/>
                  </a:lnTo>
                  <a:lnTo>
                    <a:pt x="5303024" y="3015703"/>
                  </a:lnTo>
                  <a:lnTo>
                    <a:pt x="5347309" y="3000273"/>
                  </a:lnTo>
                  <a:lnTo>
                    <a:pt x="5380786" y="2974136"/>
                  </a:lnTo>
                  <a:lnTo>
                    <a:pt x="5408244" y="2930779"/>
                  </a:lnTo>
                  <a:lnTo>
                    <a:pt x="5417540" y="2889338"/>
                  </a:lnTo>
                  <a:lnTo>
                    <a:pt x="5417820" y="137147"/>
                  </a:lnTo>
                  <a:lnTo>
                    <a:pt x="5416943" y="121475"/>
                  </a:lnTo>
                  <a:lnTo>
                    <a:pt x="5405615" y="80543"/>
                  </a:lnTo>
                  <a:lnTo>
                    <a:pt x="5379237" y="41757"/>
                  </a:lnTo>
                  <a:lnTo>
                    <a:pt x="5337289" y="12204"/>
                  </a:lnTo>
                  <a:lnTo>
                    <a:pt x="5289651" y="279"/>
                  </a:lnTo>
                  <a:lnTo>
                    <a:pt x="1371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2728448" y="5925311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80" h="754379">
                  <a:moveTo>
                    <a:pt x="377189" y="0"/>
                  </a:moveTo>
                  <a:lnTo>
                    <a:pt x="329875" y="2938"/>
                  </a:lnTo>
                  <a:lnTo>
                    <a:pt x="284315" y="11519"/>
                  </a:lnTo>
                  <a:lnTo>
                    <a:pt x="240862" y="25388"/>
                  </a:lnTo>
                  <a:lnTo>
                    <a:pt x="199870" y="44193"/>
                  </a:lnTo>
                  <a:lnTo>
                    <a:pt x="161692" y="67579"/>
                  </a:lnTo>
                  <a:lnTo>
                    <a:pt x="126682" y="95193"/>
                  </a:lnTo>
                  <a:lnTo>
                    <a:pt x="95193" y="126682"/>
                  </a:lnTo>
                  <a:lnTo>
                    <a:pt x="67579" y="161692"/>
                  </a:lnTo>
                  <a:lnTo>
                    <a:pt x="44193" y="199870"/>
                  </a:lnTo>
                  <a:lnTo>
                    <a:pt x="25388" y="240862"/>
                  </a:lnTo>
                  <a:lnTo>
                    <a:pt x="11519" y="284315"/>
                  </a:lnTo>
                  <a:lnTo>
                    <a:pt x="2938" y="329875"/>
                  </a:lnTo>
                  <a:lnTo>
                    <a:pt x="0" y="377189"/>
                  </a:lnTo>
                  <a:lnTo>
                    <a:pt x="2938" y="424501"/>
                  </a:lnTo>
                  <a:lnTo>
                    <a:pt x="11519" y="470060"/>
                  </a:lnTo>
                  <a:lnTo>
                    <a:pt x="25388" y="513512"/>
                  </a:lnTo>
                  <a:lnTo>
                    <a:pt x="44193" y="554504"/>
                  </a:lnTo>
                  <a:lnTo>
                    <a:pt x="67579" y="592682"/>
                  </a:lnTo>
                  <a:lnTo>
                    <a:pt x="95193" y="627692"/>
                  </a:lnTo>
                  <a:lnTo>
                    <a:pt x="126682" y="659182"/>
                  </a:lnTo>
                  <a:lnTo>
                    <a:pt x="161692" y="686797"/>
                  </a:lnTo>
                  <a:lnTo>
                    <a:pt x="199870" y="710184"/>
                  </a:lnTo>
                  <a:lnTo>
                    <a:pt x="240862" y="728989"/>
                  </a:lnTo>
                  <a:lnTo>
                    <a:pt x="284315" y="742859"/>
                  </a:lnTo>
                  <a:lnTo>
                    <a:pt x="329875" y="751440"/>
                  </a:lnTo>
                  <a:lnTo>
                    <a:pt x="377189" y="754379"/>
                  </a:lnTo>
                  <a:lnTo>
                    <a:pt x="424504" y="751440"/>
                  </a:lnTo>
                  <a:lnTo>
                    <a:pt x="470064" y="742859"/>
                  </a:lnTo>
                  <a:lnTo>
                    <a:pt x="513517" y="728989"/>
                  </a:lnTo>
                  <a:lnTo>
                    <a:pt x="554509" y="710184"/>
                  </a:lnTo>
                  <a:lnTo>
                    <a:pt x="592687" y="686797"/>
                  </a:lnTo>
                  <a:lnTo>
                    <a:pt x="627697" y="659182"/>
                  </a:lnTo>
                  <a:lnTo>
                    <a:pt x="659186" y="627692"/>
                  </a:lnTo>
                  <a:lnTo>
                    <a:pt x="686800" y="592682"/>
                  </a:lnTo>
                  <a:lnTo>
                    <a:pt x="710186" y="554504"/>
                  </a:lnTo>
                  <a:lnTo>
                    <a:pt x="728991" y="513512"/>
                  </a:lnTo>
                  <a:lnTo>
                    <a:pt x="742860" y="470060"/>
                  </a:lnTo>
                  <a:lnTo>
                    <a:pt x="751441" y="424501"/>
                  </a:lnTo>
                  <a:lnTo>
                    <a:pt x="754379" y="377189"/>
                  </a:lnTo>
                  <a:lnTo>
                    <a:pt x="751441" y="329875"/>
                  </a:lnTo>
                  <a:lnTo>
                    <a:pt x="742860" y="284315"/>
                  </a:lnTo>
                  <a:lnTo>
                    <a:pt x="728991" y="240862"/>
                  </a:lnTo>
                  <a:lnTo>
                    <a:pt x="710186" y="199870"/>
                  </a:lnTo>
                  <a:lnTo>
                    <a:pt x="686800" y="161692"/>
                  </a:lnTo>
                  <a:lnTo>
                    <a:pt x="659186" y="126682"/>
                  </a:lnTo>
                  <a:lnTo>
                    <a:pt x="627697" y="95193"/>
                  </a:lnTo>
                  <a:lnTo>
                    <a:pt x="592687" y="67579"/>
                  </a:lnTo>
                  <a:lnTo>
                    <a:pt x="554509" y="44193"/>
                  </a:lnTo>
                  <a:lnTo>
                    <a:pt x="513517" y="25388"/>
                  </a:lnTo>
                  <a:lnTo>
                    <a:pt x="470064" y="11519"/>
                  </a:lnTo>
                  <a:lnTo>
                    <a:pt x="424504" y="2938"/>
                  </a:lnTo>
                  <a:lnTo>
                    <a:pt x="377189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13002821" y="6034821"/>
            <a:ext cx="2057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 b="1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2715747" y="6934408"/>
            <a:ext cx="172910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solidFill>
                  <a:srgbClr val="1B4A4A"/>
                </a:solidFill>
                <a:latin typeface="Cambria"/>
                <a:cs typeface="Cambria"/>
              </a:rPr>
              <a:t>Data</a:t>
            </a:r>
            <a:r>
              <a:rPr dirty="0" sz="2100" spc="-20" b="1">
                <a:solidFill>
                  <a:srgbClr val="1B4A4A"/>
                </a:solidFill>
                <a:latin typeface="Cambria"/>
                <a:cs typeface="Cambria"/>
              </a:rPr>
              <a:t> </a:t>
            </a:r>
            <a:r>
              <a:rPr dirty="0" sz="2100" spc="-10" b="1">
                <a:solidFill>
                  <a:srgbClr val="1B4A4A"/>
                </a:solidFill>
                <a:latin typeface="Cambria"/>
                <a:cs typeface="Cambria"/>
              </a:rPr>
              <a:t>Integrity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715747" y="7661374"/>
            <a:ext cx="4747260" cy="596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100"/>
              </a:spcBef>
            </a:pP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Primary</a:t>
            </a:r>
            <a:r>
              <a:rPr dirty="0" sz="1600" spc="-3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F332F"/>
                </a:solidFill>
                <a:latin typeface="Calibri"/>
                <a:cs typeface="Calibri"/>
              </a:rPr>
              <a:t>keys,</a:t>
            </a:r>
            <a:r>
              <a:rPr dirty="0" sz="1600" spc="-3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F332F"/>
                </a:solidFill>
                <a:latin typeface="Calibri"/>
                <a:cs typeface="Calibri"/>
              </a:rPr>
              <a:t>foreign</a:t>
            </a:r>
            <a:r>
              <a:rPr dirty="0" sz="16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F332F"/>
                </a:solidFill>
                <a:latin typeface="Calibri"/>
                <a:cs typeface="Calibri"/>
              </a:rPr>
              <a:t>keys</a:t>
            </a:r>
            <a:r>
              <a:rPr dirty="0" sz="16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and</a:t>
            </a:r>
            <a:r>
              <a:rPr dirty="0" sz="16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F332F"/>
                </a:solidFill>
                <a:latin typeface="Calibri"/>
                <a:cs typeface="Calibri"/>
              </a:rPr>
              <a:t>constraints</a:t>
            </a:r>
            <a:r>
              <a:rPr dirty="0" sz="16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should</a:t>
            </a:r>
            <a:r>
              <a:rPr dirty="0" sz="16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F332F"/>
                </a:solidFill>
                <a:latin typeface="Calibri"/>
                <a:cs typeface="Calibri"/>
              </a:rPr>
              <a:t>prevent </a:t>
            </a:r>
            <a:r>
              <a:rPr dirty="0" sz="1600">
                <a:solidFill>
                  <a:srgbClr val="1F332F"/>
                </a:solidFill>
                <a:latin typeface="Calibri"/>
                <a:cs typeface="Calibri"/>
              </a:rPr>
              <a:t>invalid</a:t>
            </a:r>
            <a:r>
              <a:rPr dirty="0" sz="1600" spc="-9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F332F"/>
                </a:solidFill>
                <a:latin typeface="Calibri"/>
                <a:cs typeface="Calibri"/>
              </a:rPr>
              <a:t>data.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09185"/>
            <a:ext cx="7132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C</a:t>
            </a:r>
            <a:r>
              <a:rPr dirty="0" sz="1800" spc="-12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200" b="1">
                <a:solidFill>
                  <a:srgbClr val="D98E3C"/>
                </a:solidFill>
                <a:latin typeface="Calibri"/>
                <a:cs typeface="Calibri"/>
              </a:rPr>
              <a:t>ORE</a:t>
            </a:r>
            <a:r>
              <a:rPr dirty="0" sz="1800" spc="90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250" b="1">
                <a:solidFill>
                  <a:srgbClr val="D98E3C"/>
                </a:solidFill>
                <a:latin typeface="Calibri"/>
                <a:cs typeface="Calibri"/>
              </a:rPr>
              <a:t>ENTITI</a:t>
            </a:r>
            <a:r>
              <a:rPr dirty="0" sz="1800" spc="-10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E</a:t>
            </a:r>
            <a:r>
              <a:rPr dirty="0" sz="1800" spc="-1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265" b="1">
                <a:solidFill>
                  <a:srgbClr val="D98E3C"/>
                </a:solidFill>
                <a:latin typeface="Calibri"/>
                <a:cs typeface="Calibri"/>
              </a:rPr>
              <a:t>IDENTIFIED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150" b="1">
                <a:solidFill>
                  <a:srgbClr val="D98E3C"/>
                </a:solidFill>
                <a:latin typeface="Calibri"/>
                <a:cs typeface="Calibri"/>
              </a:rPr>
              <a:t>IN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200" b="1">
                <a:solidFill>
                  <a:srgbClr val="D98E3C"/>
                </a:solidFill>
                <a:latin typeface="Calibri"/>
                <a:cs typeface="Calibri"/>
              </a:rPr>
              <a:t>THE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140" b="1">
                <a:solidFill>
                  <a:srgbClr val="D98E3C"/>
                </a:solidFill>
                <a:latin typeface="Calibri"/>
                <a:cs typeface="Calibri"/>
              </a:rPr>
              <a:t>PR</a:t>
            </a:r>
            <a:r>
              <a:rPr dirty="0" sz="1800" spc="-1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O</a:t>
            </a:r>
            <a:r>
              <a:rPr dirty="0" sz="1800" spc="-1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140" b="1">
                <a:solidFill>
                  <a:srgbClr val="D98E3C"/>
                </a:solidFill>
                <a:latin typeface="Calibri"/>
                <a:cs typeface="Calibri"/>
              </a:rPr>
              <a:t>JE</a:t>
            </a:r>
            <a:r>
              <a:rPr dirty="0" sz="1800" spc="-13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C</a:t>
            </a:r>
            <a:r>
              <a:rPr dirty="0" sz="1800" spc="-10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T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r>
              <a:rPr dirty="0" sz="1800" spc="-1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215" b="1">
                <a:solidFill>
                  <a:srgbClr val="D98E3C"/>
                </a:solidFill>
                <a:latin typeface="Calibri"/>
                <a:cs typeface="Calibri"/>
              </a:rPr>
              <a:t>TATEMENT 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Main</a:t>
            </a:r>
            <a:r>
              <a:rPr dirty="0" spc="-105">
                <a:latin typeface="Cambria"/>
                <a:cs typeface="Cambria"/>
              </a:rPr>
              <a:t> </a:t>
            </a:r>
            <a:r>
              <a:rPr dirty="0" spc="-10">
                <a:latin typeface="Cambria"/>
                <a:cs typeface="Cambria"/>
              </a:rPr>
              <a:t>Entities</a:t>
            </a:r>
          </a:p>
        </p:txBody>
      </p:sp>
      <p:sp>
        <p:nvSpPr>
          <p:cNvPr id="4" name="object 4"/>
          <p:cNvSpPr/>
          <p:nvPr/>
        </p:nvSpPr>
        <p:spPr>
          <a:xfrm>
            <a:off x="822958" y="2263139"/>
            <a:ext cx="3977640" cy="1577340"/>
          </a:xfrm>
          <a:custGeom>
            <a:avLst/>
            <a:gdLst/>
            <a:ahLst/>
            <a:cxnLst/>
            <a:rect l="l" t="t" r="r" b="b"/>
            <a:pathLst>
              <a:path w="3977640" h="1577339">
                <a:moveTo>
                  <a:pt x="123443" y="0"/>
                </a:moveTo>
                <a:lnTo>
                  <a:pt x="121424" y="0"/>
                </a:lnTo>
                <a:lnTo>
                  <a:pt x="107327" y="1041"/>
                </a:lnTo>
                <a:lnTo>
                  <a:pt x="61709" y="16522"/>
                </a:lnTo>
                <a:lnTo>
                  <a:pt x="26733" y="46697"/>
                </a:lnTo>
                <a:lnTo>
                  <a:pt x="5905" y="85674"/>
                </a:lnTo>
                <a:lnTo>
                  <a:pt x="0" y="1455915"/>
                </a:lnTo>
                <a:lnTo>
                  <a:pt x="1041" y="1470012"/>
                </a:lnTo>
                <a:lnTo>
                  <a:pt x="16522" y="1515630"/>
                </a:lnTo>
                <a:lnTo>
                  <a:pt x="46697" y="1550593"/>
                </a:lnTo>
                <a:lnTo>
                  <a:pt x="85674" y="1571447"/>
                </a:lnTo>
                <a:lnTo>
                  <a:pt x="3858234" y="1577289"/>
                </a:lnTo>
                <a:lnTo>
                  <a:pt x="3874312" y="1575714"/>
                </a:lnTo>
                <a:lnTo>
                  <a:pt x="3915930" y="1560817"/>
                </a:lnTo>
                <a:lnTo>
                  <a:pt x="3950906" y="1530642"/>
                </a:lnTo>
                <a:lnTo>
                  <a:pt x="3971747" y="1491665"/>
                </a:lnTo>
                <a:lnTo>
                  <a:pt x="3977589" y="119405"/>
                </a:lnTo>
                <a:lnTo>
                  <a:pt x="3976014" y="103327"/>
                </a:lnTo>
                <a:lnTo>
                  <a:pt x="3961117" y="61709"/>
                </a:lnTo>
                <a:lnTo>
                  <a:pt x="3930954" y="26733"/>
                </a:lnTo>
                <a:lnTo>
                  <a:pt x="3891965" y="5905"/>
                </a:lnTo>
                <a:lnTo>
                  <a:pt x="123443" y="0"/>
                </a:lnTo>
                <a:close/>
              </a:path>
            </a:pathLst>
          </a:custGeom>
          <a:solidFill>
            <a:srgbClr val="1B4A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04551" y="2880235"/>
            <a:ext cx="81470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 b="1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43498" y="2263139"/>
            <a:ext cx="3977640" cy="1577340"/>
          </a:xfrm>
          <a:custGeom>
            <a:avLst/>
            <a:gdLst/>
            <a:ahLst/>
            <a:cxnLst/>
            <a:rect l="l" t="t" r="r" b="b"/>
            <a:pathLst>
              <a:path w="3977640" h="1577339">
                <a:moveTo>
                  <a:pt x="123444" y="0"/>
                </a:moveTo>
                <a:lnTo>
                  <a:pt x="121424" y="0"/>
                </a:lnTo>
                <a:lnTo>
                  <a:pt x="107327" y="1041"/>
                </a:lnTo>
                <a:lnTo>
                  <a:pt x="61709" y="16522"/>
                </a:lnTo>
                <a:lnTo>
                  <a:pt x="26733" y="46697"/>
                </a:lnTo>
                <a:lnTo>
                  <a:pt x="5905" y="85674"/>
                </a:lnTo>
                <a:lnTo>
                  <a:pt x="0" y="1455915"/>
                </a:lnTo>
                <a:lnTo>
                  <a:pt x="1041" y="1470012"/>
                </a:lnTo>
                <a:lnTo>
                  <a:pt x="16522" y="1515630"/>
                </a:lnTo>
                <a:lnTo>
                  <a:pt x="46697" y="1550593"/>
                </a:lnTo>
                <a:lnTo>
                  <a:pt x="85674" y="1571447"/>
                </a:lnTo>
                <a:lnTo>
                  <a:pt x="3858234" y="1577289"/>
                </a:lnTo>
                <a:lnTo>
                  <a:pt x="3874312" y="1575714"/>
                </a:lnTo>
                <a:lnTo>
                  <a:pt x="3915930" y="1560817"/>
                </a:lnTo>
                <a:lnTo>
                  <a:pt x="3950906" y="1530642"/>
                </a:lnTo>
                <a:lnTo>
                  <a:pt x="3971747" y="1491665"/>
                </a:lnTo>
                <a:lnTo>
                  <a:pt x="3977589" y="119405"/>
                </a:lnTo>
                <a:lnTo>
                  <a:pt x="3976014" y="103327"/>
                </a:lnTo>
                <a:lnTo>
                  <a:pt x="3961117" y="61709"/>
                </a:lnTo>
                <a:lnTo>
                  <a:pt x="3930954" y="26733"/>
                </a:lnTo>
                <a:lnTo>
                  <a:pt x="3891965" y="5905"/>
                </a:lnTo>
                <a:lnTo>
                  <a:pt x="123444" y="0"/>
                </a:lnTo>
                <a:close/>
              </a:path>
            </a:pathLst>
          </a:custGeom>
          <a:solidFill>
            <a:srgbClr val="1B4A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509477" y="2880235"/>
            <a:ext cx="124714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 b="1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464038" y="2263139"/>
            <a:ext cx="3977640" cy="1577340"/>
          </a:xfrm>
          <a:custGeom>
            <a:avLst/>
            <a:gdLst/>
            <a:ahLst/>
            <a:cxnLst/>
            <a:rect l="l" t="t" r="r" b="b"/>
            <a:pathLst>
              <a:path w="3977640" h="1577339">
                <a:moveTo>
                  <a:pt x="123444" y="0"/>
                </a:moveTo>
                <a:lnTo>
                  <a:pt x="121424" y="0"/>
                </a:lnTo>
                <a:lnTo>
                  <a:pt x="107327" y="1041"/>
                </a:lnTo>
                <a:lnTo>
                  <a:pt x="61709" y="16522"/>
                </a:lnTo>
                <a:lnTo>
                  <a:pt x="26733" y="46697"/>
                </a:lnTo>
                <a:lnTo>
                  <a:pt x="5905" y="85674"/>
                </a:lnTo>
                <a:lnTo>
                  <a:pt x="0" y="1455915"/>
                </a:lnTo>
                <a:lnTo>
                  <a:pt x="1041" y="1470012"/>
                </a:lnTo>
                <a:lnTo>
                  <a:pt x="16522" y="1515630"/>
                </a:lnTo>
                <a:lnTo>
                  <a:pt x="46697" y="1550593"/>
                </a:lnTo>
                <a:lnTo>
                  <a:pt x="85674" y="1571447"/>
                </a:lnTo>
                <a:lnTo>
                  <a:pt x="3858234" y="1577289"/>
                </a:lnTo>
                <a:lnTo>
                  <a:pt x="3874312" y="1575714"/>
                </a:lnTo>
                <a:lnTo>
                  <a:pt x="3915930" y="1560817"/>
                </a:lnTo>
                <a:lnTo>
                  <a:pt x="3950906" y="1530642"/>
                </a:lnTo>
                <a:lnTo>
                  <a:pt x="3971747" y="1491665"/>
                </a:lnTo>
                <a:lnTo>
                  <a:pt x="3977589" y="119405"/>
                </a:lnTo>
                <a:lnTo>
                  <a:pt x="3976014" y="103327"/>
                </a:lnTo>
                <a:lnTo>
                  <a:pt x="3961117" y="61709"/>
                </a:lnTo>
                <a:lnTo>
                  <a:pt x="3930954" y="26733"/>
                </a:lnTo>
                <a:lnTo>
                  <a:pt x="3891965" y="5905"/>
                </a:lnTo>
                <a:lnTo>
                  <a:pt x="123444" y="0"/>
                </a:lnTo>
                <a:close/>
              </a:path>
            </a:pathLst>
          </a:custGeom>
          <a:solidFill>
            <a:srgbClr val="1B4A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578880" y="2880235"/>
            <a:ext cx="174752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 b="1">
                <a:solidFill>
                  <a:srgbClr val="FFFFFF"/>
                </a:solidFill>
                <a:latin typeface="Calibri"/>
                <a:cs typeface="Calibri"/>
              </a:rPr>
              <a:t>Academic</a:t>
            </a:r>
            <a:r>
              <a:rPr dirty="0" sz="19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Calibri"/>
                <a:cs typeface="Calibri"/>
              </a:rPr>
              <a:t>Record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784578" y="2263139"/>
            <a:ext cx="3977640" cy="1577340"/>
          </a:xfrm>
          <a:custGeom>
            <a:avLst/>
            <a:gdLst/>
            <a:ahLst/>
            <a:cxnLst/>
            <a:rect l="l" t="t" r="r" b="b"/>
            <a:pathLst>
              <a:path w="3977640" h="1577339">
                <a:moveTo>
                  <a:pt x="123444" y="0"/>
                </a:moveTo>
                <a:lnTo>
                  <a:pt x="121424" y="0"/>
                </a:lnTo>
                <a:lnTo>
                  <a:pt x="107327" y="1041"/>
                </a:lnTo>
                <a:lnTo>
                  <a:pt x="61709" y="16522"/>
                </a:lnTo>
                <a:lnTo>
                  <a:pt x="26733" y="46697"/>
                </a:lnTo>
                <a:lnTo>
                  <a:pt x="5905" y="85674"/>
                </a:lnTo>
                <a:lnTo>
                  <a:pt x="0" y="1455915"/>
                </a:lnTo>
                <a:lnTo>
                  <a:pt x="1041" y="1470012"/>
                </a:lnTo>
                <a:lnTo>
                  <a:pt x="16522" y="1515630"/>
                </a:lnTo>
                <a:lnTo>
                  <a:pt x="46697" y="1550593"/>
                </a:lnTo>
                <a:lnTo>
                  <a:pt x="85674" y="1571447"/>
                </a:lnTo>
                <a:lnTo>
                  <a:pt x="3858234" y="1577289"/>
                </a:lnTo>
                <a:lnTo>
                  <a:pt x="3874312" y="1575714"/>
                </a:lnTo>
                <a:lnTo>
                  <a:pt x="3915930" y="1560817"/>
                </a:lnTo>
                <a:lnTo>
                  <a:pt x="3950906" y="1530642"/>
                </a:lnTo>
                <a:lnTo>
                  <a:pt x="3971747" y="1491665"/>
                </a:lnTo>
                <a:lnTo>
                  <a:pt x="3977640" y="123444"/>
                </a:lnTo>
                <a:lnTo>
                  <a:pt x="3977246" y="113347"/>
                </a:lnTo>
                <a:lnTo>
                  <a:pt x="3964927" y="68834"/>
                </a:lnTo>
                <a:lnTo>
                  <a:pt x="3934079" y="29298"/>
                </a:lnTo>
                <a:lnTo>
                  <a:pt x="3891965" y="5905"/>
                </a:lnTo>
                <a:lnTo>
                  <a:pt x="123444" y="0"/>
                </a:lnTo>
                <a:close/>
              </a:path>
            </a:pathLst>
          </a:custGeom>
          <a:solidFill>
            <a:srgbClr val="1B4A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5556869" y="2880235"/>
            <a:ext cx="43370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 b="1">
                <a:solidFill>
                  <a:srgbClr val="FFFFFF"/>
                </a:solidFill>
                <a:latin typeface="Calibri"/>
                <a:cs typeface="Calibri"/>
              </a:rPr>
              <a:t>Skill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2958" y="4183379"/>
            <a:ext cx="3977640" cy="1577340"/>
          </a:xfrm>
          <a:custGeom>
            <a:avLst/>
            <a:gdLst/>
            <a:ahLst/>
            <a:cxnLst/>
            <a:rect l="l" t="t" r="r" b="b"/>
            <a:pathLst>
              <a:path w="3977640" h="1577339">
                <a:moveTo>
                  <a:pt x="123443" y="0"/>
                </a:moveTo>
                <a:lnTo>
                  <a:pt x="121424" y="0"/>
                </a:lnTo>
                <a:lnTo>
                  <a:pt x="107327" y="1041"/>
                </a:lnTo>
                <a:lnTo>
                  <a:pt x="61709" y="16522"/>
                </a:lnTo>
                <a:lnTo>
                  <a:pt x="26733" y="46697"/>
                </a:lnTo>
                <a:lnTo>
                  <a:pt x="5905" y="85674"/>
                </a:lnTo>
                <a:lnTo>
                  <a:pt x="0" y="1455915"/>
                </a:lnTo>
                <a:lnTo>
                  <a:pt x="1041" y="1470012"/>
                </a:lnTo>
                <a:lnTo>
                  <a:pt x="16522" y="1515630"/>
                </a:lnTo>
                <a:lnTo>
                  <a:pt x="46697" y="1550593"/>
                </a:lnTo>
                <a:lnTo>
                  <a:pt x="85674" y="1571447"/>
                </a:lnTo>
                <a:lnTo>
                  <a:pt x="3858234" y="1577289"/>
                </a:lnTo>
                <a:lnTo>
                  <a:pt x="3874312" y="1575714"/>
                </a:lnTo>
                <a:lnTo>
                  <a:pt x="3915930" y="1560817"/>
                </a:lnTo>
                <a:lnTo>
                  <a:pt x="3950906" y="1530642"/>
                </a:lnTo>
                <a:lnTo>
                  <a:pt x="3971747" y="1491665"/>
                </a:lnTo>
                <a:lnTo>
                  <a:pt x="3977589" y="119405"/>
                </a:lnTo>
                <a:lnTo>
                  <a:pt x="3976014" y="103327"/>
                </a:lnTo>
                <a:lnTo>
                  <a:pt x="3961117" y="61709"/>
                </a:lnTo>
                <a:lnTo>
                  <a:pt x="3930954" y="26733"/>
                </a:lnTo>
                <a:lnTo>
                  <a:pt x="3891965" y="5905"/>
                </a:lnTo>
                <a:lnTo>
                  <a:pt x="123443" y="0"/>
                </a:lnTo>
                <a:close/>
              </a:path>
            </a:pathLst>
          </a:custGeom>
          <a:solidFill>
            <a:srgbClr val="2C3A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328203" y="4800475"/>
            <a:ext cx="96774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 b="1">
                <a:solidFill>
                  <a:srgbClr val="FFFFFF"/>
                </a:solidFill>
                <a:latin typeface="Calibri"/>
                <a:cs typeface="Calibri"/>
              </a:rPr>
              <a:t>Company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143498" y="4183379"/>
            <a:ext cx="3977640" cy="1577340"/>
          </a:xfrm>
          <a:custGeom>
            <a:avLst/>
            <a:gdLst/>
            <a:ahLst/>
            <a:cxnLst/>
            <a:rect l="l" t="t" r="r" b="b"/>
            <a:pathLst>
              <a:path w="3977640" h="1577339">
                <a:moveTo>
                  <a:pt x="123444" y="0"/>
                </a:moveTo>
                <a:lnTo>
                  <a:pt x="121424" y="0"/>
                </a:lnTo>
                <a:lnTo>
                  <a:pt x="107327" y="1041"/>
                </a:lnTo>
                <a:lnTo>
                  <a:pt x="61709" y="16522"/>
                </a:lnTo>
                <a:lnTo>
                  <a:pt x="26733" y="46697"/>
                </a:lnTo>
                <a:lnTo>
                  <a:pt x="5905" y="85674"/>
                </a:lnTo>
                <a:lnTo>
                  <a:pt x="0" y="1455915"/>
                </a:lnTo>
                <a:lnTo>
                  <a:pt x="1041" y="1470012"/>
                </a:lnTo>
                <a:lnTo>
                  <a:pt x="16522" y="1515630"/>
                </a:lnTo>
                <a:lnTo>
                  <a:pt x="46697" y="1550593"/>
                </a:lnTo>
                <a:lnTo>
                  <a:pt x="85674" y="1571447"/>
                </a:lnTo>
                <a:lnTo>
                  <a:pt x="3858234" y="1577289"/>
                </a:lnTo>
                <a:lnTo>
                  <a:pt x="3874312" y="1575714"/>
                </a:lnTo>
                <a:lnTo>
                  <a:pt x="3915930" y="1560817"/>
                </a:lnTo>
                <a:lnTo>
                  <a:pt x="3950906" y="1530642"/>
                </a:lnTo>
                <a:lnTo>
                  <a:pt x="3971747" y="1491665"/>
                </a:lnTo>
                <a:lnTo>
                  <a:pt x="3977589" y="119405"/>
                </a:lnTo>
                <a:lnTo>
                  <a:pt x="3976014" y="103327"/>
                </a:lnTo>
                <a:lnTo>
                  <a:pt x="3961117" y="61709"/>
                </a:lnTo>
                <a:lnTo>
                  <a:pt x="3930954" y="26733"/>
                </a:lnTo>
                <a:lnTo>
                  <a:pt x="3891965" y="5905"/>
                </a:lnTo>
                <a:lnTo>
                  <a:pt x="123444" y="0"/>
                </a:lnTo>
                <a:close/>
              </a:path>
            </a:pathLst>
          </a:custGeom>
          <a:solidFill>
            <a:srgbClr val="2C3A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595074" y="4800475"/>
            <a:ext cx="107442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r>
              <a:rPr dirty="0" sz="19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80" b="1">
                <a:solidFill>
                  <a:srgbClr val="FFFFFF"/>
                </a:solidFill>
                <a:latin typeface="Calibri"/>
                <a:cs typeface="Calibri"/>
              </a:rPr>
              <a:t>Profile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464038" y="4183379"/>
            <a:ext cx="3977640" cy="1577340"/>
          </a:xfrm>
          <a:custGeom>
            <a:avLst/>
            <a:gdLst/>
            <a:ahLst/>
            <a:cxnLst/>
            <a:rect l="l" t="t" r="r" b="b"/>
            <a:pathLst>
              <a:path w="3977640" h="1577339">
                <a:moveTo>
                  <a:pt x="123444" y="0"/>
                </a:moveTo>
                <a:lnTo>
                  <a:pt x="121424" y="0"/>
                </a:lnTo>
                <a:lnTo>
                  <a:pt x="107327" y="1041"/>
                </a:lnTo>
                <a:lnTo>
                  <a:pt x="61709" y="16522"/>
                </a:lnTo>
                <a:lnTo>
                  <a:pt x="26733" y="46697"/>
                </a:lnTo>
                <a:lnTo>
                  <a:pt x="5905" y="85674"/>
                </a:lnTo>
                <a:lnTo>
                  <a:pt x="0" y="1455915"/>
                </a:lnTo>
                <a:lnTo>
                  <a:pt x="1041" y="1470012"/>
                </a:lnTo>
                <a:lnTo>
                  <a:pt x="16522" y="1515630"/>
                </a:lnTo>
                <a:lnTo>
                  <a:pt x="46697" y="1550593"/>
                </a:lnTo>
                <a:lnTo>
                  <a:pt x="85674" y="1571447"/>
                </a:lnTo>
                <a:lnTo>
                  <a:pt x="3858234" y="1577289"/>
                </a:lnTo>
                <a:lnTo>
                  <a:pt x="3874312" y="1575714"/>
                </a:lnTo>
                <a:lnTo>
                  <a:pt x="3915930" y="1560817"/>
                </a:lnTo>
                <a:lnTo>
                  <a:pt x="3950906" y="1530642"/>
                </a:lnTo>
                <a:lnTo>
                  <a:pt x="3971747" y="1491665"/>
                </a:lnTo>
                <a:lnTo>
                  <a:pt x="3977589" y="119405"/>
                </a:lnTo>
                <a:lnTo>
                  <a:pt x="3976014" y="103327"/>
                </a:lnTo>
                <a:lnTo>
                  <a:pt x="3961117" y="61709"/>
                </a:lnTo>
                <a:lnTo>
                  <a:pt x="3930954" y="26733"/>
                </a:lnTo>
                <a:lnTo>
                  <a:pt x="3891965" y="5905"/>
                </a:lnTo>
                <a:lnTo>
                  <a:pt x="123444" y="0"/>
                </a:lnTo>
                <a:close/>
              </a:path>
            </a:pathLst>
          </a:custGeom>
          <a:solidFill>
            <a:srgbClr val="2C3A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0618644" y="4800475"/>
            <a:ext cx="1669414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FFFFFF"/>
                </a:solidFill>
                <a:latin typeface="Calibri"/>
                <a:cs typeface="Calibri"/>
              </a:rPr>
              <a:t>Placement</a:t>
            </a:r>
            <a:r>
              <a:rPr dirty="0" sz="1900" spc="-1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Calibri"/>
                <a:cs typeface="Calibri"/>
              </a:rPr>
              <a:t>Drive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3784578" y="4183379"/>
            <a:ext cx="3977640" cy="1577340"/>
          </a:xfrm>
          <a:custGeom>
            <a:avLst/>
            <a:gdLst/>
            <a:ahLst/>
            <a:cxnLst/>
            <a:rect l="l" t="t" r="r" b="b"/>
            <a:pathLst>
              <a:path w="3977640" h="1577339">
                <a:moveTo>
                  <a:pt x="123444" y="0"/>
                </a:moveTo>
                <a:lnTo>
                  <a:pt x="121424" y="0"/>
                </a:lnTo>
                <a:lnTo>
                  <a:pt x="107327" y="1041"/>
                </a:lnTo>
                <a:lnTo>
                  <a:pt x="61709" y="16522"/>
                </a:lnTo>
                <a:lnTo>
                  <a:pt x="26733" y="46697"/>
                </a:lnTo>
                <a:lnTo>
                  <a:pt x="5905" y="85674"/>
                </a:lnTo>
                <a:lnTo>
                  <a:pt x="0" y="1455915"/>
                </a:lnTo>
                <a:lnTo>
                  <a:pt x="1041" y="1470012"/>
                </a:lnTo>
                <a:lnTo>
                  <a:pt x="16522" y="1515630"/>
                </a:lnTo>
                <a:lnTo>
                  <a:pt x="46697" y="1550593"/>
                </a:lnTo>
                <a:lnTo>
                  <a:pt x="85674" y="1571447"/>
                </a:lnTo>
                <a:lnTo>
                  <a:pt x="3858234" y="1577289"/>
                </a:lnTo>
                <a:lnTo>
                  <a:pt x="3874312" y="1575714"/>
                </a:lnTo>
                <a:lnTo>
                  <a:pt x="3915930" y="1560817"/>
                </a:lnTo>
                <a:lnTo>
                  <a:pt x="3950906" y="1530642"/>
                </a:lnTo>
                <a:lnTo>
                  <a:pt x="3971747" y="1491665"/>
                </a:lnTo>
                <a:lnTo>
                  <a:pt x="3977640" y="123444"/>
                </a:lnTo>
                <a:lnTo>
                  <a:pt x="3977246" y="113360"/>
                </a:lnTo>
                <a:lnTo>
                  <a:pt x="3964927" y="68834"/>
                </a:lnTo>
                <a:lnTo>
                  <a:pt x="3934079" y="29298"/>
                </a:lnTo>
                <a:lnTo>
                  <a:pt x="3891965" y="5905"/>
                </a:lnTo>
                <a:lnTo>
                  <a:pt x="123444" y="0"/>
                </a:lnTo>
                <a:close/>
              </a:path>
            </a:pathLst>
          </a:custGeom>
          <a:solidFill>
            <a:srgbClr val="2C3A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4906313" y="4800475"/>
            <a:ext cx="173545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FFFFFF"/>
                </a:solidFill>
                <a:latin typeface="Calibri"/>
                <a:cs typeface="Calibri"/>
              </a:rPr>
              <a:t>Eligibility </a:t>
            </a:r>
            <a:r>
              <a:rPr dirty="0" sz="1900" spc="-10" b="1">
                <a:solidFill>
                  <a:srgbClr val="FFFFFF"/>
                </a:solidFill>
                <a:latin typeface="Calibri"/>
                <a:cs typeface="Calibri"/>
              </a:rPr>
              <a:t>Criteria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2958" y="6103620"/>
            <a:ext cx="3977640" cy="1577340"/>
          </a:xfrm>
          <a:custGeom>
            <a:avLst/>
            <a:gdLst/>
            <a:ahLst/>
            <a:cxnLst/>
            <a:rect l="l" t="t" r="r" b="b"/>
            <a:pathLst>
              <a:path w="3977640" h="1577340">
                <a:moveTo>
                  <a:pt x="123443" y="0"/>
                </a:moveTo>
                <a:lnTo>
                  <a:pt x="121424" y="0"/>
                </a:lnTo>
                <a:lnTo>
                  <a:pt x="107327" y="1041"/>
                </a:lnTo>
                <a:lnTo>
                  <a:pt x="61709" y="16522"/>
                </a:lnTo>
                <a:lnTo>
                  <a:pt x="26733" y="46697"/>
                </a:lnTo>
                <a:lnTo>
                  <a:pt x="5905" y="85674"/>
                </a:lnTo>
                <a:lnTo>
                  <a:pt x="0" y="1455915"/>
                </a:lnTo>
                <a:lnTo>
                  <a:pt x="1041" y="1470012"/>
                </a:lnTo>
                <a:lnTo>
                  <a:pt x="16522" y="1515630"/>
                </a:lnTo>
                <a:lnTo>
                  <a:pt x="46697" y="1550593"/>
                </a:lnTo>
                <a:lnTo>
                  <a:pt x="85674" y="1571447"/>
                </a:lnTo>
                <a:lnTo>
                  <a:pt x="3858234" y="1577289"/>
                </a:lnTo>
                <a:lnTo>
                  <a:pt x="3874312" y="1575714"/>
                </a:lnTo>
                <a:lnTo>
                  <a:pt x="3915930" y="1560817"/>
                </a:lnTo>
                <a:lnTo>
                  <a:pt x="3950906" y="1530642"/>
                </a:lnTo>
                <a:lnTo>
                  <a:pt x="3971747" y="1491665"/>
                </a:lnTo>
                <a:lnTo>
                  <a:pt x="3977589" y="119405"/>
                </a:lnTo>
                <a:lnTo>
                  <a:pt x="3976014" y="103327"/>
                </a:lnTo>
                <a:lnTo>
                  <a:pt x="3961117" y="61709"/>
                </a:lnTo>
                <a:lnTo>
                  <a:pt x="3930954" y="26733"/>
                </a:lnTo>
                <a:lnTo>
                  <a:pt x="3891965" y="5905"/>
                </a:lnTo>
                <a:lnTo>
                  <a:pt x="123443" y="0"/>
                </a:lnTo>
                <a:close/>
              </a:path>
            </a:pathLst>
          </a:custGeom>
          <a:solidFill>
            <a:srgbClr val="1B4A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228761" y="6720715"/>
            <a:ext cx="116586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 b="1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143498" y="6103620"/>
            <a:ext cx="3977640" cy="1577340"/>
          </a:xfrm>
          <a:custGeom>
            <a:avLst/>
            <a:gdLst/>
            <a:ahLst/>
            <a:cxnLst/>
            <a:rect l="l" t="t" r="r" b="b"/>
            <a:pathLst>
              <a:path w="3977640" h="1577340">
                <a:moveTo>
                  <a:pt x="123444" y="0"/>
                </a:moveTo>
                <a:lnTo>
                  <a:pt x="121424" y="0"/>
                </a:lnTo>
                <a:lnTo>
                  <a:pt x="107327" y="1041"/>
                </a:lnTo>
                <a:lnTo>
                  <a:pt x="61709" y="16522"/>
                </a:lnTo>
                <a:lnTo>
                  <a:pt x="26733" y="46697"/>
                </a:lnTo>
                <a:lnTo>
                  <a:pt x="5905" y="85674"/>
                </a:lnTo>
                <a:lnTo>
                  <a:pt x="0" y="1455915"/>
                </a:lnTo>
                <a:lnTo>
                  <a:pt x="1041" y="1470012"/>
                </a:lnTo>
                <a:lnTo>
                  <a:pt x="16522" y="1515630"/>
                </a:lnTo>
                <a:lnTo>
                  <a:pt x="46697" y="1550593"/>
                </a:lnTo>
                <a:lnTo>
                  <a:pt x="85674" y="1571447"/>
                </a:lnTo>
                <a:lnTo>
                  <a:pt x="3858234" y="1577289"/>
                </a:lnTo>
                <a:lnTo>
                  <a:pt x="3874312" y="1575714"/>
                </a:lnTo>
                <a:lnTo>
                  <a:pt x="3915930" y="1560817"/>
                </a:lnTo>
                <a:lnTo>
                  <a:pt x="3950906" y="1530642"/>
                </a:lnTo>
                <a:lnTo>
                  <a:pt x="3971747" y="1491665"/>
                </a:lnTo>
                <a:lnTo>
                  <a:pt x="3977589" y="119405"/>
                </a:lnTo>
                <a:lnTo>
                  <a:pt x="3976014" y="103327"/>
                </a:lnTo>
                <a:lnTo>
                  <a:pt x="3961117" y="61709"/>
                </a:lnTo>
                <a:lnTo>
                  <a:pt x="3930954" y="26733"/>
                </a:lnTo>
                <a:lnTo>
                  <a:pt x="3891965" y="5905"/>
                </a:lnTo>
                <a:lnTo>
                  <a:pt x="123444" y="0"/>
                </a:lnTo>
                <a:close/>
              </a:path>
            </a:pathLst>
          </a:custGeom>
          <a:solidFill>
            <a:srgbClr val="1B4A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308590" y="6720715"/>
            <a:ext cx="164909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FFFFFF"/>
                </a:solidFill>
                <a:latin typeface="Calibri"/>
                <a:cs typeface="Calibri"/>
              </a:rPr>
              <a:t>Selection</a:t>
            </a:r>
            <a:r>
              <a:rPr dirty="0" sz="19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Calibri"/>
                <a:cs typeface="Calibri"/>
              </a:rPr>
              <a:t>Round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464038" y="6103620"/>
            <a:ext cx="3977640" cy="1577340"/>
          </a:xfrm>
          <a:custGeom>
            <a:avLst/>
            <a:gdLst/>
            <a:ahLst/>
            <a:cxnLst/>
            <a:rect l="l" t="t" r="r" b="b"/>
            <a:pathLst>
              <a:path w="3977640" h="1577340">
                <a:moveTo>
                  <a:pt x="123444" y="0"/>
                </a:moveTo>
                <a:lnTo>
                  <a:pt x="121424" y="0"/>
                </a:lnTo>
                <a:lnTo>
                  <a:pt x="107327" y="1041"/>
                </a:lnTo>
                <a:lnTo>
                  <a:pt x="61709" y="16522"/>
                </a:lnTo>
                <a:lnTo>
                  <a:pt x="26733" y="46697"/>
                </a:lnTo>
                <a:lnTo>
                  <a:pt x="5905" y="85674"/>
                </a:lnTo>
                <a:lnTo>
                  <a:pt x="0" y="1455915"/>
                </a:lnTo>
                <a:lnTo>
                  <a:pt x="1041" y="1470012"/>
                </a:lnTo>
                <a:lnTo>
                  <a:pt x="16522" y="1515630"/>
                </a:lnTo>
                <a:lnTo>
                  <a:pt x="46697" y="1550593"/>
                </a:lnTo>
                <a:lnTo>
                  <a:pt x="85674" y="1571447"/>
                </a:lnTo>
                <a:lnTo>
                  <a:pt x="3858234" y="1577289"/>
                </a:lnTo>
                <a:lnTo>
                  <a:pt x="3874312" y="1575714"/>
                </a:lnTo>
                <a:lnTo>
                  <a:pt x="3915930" y="1560817"/>
                </a:lnTo>
                <a:lnTo>
                  <a:pt x="3950906" y="1530642"/>
                </a:lnTo>
                <a:lnTo>
                  <a:pt x="3971747" y="1491665"/>
                </a:lnTo>
                <a:lnTo>
                  <a:pt x="3977589" y="119405"/>
                </a:lnTo>
                <a:lnTo>
                  <a:pt x="3976014" y="103327"/>
                </a:lnTo>
                <a:lnTo>
                  <a:pt x="3961117" y="61709"/>
                </a:lnTo>
                <a:lnTo>
                  <a:pt x="3930954" y="26733"/>
                </a:lnTo>
                <a:lnTo>
                  <a:pt x="3891965" y="5905"/>
                </a:lnTo>
                <a:lnTo>
                  <a:pt x="123444" y="0"/>
                </a:lnTo>
                <a:close/>
              </a:path>
            </a:pathLst>
          </a:custGeom>
          <a:solidFill>
            <a:srgbClr val="1B4A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1128932" y="6720715"/>
            <a:ext cx="64833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 b="1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3784578" y="6103620"/>
            <a:ext cx="3977640" cy="1577340"/>
          </a:xfrm>
          <a:custGeom>
            <a:avLst/>
            <a:gdLst/>
            <a:ahLst/>
            <a:cxnLst/>
            <a:rect l="l" t="t" r="r" b="b"/>
            <a:pathLst>
              <a:path w="3977640" h="1577340">
                <a:moveTo>
                  <a:pt x="123444" y="0"/>
                </a:moveTo>
                <a:lnTo>
                  <a:pt x="121424" y="0"/>
                </a:lnTo>
                <a:lnTo>
                  <a:pt x="107327" y="1041"/>
                </a:lnTo>
                <a:lnTo>
                  <a:pt x="61709" y="16522"/>
                </a:lnTo>
                <a:lnTo>
                  <a:pt x="26733" y="46697"/>
                </a:lnTo>
                <a:lnTo>
                  <a:pt x="5905" y="85674"/>
                </a:lnTo>
                <a:lnTo>
                  <a:pt x="0" y="1455915"/>
                </a:lnTo>
                <a:lnTo>
                  <a:pt x="1041" y="1470012"/>
                </a:lnTo>
                <a:lnTo>
                  <a:pt x="16522" y="1515630"/>
                </a:lnTo>
                <a:lnTo>
                  <a:pt x="46697" y="1550593"/>
                </a:lnTo>
                <a:lnTo>
                  <a:pt x="85674" y="1571447"/>
                </a:lnTo>
                <a:lnTo>
                  <a:pt x="3858234" y="1577289"/>
                </a:lnTo>
                <a:lnTo>
                  <a:pt x="3874312" y="1575714"/>
                </a:lnTo>
                <a:lnTo>
                  <a:pt x="3915930" y="1560817"/>
                </a:lnTo>
                <a:lnTo>
                  <a:pt x="3950906" y="1530642"/>
                </a:lnTo>
                <a:lnTo>
                  <a:pt x="3971747" y="1491665"/>
                </a:lnTo>
                <a:lnTo>
                  <a:pt x="3977640" y="123444"/>
                </a:lnTo>
                <a:lnTo>
                  <a:pt x="3977246" y="113360"/>
                </a:lnTo>
                <a:lnTo>
                  <a:pt x="3964927" y="68834"/>
                </a:lnTo>
                <a:lnTo>
                  <a:pt x="3934079" y="29298"/>
                </a:lnTo>
                <a:lnTo>
                  <a:pt x="3891965" y="5905"/>
                </a:lnTo>
                <a:lnTo>
                  <a:pt x="123444" y="0"/>
                </a:lnTo>
                <a:close/>
              </a:path>
            </a:pathLst>
          </a:custGeom>
          <a:solidFill>
            <a:srgbClr val="1B4A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5505145" y="6720715"/>
            <a:ext cx="53657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25" b="1">
                <a:solidFill>
                  <a:srgbClr val="FFFFFF"/>
                </a:solidFill>
                <a:latin typeface="Calibri"/>
                <a:cs typeface="Calibri"/>
              </a:rPr>
              <a:t>Offer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D2E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10259" y="509185"/>
            <a:ext cx="4772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5" b="1">
                <a:solidFill>
                  <a:srgbClr val="D98E3C"/>
                </a:solidFill>
                <a:latin typeface="Calibri"/>
                <a:cs typeface="Calibri"/>
              </a:rPr>
              <a:t>SIMPLIFIED</a:t>
            </a:r>
            <a:r>
              <a:rPr dirty="0" sz="1800" spc="80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C</a:t>
            </a:r>
            <a:r>
              <a:rPr dirty="0" sz="1800" spc="-114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240" b="1">
                <a:solidFill>
                  <a:srgbClr val="D98E3C"/>
                </a:solidFill>
                <a:latin typeface="Calibri"/>
                <a:cs typeface="Calibri"/>
              </a:rPr>
              <a:t>ONCEP</a:t>
            </a:r>
            <a:r>
              <a:rPr dirty="0" sz="1800" spc="-114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150" b="1">
                <a:solidFill>
                  <a:srgbClr val="D98E3C"/>
                </a:solidFill>
                <a:latin typeface="Calibri"/>
                <a:cs typeface="Calibri"/>
              </a:rPr>
              <a:t>TU</a:t>
            </a:r>
            <a:r>
              <a:rPr dirty="0" sz="1800" spc="-15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150" b="1">
                <a:solidFill>
                  <a:srgbClr val="D98E3C"/>
                </a:solidFill>
                <a:latin typeface="Calibri"/>
                <a:cs typeface="Calibri"/>
              </a:rPr>
              <a:t>AL</a:t>
            </a:r>
            <a:r>
              <a:rPr dirty="0" sz="1800" spc="90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r>
              <a:rPr dirty="0" sz="1800" spc="-12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225" b="1">
                <a:solidFill>
                  <a:srgbClr val="D98E3C"/>
                </a:solidFill>
                <a:latin typeface="Calibri"/>
                <a:cs typeface="Calibri"/>
              </a:rPr>
              <a:t>TRUC</a:t>
            </a:r>
            <a:r>
              <a:rPr dirty="0" sz="1800" spc="-9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204" b="1">
                <a:solidFill>
                  <a:srgbClr val="D98E3C"/>
                </a:solidFill>
                <a:latin typeface="Calibri"/>
                <a:cs typeface="Calibri"/>
              </a:rPr>
              <a:t>TURE 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ER</a:t>
            </a:r>
            <a:r>
              <a:rPr dirty="0" spc="-11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Diagram</a:t>
            </a:r>
            <a:r>
              <a:rPr dirty="0" spc="-114">
                <a:latin typeface="Cambria"/>
                <a:cs typeface="Cambria"/>
              </a:rPr>
              <a:t> </a:t>
            </a:r>
            <a:r>
              <a:rPr dirty="0" spc="-10">
                <a:latin typeface="Cambria"/>
                <a:cs typeface="Cambria"/>
              </a:rPr>
              <a:t>(Conceptual)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6775" y="1736813"/>
            <a:ext cx="13495515" cy="84688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D9E9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53763" y="63619"/>
            <a:ext cx="6497320" cy="711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ER</a:t>
            </a:r>
            <a:r>
              <a:rPr dirty="0" spc="-11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Diagram</a:t>
            </a:r>
            <a:r>
              <a:rPr dirty="0" spc="-114">
                <a:latin typeface="Cambria"/>
                <a:cs typeface="Cambria"/>
              </a:rPr>
              <a:t> </a:t>
            </a:r>
            <a:r>
              <a:rPr dirty="0" spc="-10">
                <a:latin typeface="Cambria"/>
                <a:cs typeface="Cambria"/>
              </a:rPr>
              <a:t>(structured)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9141" y="978077"/>
            <a:ext cx="15081310" cy="91132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0259" y="509185"/>
            <a:ext cx="587184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40">
                <a:solidFill>
                  <a:srgbClr val="D98E3C"/>
                </a:solidFill>
                <a:latin typeface="Calibri"/>
                <a:cs typeface="Calibri"/>
              </a:rPr>
              <a:t>PR</a:t>
            </a:r>
            <a:r>
              <a:rPr dirty="0" sz="1800" spc="-125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245">
                <a:solidFill>
                  <a:srgbClr val="D98E3C"/>
                </a:solidFill>
                <a:latin typeface="Calibri"/>
                <a:cs typeface="Calibri"/>
              </a:rPr>
              <a:t>OPOSED</a:t>
            </a:r>
            <a:r>
              <a:rPr dirty="0" sz="1800" spc="95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140">
                <a:solidFill>
                  <a:srgbClr val="D98E3C"/>
                </a:solidFill>
                <a:latin typeface="Calibri"/>
                <a:cs typeface="Calibri"/>
              </a:rPr>
              <a:t>TAB</a:t>
            </a:r>
            <a:r>
              <a:rPr dirty="0" sz="1800" spc="-110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150">
                <a:solidFill>
                  <a:srgbClr val="D98E3C"/>
                </a:solidFill>
                <a:latin typeface="Calibri"/>
                <a:cs typeface="Calibri"/>
              </a:rPr>
              <a:t>LE</a:t>
            </a:r>
            <a:r>
              <a:rPr dirty="0" sz="1800" spc="-125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150">
                <a:solidFill>
                  <a:srgbClr val="D98E3C"/>
                </a:solidFill>
                <a:latin typeface="Calibri"/>
                <a:cs typeface="Calibri"/>
              </a:rPr>
              <a:t>S,</a:t>
            </a:r>
            <a:r>
              <a:rPr dirty="0" sz="1800" spc="95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190">
                <a:solidFill>
                  <a:srgbClr val="D98E3C"/>
                </a:solidFill>
                <a:latin typeface="Calibri"/>
                <a:cs typeface="Calibri"/>
              </a:rPr>
              <a:t>KEY</a:t>
            </a:r>
            <a:r>
              <a:rPr dirty="0" sz="1800" spc="-130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r>
              <a:rPr dirty="0" sz="1800" spc="95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185">
                <a:solidFill>
                  <a:srgbClr val="D98E3C"/>
                </a:solidFill>
                <a:latin typeface="Calibri"/>
                <a:cs typeface="Calibri"/>
              </a:rPr>
              <a:t>AND</a:t>
            </a:r>
            <a:r>
              <a:rPr dirty="0" sz="1800" spc="95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200">
                <a:solidFill>
                  <a:srgbClr val="D98E3C"/>
                </a:solidFill>
                <a:latin typeface="Calibri"/>
                <a:cs typeface="Calibri"/>
              </a:rPr>
              <a:t>REL</a:t>
            </a:r>
            <a:r>
              <a:rPr dirty="0" sz="1800" spc="-105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D98E3C"/>
                </a:solidFill>
                <a:latin typeface="Calibri"/>
                <a:cs typeface="Calibri"/>
              </a:rPr>
              <a:t>AT</a:t>
            </a:r>
            <a:r>
              <a:rPr dirty="0" sz="1800" spc="-110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250">
                <a:solidFill>
                  <a:srgbClr val="D98E3C"/>
                </a:solidFill>
                <a:latin typeface="Calibri"/>
                <a:cs typeface="Calibri"/>
              </a:rPr>
              <a:t>IONSHIPS 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0259" y="920869"/>
            <a:ext cx="658939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b="1">
                <a:solidFill>
                  <a:srgbClr val="1B4A4A"/>
                </a:solidFill>
                <a:latin typeface="Cambria"/>
                <a:cs typeface="Cambria"/>
              </a:rPr>
              <a:t>Initial</a:t>
            </a:r>
            <a:r>
              <a:rPr dirty="0" sz="4500" spc="-80" b="1">
                <a:solidFill>
                  <a:srgbClr val="1B4A4A"/>
                </a:solidFill>
                <a:latin typeface="Cambria"/>
                <a:cs typeface="Cambria"/>
              </a:rPr>
              <a:t> </a:t>
            </a:r>
            <a:r>
              <a:rPr dirty="0" sz="4500" b="1">
                <a:solidFill>
                  <a:srgbClr val="1B4A4A"/>
                </a:solidFill>
                <a:latin typeface="Cambria"/>
                <a:cs typeface="Cambria"/>
              </a:rPr>
              <a:t>Relational</a:t>
            </a:r>
            <a:r>
              <a:rPr dirty="0" sz="4500" spc="-80" b="1">
                <a:solidFill>
                  <a:srgbClr val="1B4A4A"/>
                </a:solidFill>
                <a:latin typeface="Cambria"/>
                <a:cs typeface="Cambria"/>
              </a:rPr>
              <a:t> </a:t>
            </a:r>
            <a:r>
              <a:rPr dirty="0" sz="4500" spc="-10" b="1">
                <a:solidFill>
                  <a:srgbClr val="1B4A4A"/>
                </a:solidFill>
                <a:latin typeface="Cambria"/>
                <a:cs typeface="Cambria"/>
              </a:rPr>
              <a:t>Schema</a:t>
            </a:r>
            <a:endParaRPr sz="45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13438" y="2116454"/>
            <a:ext cx="4065270" cy="2350770"/>
            <a:chOff x="813438" y="2116454"/>
            <a:chExt cx="4065270" cy="2350770"/>
          </a:xfrm>
        </p:grpSpPr>
        <p:sp>
          <p:nvSpPr>
            <p:cNvPr id="5" name="object 5"/>
            <p:cNvSpPr/>
            <p:nvPr/>
          </p:nvSpPr>
          <p:spPr>
            <a:xfrm>
              <a:off x="822963" y="2125979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20" h="2331720">
                  <a:moveTo>
                    <a:pt x="82283" y="0"/>
                  </a:moveTo>
                  <a:lnTo>
                    <a:pt x="44678" y="9080"/>
                  </a:lnTo>
                  <a:lnTo>
                    <a:pt x="10350" y="42303"/>
                  </a:lnTo>
                  <a:lnTo>
                    <a:pt x="0" y="2249436"/>
                  </a:lnTo>
                  <a:lnTo>
                    <a:pt x="1079" y="2262835"/>
                  </a:lnTo>
                  <a:lnTo>
                    <a:pt x="19532" y="2302675"/>
                  </a:lnTo>
                  <a:lnTo>
                    <a:pt x="59689" y="2328570"/>
                  </a:lnTo>
                  <a:lnTo>
                    <a:pt x="3963936" y="2331720"/>
                  </a:lnTo>
                  <a:lnTo>
                    <a:pt x="3973334" y="2331199"/>
                  </a:lnTo>
                  <a:lnTo>
                    <a:pt x="4017175" y="2312187"/>
                  </a:lnTo>
                  <a:lnTo>
                    <a:pt x="4043070" y="2272030"/>
                  </a:lnTo>
                  <a:lnTo>
                    <a:pt x="4046219" y="82283"/>
                  </a:lnTo>
                  <a:lnTo>
                    <a:pt x="4045686" y="72885"/>
                  </a:lnTo>
                  <a:lnTo>
                    <a:pt x="4026687" y="29044"/>
                  </a:lnTo>
                  <a:lnTo>
                    <a:pt x="3986529" y="3149"/>
                  </a:lnTo>
                  <a:lnTo>
                    <a:pt x="82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22963" y="2125979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20" h="2331720">
                  <a:moveTo>
                    <a:pt x="82283" y="0"/>
                  </a:moveTo>
                  <a:lnTo>
                    <a:pt x="3963936" y="0"/>
                  </a:lnTo>
                  <a:lnTo>
                    <a:pt x="3965270" y="0"/>
                  </a:lnTo>
                  <a:lnTo>
                    <a:pt x="3966629" y="38"/>
                  </a:lnTo>
                  <a:lnTo>
                    <a:pt x="3979976" y="1587"/>
                  </a:lnTo>
                  <a:lnTo>
                    <a:pt x="3981297" y="1841"/>
                  </a:lnTo>
                  <a:lnTo>
                    <a:pt x="3982618" y="2133"/>
                  </a:lnTo>
                  <a:lnTo>
                    <a:pt x="3983926" y="2463"/>
                  </a:lnTo>
                  <a:lnTo>
                    <a:pt x="3985234" y="2794"/>
                  </a:lnTo>
                  <a:lnTo>
                    <a:pt x="3991648" y="4813"/>
                  </a:lnTo>
                  <a:lnTo>
                    <a:pt x="3992918" y="5257"/>
                  </a:lnTo>
                  <a:lnTo>
                    <a:pt x="3999115" y="7899"/>
                  </a:lnTo>
                  <a:lnTo>
                    <a:pt x="4000334" y="8470"/>
                  </a:lnTo>
                  <a:lnTo>
                    <a:pt x="4001528" y="9080"/>
                  </a:lnTo>
                  <a:lnTo>
                    <a:pt x="4002709" y="9715"/>
                  </a:lnTo>
                  <a:lnTo>
                    <a:pt x="4003903" y="10350"/>
                  </a:lnTo>
                  <a:lnTo>
                    <a:pt x="4005071" y="11010"/>
                  </a:lnTo>
                  <a:lnTo>
                    <a:pt x="4006227" y="11709"/>
                  </a:lnTo>
                  <a:lnTo>
                    <a:pt x="4007383" y="12395"/>
                  </a:lnTo>
                  <a:lnTo>
                    <a:pt x="4012945" y="16192"/>
                  </a:lnTo>
                  <a:lnTo>
                    <a:pt x="4014025" y="16992"/>
                  </a:lnTo>
                  <a:lnTo>
                    <a:pt x="4015092" y="17818"/>
                  </a:lnTo>
                  <a:lnTo>
                    <a:pt x="4016133" y="18681"/>
                  </a:lnTo>
                  <a:lnTo>
                    <a:pt x="4017175" y="19532"/>
                  </a:lnTo>
                  <a:lnTo>
                    <a:pt x="4022115" y="24104"/>
                  </a:lnTo>
                  <a:lnTo>
                    <a:pt x="4023067" y="25057"/>
                  </a:lnTo>
                  <a:lnTo>
                    <a:pt x="4027538" y="30086"/>
                  </a:lnTo>
                  <a:lnTo>
                    <a:pt x="4028401" y="31127"/>
                  </a:lnTo>
                  <a:lnTo>
                    <a:pt x="4029227" y="32181"/>
                  </a:lnTo>
                  <a:lnTo>
                    <a:pt x="4030027" y="33274"/>
                  </a:lnTo>
                  <a:lnTo>
                    <a:pt x="4030827" y="34353"/>
                  </a:lnTo>
                  <a:lnTo>
                    <a:pt x="4031602" y="35445"/>
                  </a:lnTo>
                  <a:lnTo>
                    <a:pt x="4032351" y="36576"/>
                  </a:lnTo>
                  <a:lnTo>
                    <a:pt x="4033100" y="37693"/>
                  </a:lnTo>
                  <a:lnTo>
                    <a:pt x="4033824" y="38823"/>
                  </a:lnTo>
                  <a:lnTo>
                    <a:pt x="4034510" y="39979"/>
                  </a:lnTo>
                  <a:lnTo>
                    <a:pt x="4035209" y="41135"/>
                  </a:lnTo>
                  <a:lnTo>
                    <a:pt x="4035869" y="42303"/>
                  </a:lnTo>
                  <a:lnTo>
                    <a:pt x="4036504" y="43497"/>
                  </a:lnTo>
                  <a:lnTo>
                    <a:pt x="4037139" y="44678"/>
                  </a:lnTo>
                  <a:lnTo>
                    <a:pt x="4039946" y="50800"/>
                  </a:lnTo>
                  <a:lnTo>
                    <a:pt x="4040466" y="52044"/>
                  </a:lnTo>
                  <a:lnTo>
                    <a:pt x="4040962" y="53301"/>
                  </a:lnTo>
                  <a:lnTo>
                    <a:pt x="4041406" y="54559"/>
                  </a:lnTo>
                  <a:lnTo>
                    <a:pt x="4041863" y="55829"/>
                  </a:lnTo>
                  <a:lnTo>
                    <a:pt x="4044632" y="66230"/>
                  </a:lnTo>
                  <a:lnTo>
                    <a:pt x="4044899" y="67551"/>
                  </a:lnTo>
                  <a:lnTo>
                    <a:pt x="4045127" y="68884"/>
                  </a:lnTo>
                  <a:lnTo>
                    <a:pt x="4045318" y="70218"/>
                  </a:lnTo>
                  <a:lnTo>
                    <a:pt x="4045521" y="71539"/>
                  </a:lnTo>
                  <a:lnTo>
                    <a:pt x="4045686" y="72885"/>
                  </a:lnTo>
                  <a:lnTo>
                    <a:pt x="4045813" y="74218"/>
                  </a:lnTo>
                  <a:lnTo>
                    <a:pt x="4045953" y="75565"/>
                  </a:lnTo>
                  <a:lnTo>
                    <a:pt x="4046054" y="76898"/>
                  </a:lnTo>
                  <a:lnTo>
                    <a:pt x="4046118" y="78244"/>
                  </a:lnTo>
                  <a:lnTo>
                    <a:pt x="4046181" y="79590"/>
                  </a:lnTo>
                  <a:lnTo>
                    <a:pt x="4046219" y="80937"/>
                  </a:lnTo>
                  <a:lnTo>
                    <a:pt x="4046219" y="82283"/>
                  </a:lnTo>
                  <a:lnTo>
                    <a:pt x="4046219" y="2249436"/>
                  </a:lnTo>
                  <a:lnTo>
                    <a:pt x="4046219" y="2250782"/>
                  </a:lnTo>
                  <a:lnTo>
                    <a:pt x="4046181" y="2252129"/>
                  </a:lnTo>
                  <a:lnTo>
                    <a:pt x="4046118" y="2253475"/>
                  </a:lnTo>
                  <a:lnTo>
                    <a:pt x="4046054" y="2254821"/>
                  </a:lnTo>
                  <a:lnTo>
                    <a:pt x="4045953" y="2256167"/>
                  </a:lnTo>
                  <a:lnTo>
                    <a:pt x="4045813" y="2257501"/>
                  </a:lnTo>
                  <a:lnTo>
                    <a:pt x="4045686" y="2258847"/>
                  </a:lnTo>
                  <a:lnTo>
                    <a:pt x="4045521" y="2260180"/>
                  </a:lnTo>
                  <a:lnTo>
                    <a:pt x="4045318" y="2261514"/>
                  </a:lnTo>
                  <a:lnTo>
                    <a:pt x="4045127" y="2262835"/>
                  </a:lnTo>
                  <a:lnTo>
                    <a:pt x="4044899" y="2264168"/>
                  </a:lnTo>
                  <a:lnTo>
                    <a:pt x="4044632" y="2265476"/>
                  </a:lnTo>
                  <a:lnTo>
                    <a:pt x="4044378" y="2266797"/>
                  </a:lnTo>
                  <a:lnTo>
                    <a:pt x="4041406" y="2277148"/>
                  </a:lnTo>
                  <a:lnTo>
                    <a:pt x="4040962" y="2278418"/>
                  </a:lnTo>
                  <a:lnTo>
                    <a:pt x="4040466" y="2279675"/>
                  </a:lnTo>
                  <a:lnTo>
                    <a:pt x="4039946" y="2280920"/>
                  </a:lnTo>
                  <a:lnTo>
                    <a:pt x="4039438" y="2282164"/>
                  </a:lnTo>
                  <a:lnTo>
                    <a:pt x="4034510" y="2291740"/>
                  </a:lnTo>
                  <a:lnTo>
                    <a:pt x="4033824" y="2292883"/>
                  </a:lnTo>
                  <a:lnTo>
                    <a:pt x="4030027" y="2298446"/>
                  </a:lnTo>
                  <a:lnTo>
                    <a:pt x="4029227" y="2299538"/>
                  </a:lnTo>
                  <a:lnTo>
                    <a:pt x="4028401" y="2300605"/>
                  </a:lnTo>
                  <a:lnTo>
                    <a:pt x="4027538" y="2301646"/>
                  </a:lnTo>
                  <a:lnTo>
                    <a:pt x="4026687" y="2302675"/>
                  </a:lnTo>
                  <a:lnTo>
                    <a:pt x="4016133" y="2313038"/>
                  </a:lnTo>
                  <a:lnTo>
                    <a:pt x="4015092" y="2313901"/>
                  </a:lnTo>
                  <a:lnTo>
                    <a:pt x="4014025" y="2314727"/>
                  </a:lnTo>
                  <a:lnTo>
                    <a:pt x="4012945" y="2315527"/>
                  </a:lnTo>
                  <a:lnTo>
                    <a:pt x="4011866" y="2316327"/>
                  </a:lnTo>
                  <a:lnTo>
                    <a:pt x="4006227" y="2320010"/>
                  </a:lnTo>
                  <a:lnTo>
                    <a:pt x="4005071" y="2320709"/>
                  </a:lnTo>
                  <a:lnTo>
                    <a:pt x="4003903" y="2321369"/>
                  </a:lnTo>
                  <a:lnTo>
                    <a:pt x="4002709" y="2322004"/>
                  </a:lnTo>
                  <a:lnTo>
                    <a:pt x="4001528" y="2322639"/>
                  </a:lnTo>
                  <a:lnTo>
                    <a:pt x="3995419" y="2325458"/>
                  </a:lnTo>
                  <a:lnTo>
                    <a:pt x="3994175" y="2325979"/>
                  </a:lnTo>
                  <a:lnTo>
                    <a:pt x="3992918" y="2326462"/>
                  </a:lnTo>
                  <a:lnTo>
                    <a:pt x="3991648" y="2326906"/>
                  </a:lnTo>
                  <a:lnTo>
                    <a:pt x="3990378" y="2327363"/>
                  </a:lnTo>
                  <a:lnTo>
                    <a:pt x="3979976" y="2330132"/>
                  </a:lnTo>
                  <a:lnTo>
                    <a:pt x="3978655" y="2330399"/>
                  </a:lnTo>
                  <a:lnTo>
                    <a:pt x="3977335" y="2330627"/>
                  </a:lnTo>
                  <a:lnTo>
                    <a:pt x="3976014" y="2330818"/>
                  </a:lnTo>
                  <a:lnTo>
                    <a:pt x="3974668" y="2331034"/>
                  </a:lnTo>
                  <a:lnTo>
                    <a:pt x="3973334" y="2331199"/>
                  </a:lnTo>
                  <a:lnTo>
                    <a:pt x="3972001" y="2331313"/>
                  </a:lnTo>
                  <a:lnTo>
                    <a:pt x="3970654" y="2331453"/>
                  </a:lnTo>
                  <a:lnTo>
                    <a:pt x="3969308" y="2331554"/>
                  </a:lnTo>
                  <a:lnTo>
                    <a:pt x="3967975" y="2331618"/>
                  </a:lnTo>
                  <a:lnTo>
                    <a:pt x="3966629" y="2331694"/>
                  </a:lnTo>
                  <a:lnTo>
                    <a:pt x="3965270" y="2331720"/>
                  </a:lnTo>
                  <a:lnTo>
                    <a:pt x="3963936" y="2331720"/>
                  </a:lnTo>
                  <a:lnTo>
                    <a:pt x="82283" y="2331720"/>
                  </a:lnTo>
                  <a:lnTo>
                    <a:pt x="80937" y="2331720"/>
                  </a:lnTo>
                  <a:lnTo>
                    <a:pt x="79590" y="2331694"/>
                  </a:lnTo>
                  <a:lnTo>
                    <a:pt x="78244" y="2331618"/>
                  </a:lnTo>
                  <a:lnTo>
                    <a:pt x="76898" y="2331554"/>
                  </a:lnTo>
                  <a:lnTo>
                    <a:pt x="75552" y="2331453"/>
                  </a:lnTo>
                  <a:lnTo>
                    <a:pt x="74218" y="2331313"/>
                  </a:lnTo>
                  <a:lnTo>
                    <a:pt x="72872" y="2331199"/>
                  </a:lnTo>
                  <a:lnTo>
                    <a:pt x="71539" y="2331034"/>
                  </a:lnTo>
                  <a:lnTo>
                    <a:pt x="70205" y="2330818"/>
                  </a:lnTo>
                  <a:lnTo>
                    <a:pt x="68872" y="2330627"/>
                  </a:lnTo>
                  <a:lnTo>
                    <a:pt x="67551" y="2330399"/>
                  </a:lnTo>
                  <a:lnTo>
                    <a:pt x="66230" y="2330132"/>
                  </a:lnTo>
                  <a:lnTo>
                    <a:pt x="64909" y="2329878"/>
                  </a:lnTo>
                  <a:lnTo>
                    <a:pt x="54559" y="2326906"/>
                  </a:lnTo>
                  <a:lnTo>
                    <a:pt x="53289" y="2326462"/>
                  </a:lnTo>
                  <a:lnTo>
                    <a:pt x="43497" y="2322004"/>
                  </a:lnTo>
                  <a:lnTo>
                    <a:pt x="42303" y="2321369"/>
                  </a:lnTo>
                  <a:lnTo>
                    <a:pt x="41135" y="2320709"/>
                  </a:lnTo>
                  <a:lnTo>
                    <a:pt x="39979" y="2320010"/>
                  </a:lnTo>
                  <a:lnTo>
                    <a:pt x="38823" y="2319324"/>
                  </a:lnTo>
                  <a:lnTo>
                    <a:pt x="33261" y="2315527"/>
                  </a:lnTo>
                  <a:lnTo>
                    <a:pt x="32181" y="2314727"/>
                  </a:lnTo>
                  <a:lnTo>
                    <a:pt x="31127" y="2313901"/>
                  </a:lnTo>
                  <a:lnTo>
                    <a:pt x="30086" y="2313038"/>
                  </a:lnTo>
                  <a:lnTo>
                    <a:pt x="29044" y="2312187"/>
                  </a:lnTo>
                  <a:lnTo>
                    <a:pt x="16192" y="2298446"/>
                  </a:lnTo>
                  <a:lnTo>
                    <a:pt x="15392" y="2297366"/>
                  </a:lnTo>
                  <a:lnTo>
                    <a:pt x="11709" y="2291740"/>
                  </a:lnTo>
                  <a:lnTo>
                    <a:pt x="11010" y="2290584"/>
                  </a:lnTo>
                  <a:lnTo>
                    <a:pt x="7899" y="2284615"/>
                  </a:lnTo>
                  <a:lnTo>
                    <a:pt x="7315" y="2283396"/>
                  </a:lnTo>
                  <a:lnTo>
                    <a:pt x="6781" y="2282164"/>
                  </a:lnTo>
                  <a:lnTo>
                    <a:pt x="6261" y="2280920"/>
                  </a:lnTo>
                  <a:lnTo>
                    <a:pt x="5740" y="2279675"/>
                  </a:lnTo>
                  <a:lnTo>
                    <a:pt x="5257" y="2278418"/>
                  </a:lnTo>
                  <a:lnTo>
                    <a:pt x="4813" y="2277148"/>
                  </a:lnTo>
                  <a:lnTo>
                    <a:pt x="4356" y="2275890"/>
                  </a:lnTo>
                  <a:lnTo>
                    <a:pt x="2463" y="2269426"/>
                  </a:lnTo>
                  <a:lnTo>
                    <a:pt x="2133" y="2268118"/>
                  </a:lnTo>
                  <a:lnTo>
                    <a:pt x="888" y="2261514"/>
                  </a:lnTo>
                  <a:lnTo>
                    <a:pt x="685" y="2260180"/>
                  </a:lnTo>
                  <a:lnTo>
                    <a:pt x="520" y="2258847"/>
                  </a:lnTo>
                  <a:lnTo>
                    <a:pt x="393" y="2257501"/>
                  </a:lnTo>
                  <a:lnTo>
                    <a:pt x="266" y="2256167"/>
                  </a:lnTo>
                  <a:lnTo>
                    <a:pt x="165" y="2254821"/>
                  </a:lnTo>
                  <a:lnTo>
                    <a:pt x="101" y="2253475"/>
                  </a:lnTo>
                  <a:lnTo>
                    <a:pt x="25" y="2252129"/>
                  </a:lnTo>
                  <a:lnTo>
                    <a:pt x="0" y="2250782"/>
                  </a:lnTo>
                  <a:lnTo>
                    <a:pt x="0" y="2249436"/>
                  </a:lnTo>
                  <a:lnTo>
                    <a:pt x="0" y="82283"/>
                  </a:lnTo>
                  <a:lnTo>
                    <a:pt x="0" y="80937"/>
                  </a:lnTo>
                  <a:lnTo>
                    <a:pt x="25" y="79590"/>
                  </a:lnTo>
                  <a:lnTo>
                    <a:pt x="101" y="78244"/>
                  </a:lnTo>
                  <a:lnTo>
                    <a:pt x="165" y="76898"/>
                  </a:lnTo>
                  <a:lnTo>
                    <a:pt x="888" y="70218"/>
                  </a:lnTo>
                  <a:lnTo>
                    <a:pt x="1079" y="68884"/>
                  </a:lnTo>
                  <a:lnTo>
                    <a:pt x="2463" y="62293"/>
                  </a:lnTo>
                  <a:lnTo>
                    <a:pt x="2793" y="60985"/>
                  </a:lnTo>
                  <a:lnTo>
                    <a:pt x="4813" y="54559"/>
                  </a:lnTo>
                  <a:lnTo>
                    <a:pt x="5257" y="53301"/>
                  </a:lnTo>
                  <a:lnTo>
                    <a:pt x="5740" y="52044"/>
                  </a:lnTo>
                  <a:lnTo>
                    <a:pt x="6261" y="50800"/>
                  </a:lnTo>
                  <a:lnTo>
                    <a:pt x="6781" y="49555"/>
                  </a:lnTo>
                  <a:lnTo>
                    <a:pt x="7315" y="48323"/>
                  </a:lnTo>
                  <a:lnTo>
                    <a:pt x="7899" y="47104"/>
                  </a:lnTo>
                  <a:lnTo>
                    <a:pt x="8470" y="45885"/>
                  </a:lnTo>
                  <a:lnTo>
                    <a:pt x="9080" y="44678"/>
                  </a:lnTo>
                  <a:lnTo>
                    <a:pt x="9715" y="43497"/>
                  </a:lnTo>
                  <a:lnTo>
                    <a:pt x="10350" y="42303"/>
                  </a:lnTo>
                  <a:lnTo>
                    <a:pt x="11010" y="41135"/>
                  </a:lnTo>
                  <a:lnTo>
                    <a:pt x="11709" y="39979"/>
                  </a:lnTo>
                  <a:lnTo>
                    <a:pt x="12395" y="38823"/>
                  </a:lnTo>
                  <a:lnTo>
                    <a:pt x="13119" y="37693"/>
                  </a:lnTo>
                  <a:lnTo>
                    <a:pt x="13868" y="36576"/>
                  </a:lnTo>
                  <a:lnTo>
                    <a:pt x="14617" y="35445"/>
                  </a:lnTo>
                  <a:lnTo>
                    <a:pt x="15392" y="34353"/>
                  </a:lnTo>
                  <a:lnTo>
                    <a:pt x="16192" y="33274"/>
                  </a:lnTo>
                  <a:lnTo>
                    <a:pt x="16992" y="32181"/>
                  </a:lnTo>
                  <a:lnTo>
                    <a:pt x="21310" y="27025"/>
                  </a:lnTo>
                  <a:lnTo>
                    <a:pt x="22212" y="26022"/>
                  </a:lnTo>
                  <a:lnTo>
                    <a:pt x="30086" y="18681"/>
                  </a:lnTo>
                  <a:lnTo>
                    <a:pt x="31127" y="17818"/>
                  </a:lnTo>
                  <a:lnTo>
                    <a:pt x="39979" y="11709"/>
                  </a:lnTo>
                  <a:lnTo>
                    <a:pt x="41135" y="11010"/>
                  </a:lnTo>
                  <a:lnTo>
                    <a:pt x="42303" y="10350"/>
                  </a:lnTo>
                  <a:lnTo>
                    <a:pt x="43497" y="9715"/>
                  </a:lnTo>
                  <a:lnTo>
                    <a:pt x="44678" y="9080"/>
                  </a:lnTo>
                  <a:lnTo>
                    <a:pt x="45885" y="8470"/>
                  </a:lnTo>
                  <a:lnTo>
                    <a:pt x="47104" y="7899"/>
                  </a:lnTo>
                  <a:lnTo>
                    <a:pt x="48323" y="7327"/>
                  </a:lnTo>
                  <a:lnTo>
                    <a:pt x="54559" y="4813"/>
                  </a:lnTo>
                  <a:lnTo>
                    <a:pt x="55829" y="4356"/>
                  </a:lnTo>
                  <a:lnTo>
                    <a:pt x="62293" y="2463"/>
                  </a:lnTo>
                  <a:lnTo>
                    <a:pt x="63601" y="2133"/>
                  </a:lnTo>
                  <a:lnTo>
                    <a:pt x="64909" y="1841"/>
                  </a:lnTo>
                  <a:lnTo>
                    <a:pt x="66230" y="1587"/>
                  </a:lnTo>
                  <a:lnTo>
                    <a:pt x="67551" y="1320"/>
                  </a:lnTo>
                  <a:lnTo>
                    <a:pt x="78244" y="101"/>
                  </a:lnTo>
                  <a:lnTo>
                    <a:pt x="79590" y="38"/>
                  </a:lnTo>
                  <a:lnTo>
                    <a:pt x="80937" y="0"/>
                  </a:lnTo>
                  <a:lnTo>
                    <a:pt x="82283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22960" y="2125979"/>
              <a:ext cx="4046220" cy="466725"/>
            </a:xfrm>
            <a:custGeom>
              <a:avLst/>
              <a:gdLst/>
              <a:ahLst/>
              <a:cxnLst/>
              <a:rect l="l" t="t" r="r" b="b"/>
              <a:pathLst>
                <a:path w="4046220" h="466725">
                  <a:moveTo>
                    <a:pt x="82296" y="0"/>
                  </a:moveTo>
                  <a:lnTo>
                    <a:pt x="42316" y="10350"/>
                  </a:lnTo>
                  <a:lnTo>
                    <a:pt x="9080" y="44691"/>
                  </a:lnTo>
                  <a:lnTo>
                    <a:pt x="0" y="384048"/>
                  </a:lnTo>
                  <a:lnTo>
                    <a:pt x="533" y="393458"/>
                  </a:lnTo>
                  <a:lnTo>
                    <a:pt x="19532" y="437299"/>
                  </a:lnTo>
                  <a:lnTo>
                    <a:pt x="59690" y="463194"/>
                  </a:lnTo>
                  <a:lnTo>
                    <a:pt x="3963924" y="466344"/>
                  </a:lnTo>
                  <a:lnTo>
                    <a:pt x="3969308" y="466178"/>
                  </a:lnTo>
                  <a:lnTo>
                    <a:pt x="4015092" y="448513"/>
                  </a:lnTo>
                  <a:lnTo>
                    <a:pt x="4042283" y="409232"/>
                  </a:lnTo>
                  <a:lnTo>
                    <a:pt x="4046220" y="82296"/>
                  </a:lnTo>
                  <a:lnTo>
                    <a:pt x="4045534" y="71551"/>
                  </a:lnTo>
                  <a:lnTo>
                    <a:pt x="4025811" y="28028"/>
                  </a:lnTo>
                  <a:lnTo>
                    <a:pt x="3986517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2960" y="2359151"/>
              <a:ext cx="4046220" cy="233679"/>
            </a:xfrm>
            <a:custGeom>
              <a:avLst/>
              <a:gdLst/>
              <a:ahLst/>
              <a:cxnLst/>
              <a:rect l="l" t="t" r="r" b="b"/>
              <a:pathLst>
                <a:path w="4046220" h="233680">
                  <a:moveTo>
                    <a:pt x="4046220" y="0"/>
                  </a:moveTo>
                  <a:lnTo>
                    <a:pt x="0" y="0"/>
                  </a:lnTo>
                  <a:lnTo>
                    <a:pt x="0" y="233172"/>
                  </a:lnTo>
                  <a:lnTo>
                    <a:pt x="4046220" y="233172"/>
                  </a:lnTo>
                  <a:lnTo>
                    <a:pt x="4046220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47419" y="2209855"/>
            <a:ext cx="7651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4852" y="2921992"/>
            <a:ext cx="11982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D98E3C"/>
                </a:solidFill>
                <a:latin typeface="Calibri"/>
                <a:cs typeface="Calibri"/>
              </a:rPr>
              <a:t>Student_ID</a:t>
            </a:r>
            <a:r>
              <a:rPr dirty="0" sz="1400" spc="-6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D98E3C"/>
                </a:solidFill>
                <a:latin typeface="Calibri"/>
                <a:cs typeface="Calibri"/>
              </a:rPr>
              <a:t>(PK)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4852" y="3135175"/>
            <a:ext cx="1469390" cy="982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986790">
              <a:lnSpc>
                <a:spcPct val="112100"/>
              </a:lnSpc>
              <a:spcBef>
                <a:spcPts val="100"/>
              </a:spcBef>
            </a:pPr>
            <a:r>
              <a:rPr dirty="0" sz="1400" spc="-20">
                <a:solidFill>
                  <a:srgbClr val="1F332F"/>
                </a:solidFill>
                <a:latin typeface="Calibri"/>
                <a:cs typeface="Calibri"/>
              </a:rPr>
              <a:t>Name </a:t>
            </a:r>
            <a:r>
              <a:rPr dirty="0" sz="1400" spc="-10">
                <a:solidFill>
                  <a:srgbClr val="1F332F"/>
                </a:solidFill>
                <a:latin typeface="Calibri"/>
                <a:cs typeface="Calibri"/>
              </a:rPr>
              <a:t>Email Phone</a:t>
            </a:r>
            <a:endParaRPr sz="14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204"/>
              </a:spcBef>
            </a:pPr>
            <a:r>
              <a:rPr dirty="0" sz="1400" spc="-10">
                <a:solidFill>
                  <a:srgbClr val="1C7293"/>
                </a:solidFill>
                <a:latin typeface="Calibri"/>
                <a:cs typeface="Calibri"/>
              </a:rPr>
              <a:t>Department_ID</a:t>
            </a:r>
            <a:r>
              <a:rPr dirty="0" sz="1400" spc="-35">
                <a:solidFill>
                  <a:srgbClr val="1C7293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C7293"/>
                </a:solidFill>
                <a:latin typeface="Calibri"/>
                <a:cs typeface="Calibri"/>
              </a:rPr>
              <a:t>(FK)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133977" y="2116454"/>
            <a:ext cx="4065270" cy="2350770"/>
            <a:chOff x="5133977" y="2116454"/>
            <a:chExt cx="4065270" cy="2350770"/>
          </a:xfrm>
        </p:grpSpPr>
        <p:sp>
          <p:nvSpPr>
            <p:cNvPr id="13" name="object 13"/>
            <p:cNvSpPr/>
            <p:nvPr/>
          </p:nvSpPr>
          <p:spPr>
            <a:xfrm>
              <a:off x="5143502" y="2125979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20" h="2331720">
                  <a:moveTo>
                    <a:pt x="82283" y="0"/>
                  </a:moveTo>
                  <a:lnTo>
                    <a:pt x="44678" y="9080"/>
                  </a:lnTo>
                  <a:lnTo>
                    <a:pt x="10350" y="42303"/>
                  </a:lnTo>
                  <a:lnTo>
                    <a:pt x="0" y="2249436"/>
                  </a:lnTo>
                  <a:lnTo>
                    <a:pt x="1079" y="2262835"/>
                  </a:lnTo>
                  <a:lnTo>
                    <a:pt x="19532" y="2302675"/>
                  </a:lnTo>
                  <a:lnTo>
                    <a:pt x="59689" y="2328570"/>
                  </a:lnTo>
                  <a:lnTo>
                    <a:pt x="3963924" y="2331720"/>
                  </a:lnTo>
                  <a:lnTo>
                    <a:pt x="3973334" y="2331199"/>
                  </a:lnTo>
                  <a:lnTo>
                    <a:pt x="4017175" y="2312187"/>
                  </a:lnTo>
                  <a:lnTo>
                    <a:pt x="4043070" y="2272030"/>
                  </a:lnTo>
                  <a:lnTo>
                    <a:pt x="4046219" y="82283"/>
                  </a:lnTo>
                  <a:lnTo>
                    <a:pt x="4045686" y="72885"/>
                  </a:lnTo>
                  <a:lnTo>
                    <a:pt x="4026687" y="29044"/>
                  </a:lnTo>
                  <a:lnTo>
                    <a:pt x="3986529" y="3149"/>
                  </a:lnTo>
                  <a:lnTo>
                    <a:pt x="82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143502" y="2125979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20" h="2331720">
                  <a:moveTo>
                    <a:pt x="82283" y="0"/>
                  </a:moveTo>
                  <a:lnTo>
                    <a:pt x="3963924" y="0"/>
                  </a:lnTo>
                  <a:lnTo>
                    <a:pt x="3965270" y="0"/>
                  </a:lnTo>
                  <a:lnTo>
                    <a:pt x="3966629" y="38"/>
                  </a:lnTo>
                  <a:lnTo>
                    <a:pt x="3967962" y="101"/>
                  </a:lnTo>
                  <a:lnTo>
                    <a:pt x="3969308" y="165"/>
                  </a:lnTo>
                  <a:lnTo>
                    <a:pt x="3970654" y="266"/>
                  </a:lnTo>
                  <a:lnTo>
                    <a:pt x="3979976" y="1587"/>
                  </a:lnTo>
                  <a:lnTo>
                    <a:pt x="3981297" y="1841"/>
                  </a:lnTo>
                  <a:lnTo>
                    <a:pt x="3982618" y="2133"/>
                  </a:lnTo>
                  <a:lnTo>
                    <a:pt x="3983926" y="2463"/>
                  </a:lnTo>
                  <a:lnTo>
                    <a:pt x="3985234" y="2794"/>
                  </a:lnTo>
                  <a:lnTo>
                    <a:pt x="3991648" y="4813"/>
                  </a:lnTo>
                  <a:lnTo>
                    <a:pt x="3992918" y="5257"/>
                  </a:lnTo>
                  <a:lnTo>
                    <a:pt x="3999115" y="7899"/>
                  </a:lnTo>
                  <a:lnTo>
                    <a:pt x="4000334" y="8470"/>
                  </a:lnTo>
                  <a:lnTo>
                    <a:pt x="4001528" y="9080"/>
                  </a:lnTo>
                  <a:lnTo>
                    <a:pt x="4002709" y="9715"/>
                  </a:lnTo>
                  <a:lnTo>
                    <a:pt x="4003903" y="10350"/>
                  </a:lnTo>
                  <a:lnTo>
                    <a:pt x="4005071" y="11010"/>
                  </a:lnTo>
                  <a:lnTo>
                    <a:pt x="4006227" y="11709"/>
                  </a:lnTo>
                  <a:lnTo>
                    <a:pt x="4007383" y="12395"/>
                  </a:lnTo>
                  <a:lnTo>
                    <a:pt x="4012945" y="16192"/>
                  </a:lnTo>
                  <a:lnTo>
                    <a:pt x="4014025" y="16992"/>
                  </a:lnTo>
                  <a:lnTo>
                    <a:pt x="4015092" y="17818"/>
                  </a:lnTo>
                  <a:lnTo>
                    <a:pt x="4016133" y="18681"/>
                  </a:lnTo>
                  <a:lnTo>
                    <a:pt x="4017175" y="19532"/>
                  </a:lnTo>
                  <a:lnTo>
                    <a:pt x="4022115" y="24104"/>
                  </a:lnTo>
                  <a:lnTo>
                    <a:pt x="4023067" y="25057"/>
                  </a:lnTo>
                  <a:lnTo>
                    <a:pt x="4027538" y="30086"/>
                  </a:lnTo>
                  <a:lnTo>
                    <a:pt x="4028401" y="31127"/>
                  </a:lnTo>
                  <a:lnTo>
                    <a:pt x="4029227" y="32181"/>
                  </a:lnTo>
                  <a:lnTo>
                    <a:pt x="4030027" y="33274"/>
                  </a:lnTo>
                  <a:lnTo>
                    <a:pt x="4030827" y="34353"/>
                  </a:lnTo>
                  <a:lnTo>
                    <a:pt x="4031602" y="35445"/>
                  </a:lnTo>
                  <a:lnTo>
                    <a:pt x="4032351" y="36576"/>
                  </a:lnTo>
                  <a:lnTo>
                    <a:pt x="4033100" y="37693"/>
                  </a:lnTo>
                  <a:lnTo>
                    <a:pt x="4033824" y="38823"/>
                  </a:lnTo>
                  <a:lnTo>
                    <a:pt x="4034510" y="39979"/>
                  </a:lnTo>
                  <a:lnTo>
                    <a:pt x="4035209" y="41135"/>
                  </a:lnTo>
                  <a:lnTo>
                    <a:pt x="4035869" y="42303"/>
                  </a:lnTo>
                  <a:lnTo>
                    <a:pt x="4036504" y="43497"/>
                  </a:lnTo>
                  <a:lnTo>
                    <a:pt x="4037139" y="44678"/>
                  </a:lnTo>
                  <a:lnTo>
                    <a:pt x="4039946" y="50800"/>
                  </a:lnTo>
                  <a:lnTo>
                    <a:pt x="4040466" y="52044"/>
                  </a:lnTo>
                  <a:lnTo>
                    <a:pt x="4040962" y="53301"/>
                  </a:lnTo>
                  <a:lnTo>
                    <a:pt x="4041406" y="54559"/>
                  </a:lnTo>
                  <a:lnTo>
                    <a:pt x="4041863" y="55829"/>
                  </a:lnTo>
                  <a:lnTo>
                    <a:pt x="4044632" y="66230"/>
                  </a:lnTo>
                  <a:lnTo>
                    <a:pt x="4044899" y="67551"/>
                  </a:lnTo>
                  <a:lnTo>
                    <a:pt x="4045127" y="68884"/>
                  </a:lnTo>
                  <a:lnTo>
                    <a:pt x="4045318" y="70218"/>
                  </a:lnTo>
                  <a:lnTo>
                    <a:pt x="4045521" y="71539"/>
                  </a:lnTo>
                  <a:lnTo>
                    <a:pt x="4045686" y="72885"/>
                  </a:lnTo>
                  <a:lnTo>
                    <a:pt x="4045813" y="74218"/>
                  </a:lnTo>
                  <a:lnTo>
                    <a:pt x="4045953" y="75565"/>
                  </a:lnTo>
                  <a:lnTo>
                    <a:pt x="4046054" y="76898"/>
                  </a:lnTo>
                  <a:lnTo>
                    <a:pt x="4046118" y="78244"/>
                  </a:lnTo>
                  <a:lnTo>
                    <a:pt x="4046181" y="79590"/>
                  </a:lnTo>
                  <a:lnTo>
                    <a:pt x="4046219" y="80937"/>
                  </a:lnTo>
                  <a:lnTo>
                    <a:pt x="4046219" y="82283"/>
                  </a:lnTo>
                  <a:lnTo>
                    <a:pt x="4046219" y="2249436"/>
                  </a:lnTo>
                  <a:lnTo>
                    <a:pt x="4046219" y="2250782"/>
                  </a:lnTo>
                  <a:lnTo>
                    <a:pt x="4046181" y="2252129"/>
                  </a:lnTo>
                  <a:lnTo>
                    <a:pt x="4046118" y="2253475"/>
                  </a:lnTo>
                  <a:lnTo>
                    <a:pt x="4046054" y="2254821"/>
                  </a:lnTo>
                  <a:lnTo>
                    <a:pt x="4045953" y="2256167"/>
                  </a:lnTo>
                  <a:lnTo>
                    <a:pt x="4045813" y="2257501"/>
                  </a:lnTo>
                  <a:lnTo>
                    <a:pt x="4045686" y="2258847"/>
                  </a:lnTo>
                  <a:lnTo>
                    <a:pt x="4045521" y="2260180"/>
                  </a:lnTo>
                  <a:lnTo>
                    <a:pt x="4045318" y="2261514"/>
                  </a:lnTo>
                  <a:lnTo>
                    <a:pt x="4045127" y="2262835"/>
                  </a:lnTo>
                  <a:lnTo>
                    <a:pt x="4044899" y="2264168"/>
                  </a:lnTo>
                  <a:lnTo>
                    <a:pt x="4044632" y="2265476"/>
                  </a:lnTo>
                  <a:lnTo>
                    <a:pt x="4044378" y="2266797"/>
                  </a:lnTo>
                  <a:lnTo>
                    <a:pt x="4041406" y="2277148"/>
                  </a:lnTo>
                  <a:lnTo>
                    <a:pt x="4040962" y="2278418"/>
                  </a:lnTo>
                  <a:lnTo>
                    <a:pt x="4040466" y="2279675"/>
                  </a:lnTo>
                  <a:lnTo>
                    <a:pt x="4039946" y="2280920"/>
                  </a:lnTo>
                  <a:lnTo>
                    <a:pt x="4039438" y="2282164"/>
                  </a:lnTo>
                  <a:lnTo>
                    <a:pt x="4034510" y="2291740"/>
                  </a:lnTo>
                  <a:lnTo>
                    <a:pt x="4033824" y="2292883"/>
                  </a:lnTo>
                  <a:lnTo>
                    <a:pt x="4030027" y="2298446"/>
                  </a:lnTo>
                  <a:lnTo>
                    <a:pt x="4029227" y="2299538"/>
                  </a:lnTo>
                  <a:lnTo>
                    <a:pt x="4028401" y="2300605"/>
                  </a:lnTo>
                  <a:lnTo>
                    <a:pt x="4027538" y="2301646"/>
                  </a:lnTo>
                  <a:lnTo>
                    <a:pt x="4026687" y="2302675"/>
                  </a:lnTo>
                  <a:lnTo>
                    <a:pt x="4016133" y="2313038"/>
                  </a:lnTo>
                  <a:lnTo>
                    <a:pt x="4015092" y="2313901"/>
                  </a:lnTo>
                  <a:lnTo>
                    <a:pt x="4014025" y="2314727"/>
                  </a:lnTo>
                  <a:lnTo>
                    <a:pt x="4012945" y="2315527"/>
                  </a:lnTo>
                  <a:lnTo>
                    <a:pt x="4011866" y="2316327"/>
                  </a:lnTo>
                  <a:lnTo>
                    <a:pt x="4006227" y="2320010"/>
                  </a:lnTo>
                  <a:lnTo>
                    <a:pt x="4005071" y="2320709"/>
                  </a:lnTo>
                  <a:lnTo>
                    <a:pt x="4003903" y="2321369"/>
                  </a:lnTo>
                  <a:lnTo>
                    <a:pt x="4002709" y="2322004"/>
                  </a:lnTo>
                  <a:lnTo>
                    <a:pt x="4001528" y="2322639"/>
                  </a:lnTo>
                  <a:lnTo>
                    <a:pt x="3995419" y="2325458"/>
                  </a:lnTo>
                  <a:lnTo>
                    <a:pt x="3994175" y="2325979"/>
                  </a:lnTo>
                  <a:lnTo>
                    <a:pt x="3992918" y="2326462"/>
                  </a:lnTo>
                  <a:lnTo>
                    <a:pt x="3991648" y="2326906"/>
                  </a:lnTo>
                  <a:lnTo>
                    <a:pt x="3990378" y="2327363"/>
                  </a:lnTo>
                  <a:lnTo>
                    <a:pt x="3979976" y="2330132"/>
                  </a:lnTo>
                  <a:lnTo>
                    <a:pt x="3978655" y="2330399"/>
                  </a:lnTo>
                  <a:lnTo>
                    <a:pt x="3977335" y="2330627"/>
                  </a:lnTo>
                  <a:lnTo>
                    <a:pt x="3976014" y="2330818"/>
                  </a:lnTo>
                  <a:lnTo>
                    <a:pt x="3974668" y="2331034"/>
                  </a:lnTo>
                  <a:lnTo>
                    <a:pt x="3973334" y="2331199"/>
                  </a:lnTo>
                  <a:lnTo>
                    <a:pt x="3972001" y="2331313"/>
                  </a:lnTo>
                  <a:lnTo>
                    <a:pt x="3970654" y="2331453"/>
                  </a:lnTo>
                  <a:lnTo>
                    <a:pt x="3969308" y="2331554"/>
                  </a:lnTo>
                  <a:lnTo>
                    <a:pt x="3967962" y="2331618"/>
                  </a:lnTo>
                  <a:lnTo>
                    <a:pt x="3966629" y="2331694"/>
                  </a:lnTo>
                  <a:lnTo>
                    <a:pt x="3965270" y="2331720"/>
                  </a:lnTo>
                  <a:lnTo>
                    <a:pt x="3963924" y="2331720"/>
                  </a:lnTo>
                  <a:lnTo>
                    <a:pt x="82283" y="2331720"/>
                  </a:lnTo>
                  <a:lnTo>
                    <a:pt x="80937" y="2331720"/>
                  </a:lnTo>
                  <a:lnTo>
                    <a:pt x="79590" y="2331694"/>
                  </a:lnTo>
                  <a:lnTo>
                    <a:pt x="78244" y="2331618"/>
                  </a:lnTo>
                  <a:lnTo>
                    <a:pt x="76898" y="2331554"/>
                  </a:lnTo>
                  <a:lnTo>
                    <a:pt x="75552" y="2331453"/>
                  </a:lnTo>
                  <a:lnTo>
                    <a:pt x="74218" y="2331313"/>
                  </a:lnTo>
                  <a:lnTo>
                    <a:pt x="72872" y="2331199"/>
                  </a:lnTo>
                  <a:lnTo>
                    <a:pt x="71539" y="2331034"/>
                  </a:lnTo>
                  <a:lnTo>
                    <a:pt x="70205" y="2330818"/>
                  </a:lnTo>
                  <a:lnTo>
                    <a:pt x="68872" y="2330627"/>
                  </a:lnTo>
                  <a:lnTo>
                    <a:pt x="67551" y="2330399"/>
                  </a:lnTo>
                  <a:lnTo>
                    <a:pt x="66230" y="2330132"/>
                  </a:lnTo>
                  <a:lnTo>
                    <a:pt x="64909" y="2329878"/>
                  </a:lnTo>
                  <a:lnTo>
                    <a:pt x="54559" y="2326906"/>
                  </a:lnTo>
                  <a:lnTo>
                    <a:pt x="53289" y="2326462"/>
                  </a:lnTo>
                  <a:lnTo>
                    <a:pt x="52031" y="2325979"/>
                  </a:lnTo>
                  <a:lnTo>
                    <a:pt x="50799" y="2325458"/>
                  </a:lnTo>
                  <a:lnTo>
                    <a:pt x="49555" y="2324938"/>
                  </a:lnTo>
                  <a:lnTo>
                    <a:pt x="43497" y="2322004"/>
                  </a:lnTo>
                  <a:lnTo>
                    <a:pt x="42303" y="2321369"/>
                  </a:lnTo>
                  <a:lnTo>
                    <a:pt x="41135" y="2320709"/>
                  </a:lnTo>
                  <a:lnTo>
                    <a:pt x="39979" y="2320010"/>
                  </a:lnTo>
                  <a:lnTo>
                    <a:pt x="38823" y="2319324"/>
                  </a:lnTo>
                  <a:lnTo>
                    <a:pt x="33261" y="2315527"/>
                  </a:lnTo>
                  <a:lnTo>
                    <a:pt x="32181" y="2314727"/>
                  </a:lnTo>
                  <a:lnTo>
                    <a:pt x="31127" y="2313901"/>
                  </a:lnTo>
                  <a:lnTo>
                    <a:pt x="30086" y="2313038"/>
                  </a:lnTo>
                  <a:lnTo>
                    <a:pt x="29044" y="2312187"/>
                  </a:lnTo>
                  <a:lnTo>
                    <a:pt x="16192" y="2298446"/>
                  </a:lnTo>
                  <a:lnTo>
                    <a:pt x="15392" y="2297366"/>
                  </a:lnTo>
                  <a:lnTo>
                    <a:pt x="11709" y="2291740"/>
                  </a:lnTo>
                  <a:lnTo>
                    <a:pt x="11010" y="2290584"/>
                  </a:lnTo>
                  <a:lnTo>
                    <a:pt x="7899" y="2284615"/>
                  </a:lnTo>
                  <a:lnTo>
                    <a:pt x="7327" y="2283396"/>
                  </a:lnTo>
                  <a:lnTo>
                    <a:pt x="6781" y="2282164"/>
                  </a:lnTo>
                  <a:lnTo>
                    <a:pt x="6261" y="2280920"/>
                  </a:lnTo>
                  <a:lnTo>
                    <a:pt x="5740" y="2279675"/>
                  </a:lnTo>
                  <a:lnTo>
                    <a:pt x="5257" y="2278418"/>
                  </a:lnTo>
                  <a:lnTo>
                    <a:pt x="4813" y="2277148"/>
                  </a:lnTo>
                  <a:lnTo>
                    <a:pt x="4356" y="2275890"/>
                  </a:lnTo>
                  <a:lnTo>
                    <a:pt x="2463" y="2269426"/>
                  </a:lnTo>
                  <a:lnTo>
                    <a:pt x="2133" y="2268118"/>
                  </a:lnTo>
                  <a:lnTo>
                    <a:pt x="888" y="2261514"/>
                  </a:lnTo>
                  <a:lnTo>
                    <a:pt x="685" y="2260180"/>
                  </a:lnTo>
                  <a:lnTo>
                    <a:pt x="520" y="2258847"/>
                  </a:lnTo>
                  <a:lnTo>
                    <a:pt x="393" y="2257501"/>
                  </a:lnTo>
                  <a:lnTo>
                    <a:pt x="266" y="2256167"/>
                  </a:lnTo>
                  <a:lnTo>
                    <a:pt x="165" y="2254821"/>
                  </a:lnTo>
                  <a:lnTo>
                    <a:pt x="101" y="2253475"/>
                  </a:lnTo>
                  <a:lnTo>
                    <a:pt x="25" y="2252129"/>
                  </a:lnTo>
                  <a:lnTo>
                    <a:pt x="0" y="2250782"/>
                  </a:lnTo>
                  <a:lnTo>
                    <a:pt x="0" y="2249436"/>
                  </a:lnTo>
                  <a:lnTo>
                    <a:pt x="0" y="82283"/>
                  </a:lnTo>
                  <a:lnTo>
                    <a:pt x="0" y="80937"/>
                  </a:lnTo>
                  <a:lnTo>
                    <a:pt x="25" y="79590"/>
                  </a:lnTo>
                  <a:lnTo>
                    <a:pt x="101" y="78244"/>
                  </a:lnTo>
                  <a:lnTo>
                    <a:pt x="165" y="76898"/>
                  </a:lnTo>
                  <a:lnTo>
                    <a:pt x="888" y="70218"/>
                  </a:lnTo>
                  <a:lnTo>
                    <a:pt x="1079" y="68884"/>
                  </a:lnTo>
                  <a:lnTo>
                    <a:pt x="2463" y="62293"/>
                  </a:lnTo>
                  <a:lnTo>
                    <a:pt x="2793" y="60985"/>
                  </a:lnTo>
                  <a:lnTo>
                    <a:pt x="4813" y="54559"/>
                  </a:lnTo>
                  <a:lnTo>
                    <a:pt x="5257" y="53301"/>
                  </a:lnTo>
                  <a:lnTo>
                    <a:pt x="5740" y="52044"/>
                  </a:lnTo>
                  <a:lnTo>
                    <a:pt x="6261" y="50800"/>
                  </a:lnTo>
                  <a:lnTo>
                    <a:pt x="6781" y="49555"/>
                  </a:lnTo>
                  <a:lnTo>
                    <a:pt x="7327" y="48323"/>
                  </a:lnTo>
                  <a:lnTo>
                    <a:pt x="7899" y="47104"/>
                  </a:lnTo>
                  <a:lnTo>
                    <a:pt x="8470" y="45885"/>
                  </a:lnTo>
                  <a:lnTo>
                    <a:pt x="9080" y="44678"/>
                  </a:lnTo>
                  <a:lnTo>
                    <a:pt x="9715" y="43497"/>
                  </a:lnTo>
                  <a:lnTo>
                    <a:pt x="10350" y="42303"/>
                  </a:lnTo>
                  <a:lnTo>
                    <a:pt x="11010" y="41135"/>
                  </a:lnTo>
                  <a:lnTo>
                    <a:pt x="11709" y="39979"/>
                  </a:lnTo>
                  <a:lnTo>
                    <a:pt x="12395" y="38823"/>
                  </a:lnTo>
                  <a:lnTo>
                    <a:pt x="13119" y="37693"/>
                  </a:lnTo>
                  <a:lnTo>
                    <a:pt x="13868" y="36576"/>
                  </a:lnTo>
                  <a:lnTo>
                    <a:pt x="14617" y="35445"/>
                  </a:lnTo>
                  <a:lnTo>
                    <a:pt x="15392" y="34353"/>
                  </a:lnTo>
                  <a:lnTo>
                    <a:pt x="16192" y="33274"/>
                  </a:lnTo>
                  <a:lnTo>
                    <a:pt x="16992" y="32181"/>
                  </a:lnTo>
                  <a:lnTo>
                    <a:pt x="21310" y="27025"/>
                  </a:lnTo>
                  <a:lnTo>
                    <a:pt x="22212" y="26022"/>
                  </a:lnTo>
                  <a:lnTo>
                    <a:pt x="30086" y="18681"/>
                  </a:lnTo>
                  <a:lnTo>
                    <a:pt x="31127" y="17818"/>
                  </a:lnTo>
                  <a:lnTo>
                    <a:pt x="39979" y="11709"/>
                  </a:lnTo>
                  <a:lnTo>
                    <a:pt x="41135" y="11010"/>
                  </a:lnTo>
                  <a:lnTo>
                    <a:pt x="42303" y="10350"/>
                  </a:lnTo>
                  <a:lnTo>
                    <a:pt x="43497" y="9715"/>
                  </a:lnTo>
                  <a:lnTo>
                    <a:pt x="44678" y="9080"/>
                  </a:lnTo>
                  <a:lnTo>
                    <a:pt x="45885" y="8470"/>
                  </a:lnTo>
                  <a:lnTo>
                    <a:pt x="47104" y="7899"/>
                  </a:lnTo>
                  <a:lnTo>
                    <a:pt x="48323" y="7327"/>
                  </a:lnTo>
                  <a:lnTo>
                    <a:pt x="54559" y="4813"/>
                  </a:lnTo>
                  <a:lnTo>
                    <a:pt x="55829" y="4356"/>
                  </a:lnTo>
                  <a:lnTo>
                    <a:pt x="62293" y="2463"/>
                  </a:lnTo>
                  <a:lnTo>
                    <a:pt x="63601" y="2133"/>
                  </a:lnTo>
                  <a:lnTo>
                    <a:pt x="64909" y="1841"/>
                  </a:lnTo>
                  <a:lnTo>
                    <a:pt x="66230" y="1587"/>
                  </a:lnTo>
                  <a:lnTo>
                    <a:pt x="67551" y="1320"/>
                  </a:lnTo>
                  <a:lnTo>
                    <a:pt x="78244" y="101"/>
                  </a:lnTo>
                  <a:lnTo>
                    <a:pt x="79590" y="38"/>
                  </a:lnTo>
                  <a:lnTo>
                    <a:pt x="80937" y="0"/>
                  </a:lnTo>
                  <a:lnTo>
                    <a:pt x="82283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143500" y="2125979"/>
              <a:ext cx="4046220" cy="466725"/>
            </a:xfrm>
            <a:custGeom>
              <a:avLst/>
              <a:gdLst/>
              <a:ahLst/>
              <a:cxnLst/>
              <a:rect l="l" t="t" r="r" b="b"/>
              <a:pathLst>
                <a:path w="4046220" h="466725">
                  <a:moveTo>
                    <a:pt x="82296" y="0"/>
                  </a:moveTo>
                  <a:lnTo>
                    <a:pt x="42316" y="10350"/>
                  </a:lnTo>
                  <a:lnTo>
                    <a:pt x="9080" y="44691"/>
                  </a:lnTo>
                  <a:lnTo>
                    <a:pt x="0" y="384048"/>
                  </a:lnTo>
                  <a:lnTo>
                    <a:pt x="533" y="393458"/>
                  </a:lnTo>
                  <a:lnTo>
                    <a:pt x="19532" y="437299"/>
                  </a:lnTo>
                  <a:lnTo>
                    <a:pt x="59690" y="463194"/>
                  </a:lnTo>
                  <a:lnTo>
                    <a:pt x="3963924" y="466344"/>
                  </a:lnTo>
                  <a:lnTo>
                    <a:pt x="3973334" y="465810"/>
                  </a:lnTo>
                  <a:lnTo>
                    <a:pt x="4017175" y="446811"/>
                  </a:lnTo>
                  <a:lnTo>
                    <a:pt x="4043070" y="406654"/>
                  </a:lnTo>
                  <a:lnTo>
                    <a:pt x="4046220" y="82296"/>
                  </a:lnTo>
                  <a:lnTo>
                    <a:pt x="4045534" y="71551"/>
                  </a:lnTo>
                  <a:lnTo>
                    <a:pt x="4025811" y="28028"/>
                  </a:lnTo>
                  <a:lnTo>
                    <a:pt x="3986517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143500" y="2359151"/>
              <a:ext cx="4046220" cy="233679"/>
            </a:xfrm>
            <a:custGeom>
              <a:avLst/>
              <a:gdLst/>
              <a:ahLst/>
              <a:cxnLst/>
              <a:rect l="l" t="t" r="r" b="b"/>
              <a:pathLst>
                <a:path w="4046220" h="233680">
                  <a:moveTo>
                    <a:pt x="4046220" y="0"/>
                  </a:moveTo>
                  <a:lnTo>
                    <a:pt x="0" y="0"/>
                  </a:lnTo>
                  <a:lnTo>
                    <a:pt x="0" y="233172"/>
                  </a:lnTo>
                  <a:lnTo>
                    <a:pt x="4046220" y="233172"/>
                  </a:lnTo>
                  <a:lnTo>
                    <a:pt x="4046220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5267959" y="2209855"/>
            <a:ext cx="11214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95391" y="3254880"/>
            <a:ext cx="1516380" cy="50419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400" b="1">
                <a:solidFill>
                  <a:srgbClr val="D98E3C"/>
                </a:solidFill>
                <a:latin typeface="Calibri"/>
                <a:cs typeface="Calibri"/>
              </a:rPr>
              <a:t>Department_ID</a:t>
            </a:r>
            <a:r>
              <a:rPr dirty="0" sz="1400" spc="-6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D98E3C"/>
                </a:solidFill>
                <a:latin typeface="Calibri"/>
                <a:cs typeface="Calibri"/>
              </a:rPr>
              <a:t>(PK)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400" spc="-10">
                <a:solidFill>
                  <a:srgbClr val="1F332F"/>
                </a:solidFill>
                <a:latin typeface="Calibri"/>
                <a:cs typeface="Calibri"/>
              </a:rPr>
              <a:t>Department_Name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454517" y="2116454"/>
            <a:ext cx="4065270" cy="2350770"/>
            <a:chOff x="9454517" y="2116454"/>
            <a:chExt cx="4065270" cy="2350770"/>
          </a:xfrm>
        </p:grpSpPr>
        <p:sp>
          <p:nvSpPr>
            <p:cNvPr id="20" name="object 20"/>
            <p:cNvSpPr/>
            <p:nvPr/>
          </p:nvSpPr>
          <p:spPr>
            <a:xfrm>
              <a:off x="9464042" y="2125979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19" h="2331720">
                  <a:moveTo>
                    <a:pt x="82283" y="0"/>
                  </a:moveTo>
                  <a:lnTo>
                    <a:pt x="44678" y="9080"/>
                  </a:lnTo>
                  <a:lnTo>
                    <a:pt x="10350" y="42303"/>
                  </a:lnTo>
                  <a:lnTo>
                    <a:pt x="0" y="2249436"/>
                  </a:lnTo>
                  <a:lnTo>
                    <a:pt x="685" y="2260180"/>
                  </a:lnTo>
                  <a:lnTo>
                    <a:pt x="19532" y="2302675"/>
                  </a:lnTo>
                  <a:lnTo>
                    <a:pt x="59690" y="2328570"/>
                  </a:lnTo>
                  <a:lnTo>
                    <a:pt x="3963924" y="2331720"/>
                  </a:lnTo>
                  <a:lnTo>
                    <a:pt x="3973334" y="2331199"/>
                  </a:lnTo>
                  <a:lnTo>
                    <a:pt x="4017175" y="2312187"/>
                  </a:lnTo>
                  <a:lnTo>
                    <a:pt x="4043070" y="2272030"/>
                  </a:lnTo>
                  <a:lnTo>
                    <a:pt x="4046220" y="82283"/>
                  </a:lnTo>
                  <a:lnTo>
                    <a:pt x="4045686" y="72885"/>
                  </a:lnTo>
                  <a:lnTo>
                    <a:pt x="4026687" y="29044"/>
                  </a:lnTo>
                  <a:lnTo>
                    <a:pt x="3986530" y="3149"/>
                  </a:lnTo>
                  <a:lnTo>
                    <a:pt x="82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464042" y="2125979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19" h="2331720">
                  <a:moveTo>
                    <a:pt x="82283" y="0"/>
                  </a:moveTo>
                  <a:lnTo>
                    <a:pt x="3963924" y="0"/>
                  </a:lnTo>
                  <a:lnTo>
                    <a:pt x="3965282" y="0"/>
                  </a:lnTo>
                  <a:lnTo>
                    <a:pt x="3966629" y="38"/>
                  </a:lnTo>
                  <a:lnTo>
                    <a:pt x="3967962" y="101"/>
                  </a:lnTo>
                  <a:lnTo>
                    <a:pt x="3969308" y="165"/>
                  </a:lnTo>
                  <a:lnTo>
                    <a:pt x="3970655" y="266"/>
                  </a:lnTo>
                  <a:lnTo>
                    <a:pt x="3979976" y="1587"/>
                  </a:lnTo>
                  <a:lnTo>
                    <a:pt x="3981297" y="1841"/>
                  </a:lnTo>
                  <a:lnTo>
                    <a:pt x="3982618" y="2133"/>
                  </a:lnTo>
                  <a:lnTo>
                    <a:pt x="3983926" y="2463"/>
                  </a:lnTo>
                  <a:lnTo>
                    <a:pt x="3985234" y="2794"/>
                  </a:lnTo>
                  <a:lnTo>
                    <a:pt x="3986530" y="3149"/>
                  </a:lnTo>
                  <a:lnTo>
                    <a:pt x="3987812" y="3543"/>
                  </a:lnTo>
                  <a:lnTo>
                    <a:pt x="3989108" y="3937"/>
                  </a:lnTo>
                  <a:lnTo>
                    <a:pt x="3990378" y="4356"/>
                  </a:lnTo>
                  <a:lnTo>
                    <a:pt x="3991648" y="4813"/>
                  </a:lnTo>
                  <a:lnTo>
                    <a:pt x="3992918" y="5257"/>
                  </a:lnTo>
                  <a:lnTo>
                    <a:pt x="3999115" y="7899"/>
                  </a:lnTo>
                  <a:lnTo>
                    <a:pt x="4000334" y="8470"/>
                  </a:lnTo>
                  <a:lnTo>
                    <a:pt x="4006227" y="11709"/>
                  </a:lnTo>
                  <a:lnTo>
                    <a:pt x="4007383" y="12395"/>
                  </a:lnTo>
                  <a:lnTo>
                    <a:pt x="4008526" y="13119"/>
                  </a:lnTo>
                  <a:lnTo>
                    <a:pt x="4009644" y="13868"/>
                  </a:lnTo>
                  <a:lnTo>
                    <a:pt x="4010761" y="14617"/>
                  </a:lnTo>
                  <a:lnTo>
                    <a:pt x="4011866" y="15392"/>
                  </a:lnTo>
                  <a:lnTo>
                    <a:pt x="4012946" y="16192"/>
                  </a:lnTo>
                  <a:lnTo>
                    <a:pt x="4014025" y="16992"/>
                  </a:lnTo>
                  <a:lnTo>
                    <a:pt x="4015092" y="17818"/>
                  </a:lnTo>
                  <a:lnTo>
                    <a:pt x="4016133" y="18681"/>
                  </a:lnTo>
                  <a:lnTo>
                    <a:pt x="4017175" y="19532"/>
                  </a:lnTo>
                  <a:lnTo>
                    <a:pt x="4022115" y="24104"/>
                  </a:lnTo>
                  <a:lnTo>
                    <a:pt x="4023067" y="25057"/>
                  </a:lnTo>
                  <a:lnTo>
                    <a:pt x="4027538" y="30086"/>
                  </a:lnTo>
                  <a:lnTo>
                    <a:pt x="4028401" y="31127"/>
                  </a:lnTo>
                  <a:lnTo>
                    <a:pt x="4029227" y="32181"/>
                  </a:lnTo>
                  <a:lnTo>
                    <a:pt x="4030027" y="33274"/>
                  </a:lnTo>
                  <a:lnTo>
                    <a:pt x="4030827" y="34353"/>
                  </a:lnTo>
                  <a:lnTo>
                    <a:pt x="4031602" y="35445"/>
                  </a:lnTo>
                  <a:lnTo>
                    <a:pt x="4032351" y="36576"/>
                  </a:lnTo>
                  <a:lnTo>
                    <a:pt x="4033100" y="37693"/>
                  </a:lnTo>
                  <a:lnTo>
                    <a:pt x="4033824" y="38823"/>
                  </a:lnTo>
                  <a:lnTo>
                    <a:pt x="4034510" y="39979"/>
                  </a:lnTo>
                  <a:lnTo>
                    <a:pt x="4035209" y="41135"/>
                  </a:lnTo>
                  <a:lnTo>
                    <a:pt x="4035869" y="42303"/>
                  </a:lnTo>
                  <a:lnTo>
                    <a:pt x="4036504" y="43497"/>
                  </a:lnTo>
                  <a:lnTo>
                    <a:pt x="4037139" y="44678"/>
                  </a:lnTo>
                  <a:lnTo>
                    <a:pt x="4039946" y="50800"/>
                  </a:lnTo>
                  <a:lnTo>
                    <a:pt x="4040466" y="52044"/>
                  </a:lnTo>
                  <a:lnTo>
                    <a:pt x="4040962" y="53301"/>
                  </a:lnTo>
                  <a:lnTo>
                    <a:pt x="4041406" y="54559"/>
                  </a:lnTo>
                  <a:lnTo>
                    <a:pt x="4041863" y="55829"/>
                  </a:lnTo>
                  <a:lnTo>
                    <a:pt x="4044632" y="66230"/>
                  </a:lnTo>
                  <a:lnTo>
                    <a:pt x="4044899" y="67551"/>
                  </a:lnTo>
                  <a:lnTo>
                    <a:pt x="4045127" y="68884"/>
                  </a:lnTo>
                  <a:lnTo>
                    <a:pt x="4045318" y="70218"/>
                  </a:lnTo>
                  <a:lnTo>
                    <a:pt x="4045521" y="71539"/>
                  </a:lnTo>
                  <a:lnTo>
                    <a:pt x="4045686" y="72885"/>
                  </a:lnTo>
                  <a:lnTo>
                    <a:pt x="4045813" y="74218"/>
                  </a:lnTo>
                  <a:lnTo>
                    <a:pt x="4045953" y="75565"/>
                  </a:lnTo>
                  <a:lnTo>
                    <a:pt x="4046054" y="76898"/>
                  </a:lnTo>
                  <a:lnTo>
                    <a:pt x="4046118" y="78244"/>
                  </a:lnTo>
                  <a:lnTo>
                    <a:pt x="4046181" y="79590"/>
                  </a:lnTo>
                  <a:lnTo>
                    <a:pt x="4046220" y="80937"/>
                  </a:lnTo>
                  <a:lnTo>
                    <a:pt x="4046220" y="82283"/>
                  </a:lnTo>
                  <a:lnTo>
                    <a:pt x="4046220" y="2249436"/>
                  </a:lnTo>
                  <a:lnTo>
                    <a:pt x="4046220" y="2250782"/>
                  </a:lnTo>
                  <a:lnTo>
                    <a:pt x="4046181" y="2252129"/>
                  </a:lnTo>
                  <a:lnTo>
                    <a:pt x="4046118" y="2253475"/>
                  </a:lnTo>
                  <a:lnTo>
                    <a:pt x="4046054" y="2254821"/>
                  </a:lnTo>
                  <a:lnTo>
                    <a:pt x="4045953" y="2256167"/>
                  </a:lnTo>
                  <a:lnTo>
                    <a:pt x="4045813" y="2257501"/>
                  </a:lnTo>
                  <a:lnTo>
                    <a:pt x="4045686" y="2258847"/>
                  </a:lnTo>
                  <a:lnTo>
                    <a:pt x="4045521" y="2260180"/>
                  </a:lnTo>
                  <a:lnTo>
                    <a:pt x="4045318" y="2261514"/>
                  </a:lnTo>
                  <a:lnTo>
                    <a:pt x="4045127" y="2262835"/>
                  </a:lnTo>
                  <a:lnTo>
                    <a:pt x="4044899" y="2264168"/>
                  </a:lnTo>
                  <a:lnTo>
                    <a:pt x="4044632" y="2265476"/>
                  </a:lnTo>
                  <a:lnTo>
                    <a:pt x="4044378" y="2266797"/>
                  </a:lnTo>
                  <a:lnTo>
                    <a:pt x="4041406" y="2277148"/>
                  </a:lnTo>
                  <a:lnTo>
                    <a:pt x="4040962" y="2278418"/>
                  </a:lnTo>
                  <a:lnTo>
                    <a:pt x="4040466" y="2279675"/>
                  </a:lnTo>
                  <a:lnTo>
                    <a:pt x="4039946" y="2280920"/>
                  </a:lnTo>
                  <a:lnTo>
                    <a:pt x="4039438" y="2282164"/>
                  </a:lnTo>
                  <a:lnTo>
                    <a:pt x="4034510" y="2291740"/>
                  </a:lnTo>
                  <a:lnTo>
                    <a:pt x="4033824" y="2292883"/>
                  </a:lnTo>
                  <a:lnTo>
                    <a:pt x="4030027" y="2298446"/>
                  </a:lnTo>
                  <a:lnTo>
                    <a:pt x="4029227" y="2299538"/>
                  </a:lnTo>
                  <a:lnTo>
                    <a:pt x="4028401" y="2300605"/>
                  </a:lnTo>
                  <a:lnTo>
                    <a:pt x="4027538" y="2301646"/>
                  </a:lnTo>
                  <a:lnTo>
                    <a:pt x="4026687" y="2302675"/>
                  </a:lnTo>
                  <a:lnTo>
                    <a:pt x="4016133" y="2313038"/>
                  </a:lnTo>
                  <a:lnTo>
                    <a:pt x="4015092" y="2313901"/>
                  </a:lnTo>
                  <a:lnTo>
                    <a:pt x="4014025" y="2314727"/>
                  </a:lnTo>
                  <a:lnTo>
                    <a:pt x="4012946" y="2315527"/>
                  </a:lnTo>
                  <a:lnTo>
                    <a:pt x="4011866" y="2316327"/>
                  </a:lnTo>
                  <a:lnTo>
                    <a:pt x="4010761" y="2317102"/>
                  </a:lnTo>
                  <a:lnTo>
                    <a:pt x="4009644" y="2317851"/>
                  </a:lnTo>
                  <a:lnTo>
                    <a:pt x="4008526" y="2318600"/>
                  </a:lnTo>
                  <a:lnTo>
                    <a:pt x="4007383" y="2319324"/>
                  </a:lnTo>
                  <a:lnTo>
                    <a:pt x="4006227" y="2320010"/>
                  </a:lnTo>
                  <a:lnTo>
                    <a:pt x="4005072" y="2320709"/>
                  </a:lnTo>
                  <a:lnTo>
                    <a:pt x="3995420" y="2325458"/>
                  </a:lnTo>
                  <a:lnTo>
                    <a:pt x="3994175" y="2325979"/>
                  </a:lnTo>
                  <a:lnTo>
                    <a:pt x="3992918" y="2326462"/>
                  </a:lnTo>
                  <a:lnTo>
                    <a:pt x="3991648" y="2326906"/>
                  </a:lnTo>
                  <a:lnTo>
                    <a:pt x="3990378" y="2327363"/>
                  </a:lnTo>
                  <a:lnTo>
                    <a:pt x="3989108" y="2327783"/>
                  </a:lnTo>
                  <a:lnTo>
                    <a:pt x="3987812" y="2328176"/>
                  </a:lnTo>
                  <a:lnTo>
                    <a:pt x="3986530" y="2328570"/>
                  </a:lnTo>
                  <a:lnTo>
                    <a:pt x="3979976" y="2330132"/>
                  </a:lnTo>
                  <a:lnTo>
                    <a:pt x="3978656" y="2330399"/>
                  </a:lnTo>
                  <a:lnTo>
                    <a:pt x="3977335" y="2330627"/>
                  </a:lnTo>
                  <a:lnTo>
                    <a:pt x="3976014" y="2330818"/>
                  </a:lnTo>
                  <a:lnTo>
                    <a:pt x="3974680" y="2331034"/>
                  </a:lnTo>
                  <a:lnTo>
                    <a:pt x="3973334" y="2331199"/>
                  </a:lnTo>
                  <a:lnTo>
                    <a:pt x="3972001" y="2331313"/>
                  </a:lnTo>
                  <a:lnTo>
                    <a:pt x="3970655" y="2331453"/>
                  </a:lnTo>
                  <a:lnTo>
                    <a:pt x="3969308" y="2331554"/>
                  </a:lnTo>
                  <a:lnTo>
                    <a:pt x="3967962" y="2331618"/>
                  </a:lnTo>
                  <a:lnTo>
                    <a:pt x="3966629" y="2331694"/>
                  </a:lnTo>
                  <a:lnTo>
                    <a:pt x="3965282" y="2331720"/>
                  </a:lnTo>
                  <a:lnTo>
                    <a:pt x="3963924" y="2331720"/>
                  </a:lnTo>
                  <a:lnTo>
                    <a:pt x="82283" y="2331720"/>
                  </a:lnTo>
                  <a:lnTo>
                    <a:pt x="80937" y="2331720"/>
                  </a:lnTo>
                  <a:lnTo>
                    <a:pt x="79590" y="2331694"/>
                  </a:lnTo>
                  <a:lnTo>
                    <a:pt x="78244" y="2331618"/>
                  </a:lnTo>
                  <a:lnTo>
                    <a:pt x="76898" y="2331554"/>
                  </a:lnTo>
                  <a:lnTo>
                    <a:pt x="75552" y="2331453"/>
                  </a:lnTo>
                  <a:lnTo>
                    <a:pt x="74218" y="2331313"/>
                  </a:lnTo>
                  <a:lnTo>
                    <a:pt x="72872" y="2331199"/>
                  </a:lnTo>
                  <a:lnTo>
                    <a:pt x="71539" y="2331034"/>
                  </a:lnTo>
                  <a:lnTo>
                    <a:pt x="70205" y="2330818"/>
                  </a:lnTo>
                  <a:lnTo>
                    <a:pt x="68872" y="2330627"/>
                  </a:lnTo>
                  <a:lnTo>
                    <a:pt x="67551" y="2330399"/>
                  </a:lnTo>
                  <a:lnTo>
                    <a:pt x="66230" y="2330132"/>
                  </a:lnTo>
                  <a:lnTo>
                    <a:pt x="64909" y="2329878"/>
                  </a:lnTo>
                  <a:lnTo>
                    <a:pt x="54559" y="2326906"/>
                  </a:lnTo>
                  <a:lnTo>
                    <a:pt x="53289" y="2326462"/>
                  </a:lnTo>
                  <a:lnTo>
                    <a:pt x="52031" y="2325979"/>
                  </a:lnTo>
                  <a:lnTo>
                    <a:pt x="50800" y="2325458"/>
                  </a:lnTo>
                  <a:lnTo>
                    <a:pt x="49555" y="2324938"/>
                  </a:lnTo>
                  <a:lnTo>
                    <a:pt x="43497" y="2322004"/>
                  </a:lnTo>
                  <a:lnTo>
                    <a:pt x="42303" y="2321369"/>
                  </a:lnTo>
                  <a:lnTo>
                    <a:pt x="41135" y="2320709"/>
                  </a:lnTo>
                  <a:lnTo>
                    <a:pt x="39979" y="2320010"/>
                  </a:lnTo>
                  <a:lnTo>
                    <a:pt x="38823" y="2319324"/>
                  </a:lnTo>
                  <a:lnTo>
                    <a:pt x="33261" y="2315527"/>
                  </a:lnTo>
                  <a:lnTo>
                    <a:pt x="32181" y="2314727"/>
                  </a:lnTo>
                  <a:lnTo>
                    <a:pt x="31127" y="2313901"/>
                  </a:lnTo>
                  <a:lnTo>
                    <a:pt x="30086" y="2313038"/>
                  </a:lnTo>
                  <a:lnTo>
                    <a:pt x="29044" y="2312187"/>
                  </a:lnTo>
                  <a:lnTo>
                    <a:pt x="16192" y="2298446"/>
                  </a:lnTo>
                  <a:lnTo>
                    <a:pt x="15392" y="2297366"/>
                  </a:lnTo>
                  <a:lnTo>
                    <a:pt x="11709" y="2291740"/>
                  </a:lnTo>
                  <a:lnTo>
                    <a:pt x="11010" y="2290584"/>
                  </a:lnTo>
                  <a:lnTo>
                    <a:pt x="7899" y="2284615"/>
                  </a:lnTo>
                  <a:lnTo>
                    <a:pt x="7315" y="2283396"/>
                  </a:lnTo>
                  <a:lnTo>
                    <a:pt x="6781" y="2282164"/>
                  </a:lnTo>
                  <a:lnTo>
                    <a:pt x="6261" y="2280920"/>
                  </a:lnTo>
                  <a:lnTo>
                    <a:pt x="5740" y="2279675"/>
                  </a:lnTo>
                  <a:lnTo>
                    <a:pt x="2463" y="2269426"/>
                  </a:lnTo>
                  <a:lnTo>
                    <a:pt x="2133" y="2268118"/>
                  </a:lnTo>
                  <a:lnTo>
                    <a:pt x="889" y="2261514"/>
                  </a:lnTo>
                  <a:lnTo>
                    <a:pt x="685" y="2260180"/>
                  </a:lnTo>
                  <a:lnTo>
                    <a:pt x="520" y="2258847"/>
                  </a:lnTo>
                  <a:lnTo>
                    <a:pt x="393" y="2257501"/>
                  </a:lnTo>
                  <a:lnTo>
                    <a:pt x="266" y="2256167"/>
                  </a:lnTo>
                  <a:lnTo>
                    <a:pt x="165" y="2254821"/>
                  </a:lnTo>
                  <a:lnTo>
                    <a:pt x="101" y="2253475"/>
                  </a:lnTo>
                  <a:lnTo>
                    <a:pt x="25" y="2252129"/>
                  </a:lnTo>
                  <a:lnTo>
                    <a:pt x="0" y="2250782"/>
                  </a:lnTo>
                  <a:lnTo>
                    <a:pt x="0" y="2249436"/>
                  </a:lnTo>
                  <a:lnTo>
                    <a:pt x="0" y="82283"/>
                  </a:lnTo>
                  <a:lnTo>
                    <a:pt x="0" y="80937"/>
                  </a:lnTo>
                  <a:lnTo>
                    <a:pt x="25" y="79590"/>
                  </a:lnTo>
                  <a:lnTo>
                    <a:pt x="101" y="78244"/>
                  </a:lnTo>
                  <a:lnTo>
                    <a:pt x="165" y="76898"/>
                  </a:lnTo>
                  <a:lnTo>
                    <a:pt x="889" y="70218"/>
                  </a:lnTo>
                  <a:lnTo>
                    <a:pt x="1079" y="68884"/>
                  </a:lnTo>
                  <a:lnTo>
                    <a:pt x="2463" y="62293"/>
                  </a:lnTo>
                  <a:lnTo>
                    <a:pt x="2794" y="60985"/>
                  </a:lnTo>
                  <a:lnTo>
                    <a:pt x="6261" y="50800"/>
                  </a:lnTo>
                  <a:lnTo>
                    <a:pt x="6781" y="49555"/>
                  </a:lnTo>
                  <a:lnTo>
                    <a:pt x="7315" y="48323"/>
                  </a:lnTo>
                  <a:lnTo>
                    <a:pt x="7899" y="47104"/>
                  </a:lnTo>
                  <a:lnTo>
                    <a:pt x="8470" y="45885"/>
                  </a:lnTo>
                  <a:lnTo>
                    <a:pt x="9080" y="44678"/>
                  </a:lnTo>
                  <a:lnTo>
                    <a:pt x="9715" y="43497"/>
                  </a:lnTo>
                  <a:lnTo>
                    <a:pt x="10350" y="42303"/>
                  </a:lnTo>
                  <a:lnTo>
                    <a:pt x="11010" y="41135"/>
                  </a:lnTo>
                  <a:lnTo>
                    <a:pt x="11709" y="39979"/>
                  </a:lnTo>
                  <a:lnTo>
                    <a:pt x="12395" y="38823"/>
                  </a:lnTo>
                  <a:lnTo>
                    <a:pt x="13119" y="37693"/>
                  </a:lnTo>
                  <a:lnTo>
                    <a:pt x="13868" y="36576"/>
                  </a:lnTo>
                  <a:lnTo>
                    <a:pt x="14617" y="35445"/>
                  </a:lnTo>
                  <a:lnTo>
                    <a:pt x="15392" y="34353"/>
                  </a:lnTo>
                  <a:lnTo>
                    <a:pt x="16192" y="33274"/>
                  </a:lnTo>
                  <a:lnTo>
                    <a:pt x="16992" y="32181"/>
                  </a:lnTo>
                  <a:lnTo>
                    <a:pt x="21310" y="27025"/>
                  </a:lnTo>
                  <a:lnTo>
                    <a:pt x="22212" y="26022"/>
                  </a:lnTo>
                  <a:lnTo>
                    <a:pt x="30086" y="18681"/>
                  </a:lnTo>
                  <a:lnTo>
                    <a:pt x="31127" y="17818"/>
                  </a:lnTo>
                  <a:lnTo>
                    <a:pt x="39979" y="11709"/>
                  </a:lnTo>
                  <a:lnTo>
                    <a:pt x="41135" y="11010"/>
                  </a:lnTo>
                  <a:lnTo>
                    <a:pt x="42303" y="10350"/>
                  </a:lnTo>
                  <a:lnTo>
                    <a:pt x="43497" y="9715"/>
                  </a:lnTo>
                  <a:lnTo>
                    <a:pt x="44678" y="9080"/>
                  </a:lnTo>
                  <a:lnTo>
                    <a:pt x="45885" y="8470"/>
                  </a:lnTo>
                  <a:lnTo>
                    <a:pt x="47104" y="7899"/>
                  </a:lnTo>
                  <a:lnTo>
                    <a:pt x="48323" y="7327"/>
                  </a:lnTo>
                  <a:lnTo>
                    <a:pt x="54559" y="4813"/>
                  </a:lnTo>
                  <a:lnTo>
                    <a:pt x="55829" y="4356"/>
                  </a:lnTo>
                  <a:lnTo>
                    <a:pt x="62293" y="2463"/>
                  </a:lnTo>
                  <a:lnTo>
                    <a:pt x="63601" y="2133"/>
                  </a:lnTo>
                  <a:lnTo>
                    <a:pt x="64909" y="1841"/>
                  </a:lnTo>
                  <a:lnTo>
                    <a:pt x="66230" y="1587"/>
                  </a:lnTo>
                  <a:lnTo>
                    <a:pt x="67551" y="1320"/>
                  </a:lnTo>
                  <a:lnTo>
                    <a:pt x="78244" y="101"/>
                  </a:lnTo>
                  <a:lnTo>
                    <a:pt x="79590" y="38"/>
                  </a:lnTo>
                  <a:lnTo>
                    <a:pt x="80937" y="0"/>
                  </a:lnTo>
                  <a:lnTo>
                    <a:pt x="82283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464038" y="2125979"/>
              <a:ext cx="4046220" cy="466725"/>
            </a:xfrm>
            <a:custGeom>
              <a:avLst/>
              <a:gdLst/>
              <a:ahLst/>
              <a:cxnLst/>
              <a:rect l="l" t="t" r="r" b="b"/>
              <a:pathLst>
                <a:path w="4046219" h="466725">
                  <a:moveTo>
                    <a:pt x="82296" y="0"/>
                  </a:moveTo>
                  <a:lnTo>
                    <a:pt x="42316" y="10350"/>
                  </a:lnTo>
                  <a:lnTo>
                    <a:pt x="9080" y="44691"/>
                  </a:lnTo>
                  <a:lnTo>
                    <a:pt x="0" y="384048"/>
                  </a:lnTo>
                  <a:lnTo>
                    <a:pt x="533" y="393458"/>
                  </a:lnTo>
                  <a:lnTo>
                    <a:pt x="19532" y="437299"/>
                  </a:lnTo>
                  <a:lnTo>
                    <a:pt x="59690" y="463194"/>
                  </a:lnTo>
                  <a:lnTo>
                    <a:pt x="3963924" y="466344"/>
                  </a:lnTo>
                  <a:lnTo>
                    <a:pt x="3973334" y="465810"/>
                  </a:lnTo>
                  <a:lnTo>
                    <a:pt x="4017175" y="446811"/>
                  </a:lnTo>
                  <a:lnTo>
                    <a:pt x="4043070" y="406654"/>
                  </a:lnTo>
                  <a:lnTo>
                    <a:pt x="4046220" y="82296"/>
                  </a:lnTo>
                  <a:lnTo>
                    <a:pt x="4045534" y="71551"/>
                  </a:lnTo>
                  <a:lnTo>
                    <a:pt x="4026687" y="29044"/>
                  </a:lnTo>
                  <a:lnTo>
                    <a:pt x="3986517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464039" y="2359151"/>
              <a:ext cx="4046220" cy="233679"/>
            </a:xfrm>
            <a:custGeom>
              <a:avLst/>
              <a:gdLst/>
              <a:ahLst/>
              <a:cxnLst/>
              <a:rect l="l" t="t" r="r" b="b"/>
              <a:pathLst>
                <a:path w="4046219" h="233680">
                  <a:moveTo>
                    <a:pt x="4046220" y="0"/>
                  </a:moveTo>
                  <a:lnTo>
                    <a:pt x="0" y="0"/>
                  </a:lnTo>
                  <a:lnTo>
                    <a:pt x="0" y="233172"/>
                  </a:lnTo>
                  <a:lnTo>
                    <a:pt x="4046220" y="233172"/>
                  </a:lnTo>
                  <a:lnTo>
                    <a:pt x="4046220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9588500" y="2209855"/>
            <a:ext cx="1634489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ACADEMIC_RECORD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615931" y="3015651"/>
            <a:ext cx="1332865" cy="9823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D98E3C"/>
                </a:solidFill>
                <a:latin typeface="Calibri"/>
                <a:cs typeface="Calibri"/>
              </a:rPr>
              <a:t>Academic_ID</a:t>
            </a:r>
            <a:r>
              <a:rPr dirty="0" sz="1400" spc="-3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D98E3C"/>
                </a:solidFill>
                <a:latin typeface="Calibri"/>
                <a:cs typeface="Calibri"/>
              </a:rPr>
              <a:t>(PK) </a:t>
            </a:r>
            <a:r>
              <a:rPr dirty="0" sz="1400" spc="-10">
                <a:solidFill>
                  <a:srgbClr val="1C7293"/>
                </a:solidFill>
                <a:latin typeface="Calibri"/>
                <a:cs typeface="Calibri"/>
              </a:rPr>
              <a:t>Student_ID</a:t>
            </a:r>
            <a:r>
              <a:rPr dirty="0" sz="1400" spc="-25">
                <a:solidFill>
                  <a:srgbClr val="1C7293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C7293"/>
                </a:solidFill>
                <a:latin typeface="Calibri"/>
                <a:cs typeface="Calibri"/>
              </a:rPr>
              <a:t>(FK) </a:t>
            </a:r>
            <a:r>
              <a:rPr dirty="0" sz="1400" spc="-20">
                <a:solidFill>
                  <a:srgbClr val="1F332F"/>
                </a:solidFill>
                <a:latin typeface="Calibri"/>
                <a:cs typeface="Calibri"/>
              </a:rPr>
              <a:t>CGPA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400" spc="-20">
                <a:solidFill>
                  <a:srgbClr val="1F332F"/>
                </a:solidFill>
                <a:latin typeface="Calibri"/>
                <a:cs typeface="Calibri"/>
              </a:rPr>
              <a:t>Year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3775056" y="2116454"/>
            <a:ext cx="4065270" cy="2350770"/>
            <a:chOff x="13775056" y="2116454"/>
            <a:chExt cx="4065270" cy="2350770"/>
          </a:xfrm>
        </p:grpSpPr>
        <p:sp>
          <p:nvSpPr>
            <p:cNvPr id="27" name="object 27"/>
            <p:cNvSpPr/>
            <p:nvPr/>
          </p:nvSpPr>
          <p:spPr>
            <a:xfrm>
              <a:off x="13784581" y="2125979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19" h="2331720">
                  <a:moveTo>
                    <a:pt x="82283" y="0"/>
                  </a:moveTo>
                  <a:lnTo>
                    <a:pt x="44678" y="9080"/>
                  </a:lnTo>
                  <a:lnTo>
                    <a:pt x="10350" y="42303"/>
                  </a:lnTo>
                  <a:lnTo>
                    <a:pt x="0" y="2249436"/>
                  </a:lnTo>
                  <a:lnTo>
                    <a:pt x="1079" y="2262835"/>
                  </a:lnTo>
                  <a:lnTo>
                    <a:pt x="19532" y="2302675"/>
                  </a:lnTo>
                  <a:lnTo>
                    <a:pt x="59690" y="2328570"/>
                  </a:lnTo>
                  <a:lnTo>
                    <a:pt x="3963924" y="2331720"/>
                  </a:lnTo>
                  <a:lnTo>
                    <a:pt x="3973334" y="2331199"/>
                  </a:lnTo>
                  <a:lnTo>
                    <a:pt x="4017175" y="2312187"/>
                  </a:lnTo>
                  <a:lnTo>
                    <a:pt x="4043070" y="2272030"/>
                  </a:lnTo>
                  <a:lnTo>
                    <a:pt x="4046220" y="82283"/>
                  </a:lnTo>
                  <a:lnTo>
                    <a:pt x="4045686" y="72885"/>
                  </a:lnTo>
                  <a:lnTo>
                    <a:pt x="4026687" y="29044"/>
                  </a:lnTo>
                  <a:lnTo>
                    <a:pt x="3986530" y="3149"/>
                  </a:lnTo>
                  <a:lnTo>
                    <a:pt x="82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3784581" y="2125979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19" h="2331720">
                  <a:moveTo>
                    <a:pt x="82283" y="0"/>
                  </a:moveTo>
                  <a:lnTo>
                    <a:pt x="3963924" y="0"/>
                  </a:lnTo>
                  <a:lnTo>
                    <a:pt x="3965282" y="0"/>
                  </a:lnTo>
                  <a:lnTo>
                    <a:pt x="3966629" y="38"/>
                  </a:lnTo>
                  <a:lnTo>
                    <a:pt x="3967962" y="101"/>
                  </a:lnTo>
                  <a:lnTo>
                    <a:pt x="3969308" y="165"/>
                  </a:lnTo>
                  <a:lnTo>
                    <a:pt x="3970655" y="266"/>
                  </a:lnTo>
                  <a:lnTo>
                    <a:pt x="3979976" y="1587"/>
                  </a:lnTo>
                  <a:lnTo>
                    <a:pt x="3981297" y="1841"/>
                  </a:lnTo>
                  <a:lnTo>
                    <a:pt x="3982618" y="2133"/>
                  </a:lnTo>
                  <a:lnTo>
                    <a:pt x="3983926" y="2463"/>
                  </a:lnTo>
                  <a:lnTo>
                    <a:pt x="3985234" y="2794"/>
                  </a:lnTo>
                  <a:lnTo>
                    <a:pt x="3986530" y="3149"/>
                  </a:lnTo>
                  <a:lnTo>
                    <a:pt x="3987812" y="3543"/>
                  </a:lnTo>
                  <a:lnTo>
                    <a:pt x="3989108" y="3937"/>
                  </a:lnTo>
                  <a:lnTo>
                    <a:pt x="3990378" y="4356"/>
                  </a:lnTo>
                  <a:lnTo>
                    <a:pt x="3991648" y="4813"/>
                  </a:lnTo>
                  <a:lnTo>
                    <a:pt x="3992918" y="5257"/>
                  </a:lnTo>
                  <a:lnTo>
                    <a:pt x="3999115" y="7899"/>
                  </a:lnTo>
                  <a:lnTo>
                    <a:pt x="4000334" y="8470"/>
                  </a:lnTo>
                  <a:lnTo>
                    <a:pt x="4006227" y="11709"/>
                  </a:lnTo>
                  <a:lnTo>
                    <a:pt x="4007383" y="12395"/>
                  </a:lnTo>
                  <a:lnTo>
                    <a:pt x="4008526" y="13119"/>
                  </a:lnTo>
                  <a:lnTo>
                    <a:pt x="4009644" y="13868"/>
                  </a:lnTo>
                  <a:lnTo>
                    <a:pt x="4010761" y="14617"/>
                  </a:lnTo>
                  <a:lnTo>
                    <a:pt x="4011866" y="15392"/>
                  </a:lnTo>
                  <a:lnTo>
                    <a:pt x="4012946" y="16192"/>
                  </a:lnTo>
                  <a:lnTo>
                    <a:pt x="4014025" y="16992"/>
                  </a:lnTo>
                  <a:lnTo>
                    <a:pt x="4015092" y="17818"/>
                  </a:lnTo>
                  <a:lnTo>
                    <a:pt x="4016133" y="18681"/>
                  </a:lnTo>
                  <a:lnTo>
                    <a:pt x="4017175" y="19532"/>
                  </a:lnTo>
                  <a:lnTo>
                    <a:pt x="4022115" y="24104"/>
                  </a:lnTo>
                  <a:lnTo>
                    <a:pt x="4023067" y="25057"/>
                  </a:lnTo>
                  <a:lnTo>
                    <a:pt x="4027538" y="30086"/>
                  </a:lnTo>
                  <a:lnTo>
                    <a:pt x="4028401" y="31127"/>
                  </a:lnTo>
                  <a:lnTo>
                    <a:pt x="4029227" y="32181"/>
                  </a:lnTo>
                  <a:lnTo>
                    <a:pt x="4030027" y="33274"/>
                  </a:lnTo>
                  <a:lnTo>
                    <a:pt x="4030827" y="34353"/>
                  </a:lnTo>
                  <a:lnTo>
                    <a:pt x="4031602" y="35445"/>
                  </a:lnTo>
                  <a:lnTo>
                    <a:pt x="4032351" y="36576"/>
                  </a:lnTo>
                  <a:lnTo>
                    <a:pt x="4033100" y="37693"/>
                  </a:lnTo>
                  <a:lnTo>
                    <a:pt x="4033824" y="38823"/>
                  </a:lnTo>
                  <a:lnTo>
                    <a:pt x="4034510" y="39979"/>
                  </a:lnTo>
                  <a:lnTo>
                    <a:pt x="4035209" y="41135"/>
                  </a:lnTo>
                  <a:lnTo>
                    <a:pt x="4035869" y="42303"/>
                  </a:lnTo>
                  <a:lnTo>
                    <a:pt x="4036504" y="43497"/>
                  </a:lnTo>
                  <a:lnTo>
                    <a:pt x="4037139" y="44678"/>
                  </a:lnTo>
                  <a:lnTo>
                    <a:pt x="4039946" y="50800"/>
                  </a:lnTo>
                  <a:lnTo>
                    <a:pt x="4040466" y="52044"/>
                  </a:lnTo>
                  <a:lnTo>
                    <a:pt x="4040962" y="53301"/>
                  </a:lnTo>
                  <a:lnTo>
                    <a:pt x="4041406" y="54559"/>
                  </a:lnTo>
                  <a:lnTo>
                    <a:pt x="4041863" y="55829"/>
                  </a:lnTo>
                  <a:lnTo>
                    <a:pt x="4044632" y="66230"/>
                  </a:lnTo>
                  <a:lnTo>
                    <a:pt x="4044899" y="67551"/>
                  </a:lnTo>
                  <a:lnTo>
                    <a:pt x="4045127" y="68884"/>
                  </a:lnTo>
                  <a:lnTo>
                    <a:pt x="4045318" y="70218"/>
                  </a:lnTo>
                  <a:lnTo>
                    <a:pt x="4045521" y="71539"/>
                  </a:lnTo>
                  <a:lnTo>
                    <a:pt x="4045686" y="72885"/>
                  </a:lnTo>
                  <a:lnTo>
                    <a:pt x="4045813" y="74218"/>
                  </a:lnTo>
                  <a:lnTo>
                    <a:pt x="4045953" y="75565"/>
                  </a:lnTo>
                  <a:lnTo>
                    <a:pt x="4046054" y="76898"/>
                  </a:lnTo>
                  <a:lnTo>
                    <a:pt x="4046118" y="78244"/>
                  </a:lnTo>
                  <a:lnTo>
                    <a:pt x="4046181" y="79590"/>
                  </a:lnTo>
                  <a:lnTo>
                    <a:pt x="4046220" y="80937"/>
                  </a:lnTo>
                  <a:lnTo>
                    <a:pt x="4046220" y="82283"/>
                  </a:lnTo>
                  <a:lnTo>
                    <a:pt x="4046220" y="2249436"/>
                  </a:lnTo>
                  <a:lnTo>
                    <a:pt x="4046220" y="2250782"/>
                  </a:lnTo>
                  <a:lnTo>
                    <a:pt x="4046181" y="2252129"/>
                  </a:lnTo>
                  <a:lnTo>
                    <a:pt x="4046118" y="2253475"/>
                  </a:lnTo>
                  <a:lnTo>
                    <a:pt x="4046054" y="2254821"/>
                  </a:lnTo>
                  <a:lnTo>
                    <a:pt x="4045953" y="2256167"/>
                  </a:lnTo>
                  <a:lnTo>
                    <a:pt x="4045813" y="2257501"/>
                  </a:lnTo>
                  <a:lnTo>
                    <a:pt x="4045686" y="2258847"/>
                  </a:lnTo>
                  <a:lnTo>
                    <a:pt x="4045521" y="2260180"/>
                  </a:lnTo>
                  <a:lnTo>
                    <a:pt x="4045318" y="2261514"/>
                  </a:lnTo>
                  <a:lnTo>
                    <a:pt x="4045127" y="2262835"/>
                  </a:lnTo>
                  <a:lnTo>
                    <a:pt x="4044899" y="2264168"/>
                  </a:lnTo>
                  <a:lnTo>
                    <a:pt x="4044632" y="2265476"/>
                  </a:lnTo>
                  <a:lnTo>
                    <a:pt x="4044378" y="2266797"/>
                  </a:lnTo>
                  <a:lnTo>
                    <a:pt x="4041406" y="2277148"/>
                  </a:lnTo>
                  <a:lnTo>
                    <a:pt x="4040962" y="2278418"/>
                  </a:lnTo>
                  <a:lnTo>
                    <a:pt x="4040466" y="2279675"/>
                  </a:lnTo>
                  <a:lnTo>
                    <a:pt x="4039946" y="2280920"/>
                  </a:lnTo>
                  <a:lnTo>
                    <a:pt x="4039438" y="2282164"/>
                  </a:lnTo>
                  <a:lnTo>
                    <a:pt x="4034510" y="2291740"/>
                  </a:lnTo>
                  <a:lnTo>
                    <a:pt x="4033824" y="2292883"/>
                  </a:lnTo>
                  <a:lnTo>
                    <a:pt x="4030027" y="2298446"/>
                  </a:lnTo>
                  <a:lnTo>
                    <a:pt x="4029227" y="2299538"/>
                  </a:lnTo>
                  <a:lnTo>
                    <a:pt x="4028401" y="2300605"/>
                  </a:lnTo>
                  <a:lnTo>
                    <a:pt x="4027538" y="2301646"/>
                  </a:lnTo>
                  <a:lnTo>
                    <a:pt x="4026687" y="2302675"/>
                  </a:lnTo>
                  <a:lnTo>
                    <a:pt x="4016133" y="2313038"/>
                  </a:lnTo>
                  <a:lnTo>
                    <a:pt x="4015092" y="2313901"/>
                  </a:lnTo>
                  <a:lnTo>
                    <a:pt x="4014025" y="2314727"/>
                  </a:lnTo>
                  <a:lnTo>
                    <a:pt x="4012946" y="2315527"/>
                  </a:lnTo>
                  <a:lnTo>
                    <a:pt x="4011866" y="2316327"/>
                  </a:lnTo>
                  <a:lnTo>
                    <a:pt x="4010761" y="2317102"/>
                  </a:lnTo>
                  <a:lnTo>
                    <a:pt x="4009644" y="2317851"/>
                  </a:lnTo>
                  <a:lnTo>
                    <a:pt x="4008526" y="2318600"/>
                  </a:lnTo>
                  <a:lnTo>
                    <a:pt x="4007383" y="2319324"/>
                  </a:lnTo>
                  <a:lnTo>
                    <a:pt x="4006227" y="2320010"/>
                  </a:lnTo>
                  <a:lnTo>
                    <a:pt x="4005072" y="2320709"/>
                  </a:lnTo>
                  <a:lnTo>
                    <a:pt x="3995420" y="2325458"/>
                  </a:lnTo>
                  <a:lnTo>
                    <a:pt x="3994175" y="2325979"/>
                  </a:lnTo>
                  <a:lnTo>
                    <a:pt x="3992918" y="2326462"/>
                  </a:lnTo>
                  <a:lnTo>
                    <a:pt x="3991648" y="2326906"/>
                  </a:lnTo>
                  <a:lnTo>
                    <a:pt x="3990378" y="2327363"/>
                  </a:lnTo>
                  <a:lnTo>
                    <a:pt x="3989108" y="2327783"/>
                  </a:lnTo>
                  <a:lnTo>
                    <a:pt x="3987812" y="2328176"/>
                  </a:lnTo>
                  <a:lnTo>
                    <a:pt x="3986530" y="2328570"/>
                  </a:lnTo>
                  <a:lnTo>
                    <a:pt x="3979976" y="2330132"/>
                  </a:lnTo>
                  <a:lnTo>
                    <a:pt x="3978656" y="2330399"/>
                  </a:lnTo>
                  <a:lnTo>
                    <a:pt x="3977335" y="2330627"/>
                  </a:lnTo>
                  <a:lnTo>
                    <a:pt x="3976014" y="2330818"/>
                  </a:lnTo>
                  <a:lnTo>
                    <a:pt x="3974680" y="2331034"/>
                  </a:lnTo>
                  <a:lnTo>
                    <a:pt x="3973334" y="2331199"/>
                  </a:lnTo>
                  <a:lnTo>
                    <a:pt x="3972001" y="2331313"/>
                  </a:lnTo>
                  <a:lnTo>
                    <a:pt x="3970655" y="2331453"/>
                  </a:lnTo>
                  <a:lnTo>
                    <a:pt x="3969308" y="2331554"/>
                  </a:lnTo>
                  <a:lnTo>
                    <a:pt x="3967962" y="2331618"/>
                  </a:lnTo>
                  <a:lnTo>
                    <a:pt x="3966629" y="2331694"/>
                  </a:lnTo>
                  <a:lnTo>
                    <a:pt x="3965282" y="2331720"/>
                  </a:lnTo>
                  <a:lnTo>
                    <a:pt x="3963924" y="2331720"/>
                  </a:lnTo>
                  <a:lnTo>
                    <a:pt x="82283" y="2331720"/>
                  </a:lnTo>
                  <a:lnTo>
                    <a:pt x="80937" y="2331720"/>
                  </a:lnTo>
                  <a:lnTo>
                    <a:pt x="79590" y="2331694"/>
                  </a:lnTo>
                  <a:lnTo>
                    <a:pt x="78244" y="2331618"/>
                  </a:lnTo>
                  <a:lnTo>
                    <a:pt x="76898" y="2331554"/>
                  </a:lnTo>
                  <a:lnTo>
                    <a:pt x="75552" y="2331453"/>
                  </a:lnTo>
                  <a:lnTo>
                    <a:pt x="74218" y="2331313"/>
                  </a:lnTo>
                  <a:lnTo>
                    <a:pt x="72872" y="2331199"/>
                  </a:lnTo>
                  <a:lnTo>
                    <a:pt x="71539" y="2331034"/>
                  </a:lnTo>
                  <a:lnTo>
                    <a:pt x="70205" y="2330818"/>
                  </a:lnTo>
                  <a:lnTo>
                    <a:pt x="68872" y="2330627"/>
                  </a:lnTo>
                  <a:lnTo>
                    <a:pt x="67551" y="2330399"/>
                  </a:lnTo>
                  <a:lnTo>
                    <a:pt x="66230" y="2330132"/>
                  </a:lnTo>
                  <a:lnTo>
                    <a:pt x="64909" y="2329878"/>
                  </a:lnTo>
                  <a:lnTo>
                    <a:pt x="54559" y="2326906"/>
                  </a:lnTo>
                  <a:lnTo>
                    <a:pt x="53289" y="2326462"/>
                  </a:lnTo>
                  <a:lnTo>
                    <a:pt x="52031" y="2325979"/>
                  </a:lnTo>
                  <a:lnTo>
                    <a:pt x="50800" y="2325458"/>
                  </a:lnTo>
                  <a:lnTo>
                    <a:pt x="49542" y="2324938"/>
                  </a:lnTo>
                  <a:lnTo>
                    <a:pt x="43497" y="2322004"/>
                  </a:lnTo>
                  <a:lnTo>
                    <a:pt x="42303" y="2321369"/>
                  </a:lnTo>
                  <a:lnTo>
                    <a:pt x="41135" y="2320709"/>
                  </a:lnTo>
                  <a:lnTo>
                    <a:pt x="39979" y="2320010"/>
                  </a:lnTo>
                  <a:lnTo>
                    <a:pt x="38823" y="2319324"/>
                  </a:lnTo>
                  <a:lnTo>
                    <a:pt x="33261" y="2315527"/>
                  </a:lnTo>
                  <a:lnTo>
                    <a:pt x="32181" y="2314727"/>
                  </a:lnTo>
                  <a:lnTo>
                    <a:pt x="31127" y="2313901"/>
                  </a:lnTo>
                  <a:lnTo>
                    <a:pt x="30086" y="2313038"/>
                  </a:lnTo>
                  <a:lnTo>
                    <a:pt x="29044" y="2312187"/>
                  </a:lnTo>
                  <a:lnTo>
                    <a:pt x="16192" y="2298446"/>
                  </a:lnTo>
                  <a:lnTo>
                    <a:pt x="15392" y="2297366"/>
                  </a:lnTo>
                  <a:lnTo>
                    <a:pt x="11709" y="2291740"/>
                  </a:lnTo>
                  <a:lnTo>
                    <a:pt x="11010" y="2290584"/>
                  </a:lnTo>
                  <a:lnTo>
                    <a:pt x="7899" y="2284615"/>
                  </a:lnTo>
                  <a:lnTo>
                    <a:pt x="7327" y="2283396"/>
                  </a:lnTo>
                  <a:lnTo>
                    <a:pt x="6781" y="2282164"/>
                  </a:lnTo>
                  <a:lnTo>
                    <a:pt x="6261" y="2280920"/>
                  </a:lnTo>
                  <a:lnTo>
                    <a:pt x="5740" y="2279675"/>
                  </a:lnTo>
                  <a:lnTo>
                    <a:pt x="5257" y="2278418"/>
                  </a:lnTo>
                  <a:lnTo>
                    <a:pt x="4813" y="2277148"/>
                  </a:lnTo>
                  <a:lnTo>
                    <a:pt x="4356" y="2275890"/>
                  </a:lnTo>
                  <a:lnTo>
                    <a:pt x="2463" y="2269426"/>
                  </a:lnTo>
                  <a:lnTo>
                    <a:pt x="2133" y="2268118"/>
                  </a:lnTo>
                  <a:lnTo>
                    <a:pt x="889" y="2261514"/>
                  </a:lnTo>
                  <a:lnTo>
                    <a:pt x="685" y="2260180"/>
                  </a:lnTo>
                  <a:lnTo>
                    <a:pt x="520" y="2258847"/>
                  </a:lnTo>
                  <a:lnTo>
                    <a:pt x="393" y="2257501"/>
                  </a:lnTo>
                  <a:lnTo>
                    <a:pt x="266" y="2256167"/>
                  </a:lnTo>
                  <a:lnTo>
                    <a:pt x="165" y="2254821"/>
                  </a:lnTo>
                  <a:lnTo>
                    <a:pt x="101" y="2253475"/>
                  </a:lnTo>
                  <a:lnTo>
                    <a:pt x="25" y="2252129"/>
                  </a:lnTo>
                  <a:lnTo>
                    <a:pt x="0" y="2250782"/>
                  </a:lnTo>
                  <a:lnTo>
                    <a:pt x="0" y="2249436"/>
                  </a:lnTo>
                  <a:lnTo>
                    <a:pt x="0" y="82283"/>
                  </a:lnTo>
                  <a:lnTo>
                    <a:pt x="0" y="80937"/>
                  </a:lnTo>
                  <a:lnTo>
                    <a:pt x="25" y="79590"/>
                  </a:lnTo>
                  <a:lnTo>
                    <a:pt x="101" y="78244"/>
                  </a:lnTo>
                  <a:lnTo>
                    <a:pt x="165" y="76898"/>
                  </a:lnTo>
                  <a:lnTo>
                    <a:pt x="889" y="70218"/>
                  </a:lnTo>
                  <a:lnTo>
                    <a:pt x="1079" y="68884"/>
                  </a:lnTo>
                  <a:lnTo>
                    <a:pt x="2463" y="62293"/>
                  </a:lnTo>
                  <a:lnTo>
                    <a:pt x="2794" y="60985"/>
                  </a:lnTo>
                  <a:lnTo>
                    <a:pt x="4813" y="54559"/>
                  </a:lnTo>
                  <a:lnTo>
                    <a:pt x="5257" y="53301"/>
                  </a:lnTo>
                  <a:lnTo>
                    <a:pt x="5740" y="52044"/>
                  </a:lnTo>
                  <a:lnTo>
                    <a:pt x="6261" y="50800"/>
                  </a:lnTo>
                  <a:lnTo>
                    <a:pt x="6781" y="49555"/>
                  </a:lnTo>
                  <a:lnTo>
                    <a:pt x="7327" y="48323"/>
                  </a:lnTo>
                  <a:lnTo>
                    <a:pt x="7899" y="47104"/>
                  </a:lnTo>
                  <a:lnTo>
                    <a:pt x="8470" y="45885"/>
                  </a:lnTo>
                  <a:lnTo>
                    <a:pt x="9080" y="44678"/>
                  </a:lnTo>
                  <a:lnTo>
                    <a:pt x="9715" y="43497"/>
                  </a:lnTo>
                  <a:lnTo>
                    <a:pt x="10350" y="42303"/>
                  </a:lnTo>
                  <a:lnTo>
                    <a:pt x="11010" y="41135"/>
                  </a:lnTo>
                  <a:lnTo>
                    <a:pt x="11709" y="39979"/>
                  </a:lnTo>
                  <a:lnTo>
                    <a:pt x="12395" y="38823"/>
                  </a:lnTo>
                  <a:lnTo>
                    <a:pt x="13119" y="37693"/>
                  </a:lnTo>
                  <a:lnTo>
                    <a:pt x="13868" y="36576"/>
                  </a:lnTo>
                  <a:lnTo>
                    <a:pt x="14617" y="35445"/>
                  </a:lnTo>
                  <a:lnTo>
                    <a:pt x="15392" y="34353"/>
                  </a:lnTo>
                  <a:lnTo>
                    <a:pt x="16192" y="33274"/>
                  </a:lnTo>
                  <a:lnTo>
                    <a:pt x="16992" y="32181"/>
                  </a:lnTo>
                  <a:lnTo>
                    <a:pt x="21310" y="27025"/>
                  </a:lnTo>
                  <a:lnTo>
                    <a:pt x="22212" y="26022"/>
                  </a:lnTo>
                  <a:lnTo>
                    <a:pt x="30086" y="18681"/>
                  </a:lnTo>
                  <a:lnTo>
                    <a:pt x="31127" y="17818"/>
                  </a:lnTo>
                  <a:lnTo>
                    <a:pt x="39979" y="11709"/>
                  </a:lnTo>
                  <a:lnTo>
                    <a:pt x="41135" y="11010"/>
                  </a:lnTo>
                  <a:lnTo>
                    <a:pt x="42303" y="10350"/>
                  </a:lnTo>
                  <a:lnTo>
                    <a:pt x="43497" y="9715"/>
                  </a:lnTo>
                  <a:lnTo>
                    <a:pt x="44678" y="9080"/>
                  </a:lnTo>
                  <a:lnTo>
                    <a:pt x="45885" y="8470"/>
                  </a:lnTo>
                  <a:lnTo>
                    <a:pt x="47104" y="7899"/>
                  </a:lnTo>
                  <a:lnTo>
                    <a:pt x="48323" y="7327"/>
                  </a:lnTo>
                  <a:lnTo>
                    <a:pt x="54559" y="4813"/>
                  </a:lnTo>
                  <a:lnTo>
                    <a:pt x="55829" y="4356"/>
                  </a:lnTo>
                  <a:lnTo>
                    <a:pt x="62293" y="2463"/>
                  </a:lnTo>
                  <a:lnTo>
                    <a:pt x="63601" y="2133"/>
                  </a:lnTo>
                  <a:lnTo>
                    <a:pt x="64909" y="1841"/>
                  </a:lnTo>
                  <a:lnTo>
                    <a:pt x="66230" y="1587"/>
                  </a:lnTo>
                  <a:lnTo>
                    <a:pt x="67551" y="1320"/>
                  </a:lnTo>
                  <a:lnTo>
                    <a:pt x="78244" y="101"/>
                  </a:lnTo>
                  <a:lnTo>
                    <a:pt x="79590" y="38"/>
                  </a:lnTo>
                  <a:lnTo>
                    <a:pt x="80937" y="0"/>
                  </a:lnTo>
                  <a:lnTo>
                    <a:pt x="82283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3784578" y="2125979"/>
              <a:ext cx="4046220" cy="466725"/>
            </a:xfrm>
            <a:custGeom>
              <a:avLst/>
              <a:gdLst/>
              <a:ahLst/>
              <a:cxnLst/>
              <a:rect l="l" t="t" r="r" b="b"/>
              <a:pathLst>
                <a:path w="4046219" h="466725">
                  <a:moveTo>
                    <a:pt x="82296" y="0"/>
                  </a:moveTo>
                  <a:lnTo>
                    <a:pt x="42316" y="10350"/>
                  </a:lnTo>
                  <a:lnTo>
                    <a:pt x="9080" y="44691"/>
                  </a:lnTo>
                  <a:lnTo>
                    <a:pt x="0" y="384048"/>
                  </a:lnTo>
                  <a:lnTo>
                    <a:pt x="533" y="393458"/>
                  </a:lnTo>
                  <a:lnTo>
                    <a:pt x="19532" y="437299"/>
                  </a:lnTo>
                  <a:lnTo>
                    <a:pt x="59690" y="463194"/>
                  </a:lnTo>
                  <a:lnTo>
                    <a:pt x="3963924" y="466344"/>
                  </a:lnTo>
                  <a:lnTo>
                    <a:pt x="3973334" y="465810"/>
                  </a:lnTo>
                  <a:lnTo>
                    <a:pt x="4017175" y="446811"/>
                  </a:lnTo>
                  <a:lnTo>
                    <a:pt x="4043070" y="406654"/>
                  </a:lnTo>
                  <a:lnTo>
                    <a:pt x="4046220" y="82296"/>
                  </a:lnTo>
                  <a:lnTo>
                    <a:pt x="4045534" y="71551"/>
                  </a:lnTo>
                  <a:lnTo>
                    <a:pt x="4026687" y="29044"/>
                  </a:lnTo>
                  <a:lnTo>
                    <a:pt x="3986517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3784579" y="2359151"/>
              <a:ext cx="4046220" cy="233679"/>
            </a:xfrm>
            <a:custGeom>
              <a:avLst/>
              <a:gdLst/>
              <a:ahLst/>
              <a:cxnLst/>
              <a:rect l="l" t="t" r="r" b="b"/>
              <a:pathLst>
                <a:path w="4046219" h="233680">
                  <a:moveTo>
                    <a:pt x="4046219" y="0"/>
                  </a:moveTo>
                  <a:lnTo>
                    <a:pt x="0" y="0"/>
                  </a:lnTo>
                  <a:lnTo>
                    <a:pt x="0" y="233172"/>
                  </a:lnTo>
                  <a:lnTo>
                    <a:pt x="4046219" y="233172"/>
                  </a:lnTo>
                  <a:lnTo>
                    <a:pt x="4046219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13909039" y="2209855"/>
            <a:ext cx="4318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SKILL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936471" y="3254880"/>
            <a:ext cx="916940" cy="50419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400" spc="-10" b="1">
                <a:solidFill>
                  <a:srgbClr val="D98E3C"/>
                </a:solidFill>
                <a:latin typeface="Calibri"/>
                <a:cs typeface="Calibri"/>
              </a:rPr>
              <a:t>Skill_ID</a:t>
            </a:r>
            <a:r>
              <a:rPr dirty="0" sz="1400" spc="-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D98E3C"/>
                </a:solidFill>
                <a:latin typeface="Calibri"/>
                <a:cs typeface="Calibri"/>
              </a:rPr>
              <a:t>(PK)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1400" spc="-10">
                <a:solidFill>
                  <a:srgbClr val="1F332F"/>
                </a:solidFill>
                <a:latin typeface="Calibri"/>
                <a:cs typeface="Calibri"/>
              </a:rPr>
              <a:t>Skill_Name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13438" y="4695063"/>
            <a:ext cx="4065270" cy="2350770"/>
            <a:chOff x="813438" y="4695063"/>
            <a:chExt cx="4065270" cy="2350770"/>
          </a:xfrm>
        </p:grpSpPr>
        <p:sp>
          <p:nvSpPr>
            <p:cNvPr id="34" name="object 34"/>
            <p:cNvSpPr/>
            <p:nvPr/>
          </p:nvSpPr>
          <p:spPr>
            <a:xfrm>
              <a:off x="822963" y="4704588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20" h="2331720">
                  <a:moveTo>
                    <a:pt x="82283" y="0"/>
                  </a:moveTo>
                  <a:lnTo>
                    <a:pt x="44678" y="9080"/>
                  </a:lnTo>
                  <a:lnTo>
                    <a:pt x="10350" y="42303"/>
                  </a:lnTo>
                  <a:lnTo>
                    <a:pt x="0" y="2249436"/>
                  </a:lnTo>
                  <a:lnTo>
                    <a:pt x="1079" y="2262835"/>
                  </a:lnTo>
                  <a:lnTo>
                    <a:pt x="19532" y="2302675"/>
                  </a:lnTo>
                  <a:lnTo>
                    <a:pt x="59689" y="2328570"/>
                  </a:lnTo>
                  <a:lnTo>
                    <a:pt x="3963936" y="2331720"/>
                  </a:lnTo>
                  <a:lnTo>
                    <a:pt x="3973334" y="2331199"/>
                  </a:lnTo>
                  <a:lnTo>
                    <a:pt x="4017175" y="2312187"/>
                  </a:lnTo>
                  <a:lnTo>
                    <a:pt x="4043070" y="2272030"/>
                  </a:lnTo>
                  <a:lnTo>
                    <a:pt x="4046219" y="82283"/>
                  </a:lnTo>
                  <a:lnTo>
                    <a:pt x="4045686" y="72885"/>
                  </a:lnTo>
                  <a:lnTo>
                    <a:pt x="4026687" y="29044"/>
                  </a:lnTo>
                  <a:lnTo>
                    <a:pt x="3986529" y="3149"/>
                  </a:lnTo>
                  <a:lnTo>
                    <a:pt x="82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822963" y="4704588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20" h="2331720">
                  <a:moveTo>
                    <a:pt x="82283" y="0"/>
                  </a:moveTo>
                  <a:lnTo>
                    <a:pt x="3963936" y="0"/>
                  </a:lnTo>
                  <a:lnTo>
                    <a:pt x="3965270" y="0"/>
                  </a:lnTo>
                  <a:lnTo>
                    <a:pt x="3966629" y="38"/>
                  </a:lnTo>
                  <a:lnTo>
                    <a:pt x="3979976" y="1587"/>
                  </a:lnTo>
                  <a:lnTo>
                    <a:pt x="3981297" y="1841"/>
                  </a:lnTo>
                  <a:lnTo>
                    <a:pt x="3982618" y="2133"/>
                  </a:lnTo>
                  <a:lnTo>
                    <a:pt x="3983926" y="2463"/>
                  </a:lnTo>
                  <a:lnTo>
                    <a:pt x="3985234" y="2794"/>
                  </a:lnTo>
                  <a:lnTo>
                    <a:pt x="3991648" y="4813"/>
                  </a:lnTo>
                  <a:lnTo>
                    <a:pt x="3992918" y="5257"/>
                  </a:lnTo>
                  <a:lnTo>
                    <a:pt x="3999115" y="7899"/>
                  </a:lnTo>
                  <a:lnTo>
                    <a:pt x="4000334" y="8470"/>
                  </a:lnTo>
                  <a:lnTo>
                    <a:pt x="4001528" y="9080"/>
                  </a:lnTo>
                  <a:lnTo>
                    <a:pt x="4002709" y="9715"/>
                  </a:lnTo>
                  <a:lnTo>
                    <a:pt x="4003903" y="10350"/>
                  </a:lnTo>
                  <a:lnTo>
                    <a:pt x="4005071" y="11010"/>
                  </a:lnTo>
                  <a:lnTo>
                    <a:pt x="4006227" y="11709"/>
                  </a:lnTo>
                  <a:lnTo>
                    <a:pt x="4007383" y="12395"/>
                  </a:lnTo>
                  <a:lnTo>
                    <a:pt x="4012945" y="16192"/>
                  </a:lnTo>
                  <a:lnTo>
                    <a:pt x="4014025" y="16992"/>
                  </a:lnTo>
                  <a:lnTo>
                    <a:pt x="4015092" y="17818"/>
                  </a:lnTo>
                  <a:lnTo>
                    <a:pt x="4016133" y="18681"/>
                  </a:lnTo>
                  <a:lnTo>
                    <a:pt x="4017175" y="19532"/>
                  </a:lnTo>
                  <a:lnTo>
                    <a:pt x="4022115" y="24104"/>
                  </a:lnTo>
                  <a:lnTo>
                    <a:pt x="4023067" y="25057"/>
                  </a:lnTo>
                  <a:lnTo>
                    <a:pt x="4027538" y="30086"/>
                  </a:lnTo>
                  <a:lnTo>
                    <a:pt x="4028401" y="31127"/>
                  </a:lnTo>
                  <a:lnTo>
                    <a:pt x="4029227" y="32181"/>
                  </a:lnTo>
                  <a:lnTo>
                    <a:pt x="4030027" y="33274"/>
                  </a:lnTo>
                  <a:lnTo>
                    <a:pt x="4030827" y="34353"/>
                  </a:lnTo>
                  <a:lnTo>
                    <a:pt x="4031602" y="35445"/>
                  </a:lnTo>
                  <a:lnTo>
                    <a:pt x="4032351" y="36576"/>
                  </a:lnTo>
                  <a:lnTo>
                    <a:pt x="4033100" y="37693"/>
                  </a:lnTo>
                  <a:lnTo>
                    <a:pt x="4033824" y="38823"/>
                  </a:lnTo>
                  <a:lnTo>
                    <a:pt x="4034510" y="39979"/>
                  </a:lnTo>
                  <a:lnTo>
                    <a:pt x="4035209" y="41135"/>
                  </a:lnTo>
                  <a:lnTo>
                    <a:pt x="4035869" y="42303"/>
                  </a:lnTo>
                  <a:lnTo>
                    <a:pt x="4036504" y="43497"/>
                  </a:lnTo>
                  <a:lnTo>
                    <a:pt x="4037139" y="44678"/>
                  </a:lnTo>
                  <a:lnTo>
                    <a:pt x="4039946" y="50800"/>
                  </a:lnTo>
                  <a:lnTo>
                    <a:pt x="4040466" y="52044"/>
                  </a:lnTo>
                  <a:lnTo>
                    <a:pt x="4040962" y="53301"/>
                  </a:lnTo>
                  <a:lnTo>
                    <a:pt x="4041406" y="54559"/>
                  </a:lnTo>
                  <a:lnTo>
                    <a:pt x="4041863" y="55829"/>
                  </a:lnTo>
                  <a:lnTo>
                    <a:pt x="4044632" y="66230"/>
                  </a:lnTo>
                  <a:lnTo>
                    <a:pt x="4044899" y="67551"/>
                  </a:lnTo>
                  <a:lnTo>
                    <a:pt x="4045127" y="68884"/>
                  </a:lnTo>
                  <a:lnTo>
                    <a:pt x="4045318" y="70218"/>
                  </a:lnTo>
                  <a:lnTo>
                    <a:pt x="4045521" y="71539"/>
                  </a:lnTo>
                  <a:lnTo>
                    <a:pt x="4045686" y="72885"/>
                  </a:lnTo>
                  <a:lnTo>
                    <a:pt x="4045813" y="74218"/>
                  </a:lnTo>
                  <a:lnTo>
                    <a:pt x="4045953" y="75565"/>
                  </a:lnTo>
                  <a:lnTo>
                    <a:pt x="4046054" y="76898"/>
                  </a:lnTo>
                  <a:lnTo>
                    <a:pt x="4046118" y="78244"/>
                  </a:lnTo>
                  <a:lnTo>
                    <a:pt x="4046181" y="79590"/>
                  </a:lnTo>
                  <a:lnTo>
                    <a:pt x="4046219" y="80937"/>
                  </a:lnTo>
                  <a:lnTo>
                    <a:pt x="4046219" y="82283"/>
                  </a:lnTo>
                  <a:lnTo>
                    <a:pt x="4046219" y="2249436"/>
                  </a:lnTo>
                  <a:lnTo>
                    <a:pt x="4046219" y="2250782"/>
                  </a:lnTo>
                  <a:lnTo>
                    <a:pt x="4046181" y="2252129"/>
                  </a:lnTo>
                  <a:lnTo>
                    <a:pt x="4046118" y="2253475"/>
                  </a:lnTo>
                  <a:lnTo>
                    <a:pt x="4046054" y="2254821"/>
                  </a:lnTo>
                  <a:lnTo>
                    <a:pt x="4045953" y="2256167"/>
                  </a:lnTo>
                  <a:lnTo>
                    <a:pt x="4045813" y="2257501"/>
                  </a:lnTo>
                  <a:lnTo>
                    <a:pt x="4045686" y="2258847"/>
                  </a:lnTo>
                  <a:lnTo>
                    <a:pt x="4045521" y="2260180"/>
                  </a:lnTo>
                  <a:lnTo>
                    <a:pt x="4045318" y="2261514"/>
                  </a:lnTo>
                  <a:lnTo>
                    <a:pt x="4045127" y="2262835"/>
                  </a:lnTo>
                  <a:lnTo>
                    <a:pt x="4044899" y="2264168"/>
                  </a:lnTo>
                  <a:lnTo>
                    <a:pt x="4044632" y="2265476"/>
                  </a:lnTo>
                  <a:lnTo>
                    <a:pt x="4044378" y="2266797"/>
                  </a:lnTo>
                  <a:lnTo>
                    <a:pt x="4041406" y="2277148"/>
                  </a:lnTo>
                  <a:lnTo>
                    <a:pt x="4040962" y="2278418"/>
                  </a:lnTo>
                  <a:lnTo>
                    <a:pt x="4040466" y="2279675"/>
                  </a:lnTo>
                  <a:lnTo>
                    <a:pt x="4039946" y="2280920"/>
                  </a:lnTo>
                  <a:lnTo>
                    <a:pt x="4039438" y="2282164"/>
                  </a:lnTo>
                  <a:lnTo>
                    <a:pt x="4034510" y="2291740"/>
                  </a:lnTo>
                  <a:lnTo>
                    <a:pt x="4033824" y="2292883"/>
                  </a:lnTo>
                  <a:lnTo>
                    <a:pt x="4030027" y="2298446"/>
                  </a:lnTo>
                  <a:lnTo>
                    <a:pt x="4029227" y="2299538"/>
                  </a:lnTo>
                  <a:lnTo>
                    <a:pt x="4028401" y="2300605"/>
                  </a:lnTo>
                  <a:lnTo>
                    <a:pt x="4027538" y="2301646"/>
                  </a:lnTo>
                  <a:lnTo>
                    <a:pt x="4026687" y="2302675"/>
                  </a:lnTo>
                  <a:lnTo>
                    <a:pt x="4016133" y="2313038"/>
                  </a:lnTo>
                  <a:lnTo>
                    <a:pt x="4015092" y="2313901"/>
                  </a:lnTo>
                  <a:lnTo>
                    <a:pt x="4014025" y="2314727"/>
                  </a:lnTo>
                  <a:lnTo>
                    <a:pt x="4012945" y="2315527"/>
                  </a:lnTo>
                  <a:lnTo>
                    <a:pt x="4011866" y="2316327"/>
                  </a:lnTo>
                  <a:lnTo>
                    <a:pt x="4006227" y="2320010"/>
                  </a:lnTo>
                  <a:lnTo>
                    <a:pt x="4005071" y="2320709"/>
                  </a:lnTo>
                  <a:lnTo>
                    <a:pt x="4003903" y="2321369"/>
                  </a:lnTo>
                  <a:lnTo>
                    <a:pt x="4002709" y="2322004"/>
                  </a:lnTo>
                  <a:lnTo>
                    <a:pt x="4001528" y="2322639"/>
                  </a:lnTo>
                  <a:lnTo>
                    <a:pt x="3995419" y="2325458"/>
                  </a:lnTo>
                  <a:lnTo>
                    <a:pt x="3994175" y="2325979"/>
                  </a:lnTo>
                  <a:lnTo>
                    <a:pt x="3992918" y="2326462"/>
                  </a:lnTo>
                  <a:lnTo>
                    <a:pt x="3991648" y="2326906"/>
                  </a:lnTo>
                  <a:lnTo>
                    <a:pt x="3990378" y="2327363"/>
                  </a:lnTo>
                  <a:lnTo>
                    <a:pt x="3979976" y="2330132"/>
                  </a:lnTo>
                  <a:lnTo>
                    <a:pt x="3978655" y="2330399"/>
                  </a:lnTo>
                  <a:lnTo>
                    <a:pt x="3977335" y="2330627"/>
                  </a:lnTo>
                  <a:lnTo>
                    <a:pt x="3976014" y="2330818"/>
                  </a:lnTo>
                  <a:lnTo>
                    <a:pt x="3974668" y="2331034"/>
                  </a:lnTo>
                  <a:lnTo>
                    <a:pt x="3973334" y="2331199"/>
                  </a:lnTo>
                  <a:lnTo>
                    <a:pt x="3972001" y="2331313"/>
                  </a:lnTo>
                  <a:lnTo>
                    <a:pt x="3970654" y="2331453"/>
                  </a:lnTo>
                  <a:lnTo>
                    <a:pt x="3969308" y="2331554"/>
                  </a:lnTo>
                  <a:lnTo>
                    <a:pt x="3967975" y="2331618"/>
                  </a:lnTo>
                  <a:lnTo>
                    <a:pt x="3966629" y="2331694"/>
                  </a:lnTo>
                  <a:lnTo>
                    <a:pt x="3965270" y="2331720"/>
                  </a:lnTo>
                  <a:lnTo>
                    <a:pt x="3963936" y="2331720"/>
                  </a:lnTo>
                  <a:lnTo>
                    <a:pt x="82283" y="2331720"/>
                  </a:lnTo>
                  <a:lnTo>
                    <a:pt x="80937" y="2331720"/>
                  </a:lnTo>
                  <a:lnTo>
                    <a:pt x="79590" y="2331694"/>
                  </a:lnTo>
                  <a:lnTo>
                    <a:pt x="78244" y="2331618"/>
                  </a:lnTo>
                  <a:lnTo>
                    <a:pt x="76898" y="2331554"/>
                  </a:lnTo>
                  <a:lnTo>
                    <a:pt x="75552" y="2331453"/>
                  </a:lnTo>
                  <a:lnTo>
                    <a:pt x="74218" y="2331313"/>
                  </a:lnTo>
                  <a:lnTo>
                    <a:pt x="72872" y="2331199"/>
                  </a:lnTo>
                  <a:lnTo>
                    <a:pt x="71539" y="2331034"/>
                  </a:lnTo>
                  <a:lnTo>
                    <a:pt x="70205" y="2330818"/>
                  </a:lnTo>
                  <a:lnTo>
                    <a:pt x="68872" y="2330627"/>
                  </a:lnTo>
                  <a:lnTo>
                    <a:pt x="67551" y="2330399"/>
                  </a:lnTo>
                  <a:lnTo>
                    <a:pt x="66230" y="2330132"/>
                  </a:lnTo>
                  <a:lnTo>
                    <a:pt x="64909" y="2329878"/>
                  </a:lnTo>
                  <a:lnTo>
                    <a:pt x="54559" y="2326906"/>
                  </a:lnTo>
                  <a:lnTo>
                    <a:pt x="53289" y="2326462"/>
                  </a:lnTo>
                  <a:lnTo>
                    <a:pt x="43497" y="2322004"/>
                  </a:lnTo>
                  <a:lnTo>
                    <a:pt x="42303" y="2321369"/>
                  </a:lnTo>
                  <a:lnTo>
                    <a:pt x="41135" y="2320709"/>
                  </a:lnTo>
                  <a:lnTo>
                    <a:pt x="39979" y="2320010"/>
                  </a:lnTo>
                  <a:lnTo>
                    <a:pt x="38823" y="2319324"/>
                  </a:lnTo>
                  <a:lnTo>
                    <a:pt x="33261" y="2315527"/>
                  </a:lnTo>
                  <a:lnTo>
                    <a:pt x="32181" y="2314727"/>
                  </a:lnTo>
                  <a:lnTo>
                    <a:pt x="31127" y="2313901"/>
                  </a:lnTo>
                  <a:lnTo>
                    <a:pt x="30086" y="2313038"/>
                  </a:lnTo>
                  <a:lnTo>
                    <a:pt x="29044" y="2312187"/>
                  </a:lnTo>
                  <a:lnTo>
                    <a:pt x="16192" y="2298446"/>
                  </a:lnTo>
                  <a:lnTo>
                    <a:pt x="15392" y="2297366"/>
                  </a:lnTo>
                  <a:lnTo>
                    <a:pt x="11709" y="2291740"/>
                  </a:lnTo>
                  <a:lnTo>
                    <a:pt x="11010" y="2290584"/>
                  </a:lnTo>
                  <a:lnTo>
                    <a:pt x="7899" y="2284615"/>
                  </a:lnTo>
                  <a:lnTo>
                    <a:pt x="7315" y="2283396"/>
                  </a:lnTo>
                  <a:lnTo>
                    <a:pt x="6781" y="2282164"/>
                  </a:lnTo>
                  <a:lnTo>
                    <a:pt x="6261" y="2280920"/>
                  </a:lnTo>
                  <a:lnTo>
                    <a:pt x="5740" y="2279675"/>
                  </a:lnTo>
                  <a:lnTo>
                    <a:pt x="5257" y="2278418"/>
                  </a:lnTo>
                  <a:lnTo>
                    <a:pt x="4813" y="2277148"/>
                  </a:lnTo>
                  <a:lnTo>
                    <a:pt x="4356" y="2275890"/>
                  </a:lnTo>
                  <a:lnTo>
                    <a:pt x="2463" y="2269426"/>
                  </a:lnTo>
                  <a:lnTo>
                    <a:pt x="2133" y="2268118"/>
                  </a:lnTo>
                  <a:lnTo>
                    <a:pt x="888" y="2261514"/>
                  </a:lnTo>
                  <a:lnTo>
                    <a:pt x="685" y="2260180"/>
                  </a:lnTo>
                  <a:lnTo>
                    <a:pt x="520" y="2258847"/>
                  </a:lnTo>
                  <a:lnTo>
                    <a:pt x="393" y="2257501"/>
                  </a:lnTo>
                  <a:lnTo>
                    <a:pt x="266" y="2256167"/>
                  </a:lnTo>
                  <a:lnTo>
                    <a:pt x="165" y="2254821"/>
                  </a:lnTo>
                  <a:lnTo>
                    <a:pt x="101" y="2253475"/>
                  </a:lnTo>
                  <a:lnTo>
                    <a:pt x="25" y="2252129"/>
                  </a:lnTo>
                  <a:lnTo>
                    <a:pt x="0" y="2250782"/>
                  </a:lnTo>
                  <a:lnTo>
                    <a:pt x="0" y="2249436"/>
                  </a:lnTo>
                  <a:lnTo>
                    <a:pt x="0" y="82283"/>
                  </a:lnTo>
                  <a:lnTo>
                    <a:pt x="0" y="80937"/>
                  </a:lnTo>
                  <a:lnTo>
                    <a:pt x="25" y="79590"/>
                  </a:lnTo>
                  <a:lnTo>
                    <a:pt x="101" y="78244"/>
                  </a:lnTo>
                  <a:lnTo>
                    <a:pt x="165" y="76898"/>
                  </a:lnTo>
                  <a:lnTo>
                    <a:pt x="888" y="70218"/>
                  </a:lnTo>
                  <a:lnTo>
                    <a:pt x="1079" y="68884"/>
                  </a:lnTo>
                  <a:lnTo>
                    <a:pt x="2463" y="62293"/>
                  </a:lnTo>
                  <a:lnTo>
                    <a:pt x="2793" y="60985"/>
                  </a:lnTo>
                  <a:lnTo>
                    <a:pt x="4813" y="54559"/>
                  </a:lnTo>
                  <a:lnTo>
                    <a:pt x="5257" y="53301"/>
                  </a:lnTo>
                  <a:lnTo>
                    <a:pt x="5740" y="52044"/>
                  </a:lnTo>
                  <a:lnTo>
                    <a:pt x="6261" y="50800"/>
                  </a:lnTo>
                  <a:lnTo>
                    <a:pt x="6781" y="49555"/>
                  </a:lnTo>
                  <a:lnTo>
                    <a:pt x="7315" y="48323"/>
                  </a:lnTo>
                  <a:lnTo>
                    <a:pt x="7899" y="47104"/>
                  </a:lnTo>
                  <a:lnTo>
                    <a:pt x="8470" y="45885"/>
                  </a:lnTo>
                  <a:lnTo>
                    <a:pt x="9080" y="44678"/>
                  </a:lnTo>
                  <a:lnTo>
                    <a:pt x="9715" y="43497"/>
                  </a:lnTo>
                  <a:lnTo>
                    <a:pt x="10350" y="42303"/>
                  </a:lnTo>
                  <a:lnTo>
                    <a:pt x="11010" y="41135"/>
                  </a:lnTo>
                  <a:lnTo>
                    <a:pt x="11709" y="39979"/>
                  </a:lnTo>
                  <a:lnTo>
                    <a:pt x="12395" y="38823"/>
                  </a:lnTo>
                  <a:lnTo>
                    <a:pt x="13119" y="37693"/>
                  </a:lnTo>
                  <a:lnTo>
                    <a:pt x="13868" y="36576"/>
                  </a:lnTo>
                  <a:lnTo>
                    <a:pt x="14617" y="35445"/>
                  </a:lnTo>
                  <a:lnTo>
                    <a:pt x="15392" y="34353"/>
                  </a:lnTo>
                  <a:lnTo>
                    <a:pt x="16192" y="33274"/>
                  </a:lnTo>
                  <a:lnTo>
                    <a:pt x="16992" y="32181"/>
                  </a:lnTo>
                  <a:lnTo>
                    <a:pt x="21310" y="27025"/>
                  </a:lnTo>
                  <a:lnTo>
                    <a:pt x="22212" y="26022"/>
                  </a:lnTo>
                  <a:lnTo>
                    <a:pt x="30086" y="18681"/>
                  </a:lnTo>
                  <a:lnTo>
                    <a:pt x="31127" y="17818"/>
                  </a:lnTo>
                  <a:lnTo>
                    <a:pt x="39979" y="11709"/>
                  </a:lnTo>
                  <a:lnTo>
                    <a:pt x="41135" y="11010"/>
                  </a:lnTo>
                  <a:lnTo>
                    <a:pt x="42303" y="10350"/>
                  </a:lnTo>
                  <a:lnTo>
                    <a:pt x="43497" y="9715"/>
                  </a:lnTo>
                  <a:lnTo>
                    <a:pt x="44678" y="9080"/>
                  </a:lnTo>
                  <a:lnTo>
                    <a:pt x="45885" y="8470"/>
                  </a:lnTo>
                  <a:lnTo>
                    <a:pt x="47104" y="7899"/>
                  </a:lnTo>
                  <a:lnTo>
                    <a:pt x="48323" y="7327"/>
                  </a:lnTo>
                  <a:lnTo>
                    <a:pt x="54559" y="4813"/>
                  </a:lnTo>
                  <a:lnTo>
                    <a:pt x="55829" y="4356"/>
                  </a:lnTo>
                  <a:lnTo>
                    <a:pt x="62293" y="2463"/>
                  </a:lnTo>
                  <a:lnTo>
                    <a:pt x="63601" y="2133"/>
                  </a:lnTo>
                  <a:lnTo>
                    <a:pt x="64909" y="1841"/>
                  </a:lnTo>
                  <a:lnTo>
                    <a:pt x="66230" y="1587"/>
                  </a:lnTo>
                  <a:lnTo>
                    <a:pt x="67551" y="1320"/>
                  </a:lnTo>
                  <a:lnTo>
                    <a:pt x="78244" y="101"/>
                  </a:lnTo>
                  <a:lnTo>
                    <a:pt x="79590" y="38"/>
                  </a:lnTo>
                  <a:lnTo>
                    <a:pt x="80937" y="0"/>
                  </a:lnTo>
                  <a:lnTo>
                    <a:pt x="82283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22960" y="4704588"/>
              <a:ext cx="4046220" cy="466725"/>
            </a:xfrm>
            <a:custGeom>
              <a:avLst/>
              <a:gdLst/>
              <a:ahLst/>
              <a:cxnLst/>
              <a:rect l="l" t="t" r="r" b="b"/>
              <a:pathLst>
                <a:path w="4046220" h="466725">
                  <a:moveTo>
                    <a:pt x="82296" y="0"/>
                  </a:moveTo>
                  <a:lnTo>
                    <a:pt x="42316" y="10350"/>
                  </a:lnTo>
                  <a:lnTo>
                    <a:pt x="9080" y="44691"/>
                  </a:lnTo>
                  <a:lnTo>
                    <a:pt x="0" y="384048"/>
                  </a:lnTo>
                  <a:lnTo>
                    <a:pt x="533" y="393458"/>
                  </a:lnTo>
                  <a:lnTo>
                    <a:pt x="19532" y="437299"/>
                  </a:lnTo>
                  <a:lnTo>
                    <a:pt x="59690" y="463194"/>
                  </a:lnTo>
                  <a:lnTo>
                    <a:pt x="3963924" y="466344"/>
                  </a:lnTo>
                  <a:lnTo>
                    <a:pt x="3969308" y="466178"/>
                  </a:lnTo>
                  <a:lnTo>
                    <a:pt x="4015092" y="448513"/>
                  </a:lnTo>
                  <a:lnTo>
                    <a:pt x="4042283" y="409232"/>
                  </a:lnTo>
                  <a:lnTo>
                    <a:pt x="4046220" y="82296"/>
                  </a:lnTo>
                  <a:lnTo>
                    <a:pt x="4045534" y="71551"/>
                  </a:lnTo>
                  <a:lnTo>
                    <a:pt x="4025811" y="28028"/>
                  </a:lnTo>
                  <a:lnTo>
                    <a:pt x="3986517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22960" y="4937760"/>
              <a:ext cx="4046220" cy="233679"/>
            </a:xfrm>
            <a:custGeom>
              <a:avLst/>
              <a:gdLst/>
              <a:ahLst/>
              <a:cxnLst/>
              <a:rect l="l" t="t" r="r" b="b"/>
              <a:pathLst>
                <a:path w="4046220" h="233679">
                  <a:moveTo>
                    <a:pt x="4046220" y="0"/>
                  </a:moveTo>
                  <a:lnTo>
                    <a:pt x="0" y="0"/>
                  </a:lnTo>
                  <a:lnTo>
                    <a:pt x="0" y="233172"/>
                  </a:lnTo>
                  <a:lnTo>
                    <a:pt x="4046220" y="233172"/>
                  </a:lnTo>
                  <a:lnTo>
                    <a:pt x="4046220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947419" y="4788463"/>
            <a:ext cx="848994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COMPANY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74852" y="5714050"/>
            <a:ext cx="1310640" cy="743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100"/>
              </a:spcBef>
            </a:pPr>
            <a:r>
              <a:rPr dirty="0" sz="1400" b="1">
                <a:solidFill>
                  <a:srgbClr val="D98E3C"/>
                </a:solidFill>
                <a:latin typeface="Calibri"/>
                <a:cs typeface="Calibri"/>
              </a:rPr>
              <a:t>Company_ID</a:t>
            </a:r>
            <a:r>
              <a:rPr dirty="0" sz="1400" spc="-8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D98E3C"/>
                </a:solidFill>
                <a:latin typeface="Calibri"/>
                <a:cs typeface="Calibri"/>
              </a:rPr>
              <a:t>(PK) </a:t>
            </a:r>
            <a:r>
              <a:rPr dirty="0" sz="1400" spc="-10">
                <a:solidFill>
                  <a:srgbClr val="1F332F"/>
                </a:solidFill>
                <a:latin typeface="Calibri"/>
                <a:cs typeface="Calibri"/>
              </a:rPr>
              <a:t>Company_Name </a:t>
            </a:r>
            <a:r>
              <a:rPr dirty="0" sz="1400" spc="-10">
                <a:solidFill>
                  <a:srgbClr val="1F332F"/>
                </a:solidFill>
                <a:latin typeface="Calibri"/>
                <a:cs typeface="Calibri"/>
              </a:rPr>
              <a:t>Location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133977" y="4695063"/>
            <a:ext cx="4065270" cy="2350770"/>
            <a:chOff x="5133977" y="4695063"/>
            <a:chExt cx="4065270" cy="2350770"/>
          </a:xfrm>
        </p:grpSpPr>
        <p:sp>
          <p:nvSpPr>
            <p:cNvPr id="41" name="object 41"/>
            <p:cNvSpPr/>
            <p:nvPr/>
          </p:nvSpPr>
          <p:spPr>
            <a:xfrm>
              <a:off x="5143502" y="4704588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20" h="2331720">
                  <a:moveTo>
                    <a:pt x="82283" y="0"/>
                  </a:moveTo>
                  <a:lnTo>
                    <a:pt x="44678" y="9080"/>
                  </a:lnTo>
                  <a:lnTo>
                    <a:pt x="10350" y="42303"/>
                  </a:lnTo>
                  <a:lnTo>
                    <a:pt x="0" y="2249436"/>
                  </a:lnTo>
                  <a:lnTo>
                    <a:pt x="1079" y="2262835"/>
                  </a:lnTo>
                  <a:lnTo>
                    <a:pt x="19532" y="2302675"/>
                  </a:lnTo>
                  <a:lnTo>
                    <a:pt x="59689" y="2328570"/>
                  </a:lnTo>
                  <a:lnTo>
                    <a:pt x="3963924" y="2331720"/>
                  </a:lnTo>
                  <a:lnTo>
                    <a:pt x="3973334" y="2331199"/>
                  </a:lnTo>
                  <a:lnTo>
                    <a:pt x="4017175" y="2312187"/>
                  </a:lnTo>
                  <a:lnTo>
                    <a:pt x="4043070" y="2272030"/>
                  </a:lnTo>
                  <a:lnTo>
                    <a:pt x="4046219" y="82283"/>
                  </a:lnTo>
                  <a:lnTo>
                    <a:pt x="4045686" y="72885"/>
                  </a:lnTo>
                  <a:lnTo>
                    <a:pt x="4026687" y="29044"/>
                  </a:lnTo>
                  <a:lnTo>
                    <a:pt x="3986529" y="3149"/>
                  </a:lnTo>
                  <a:lnTo>
                    <a:pt x="82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143502" y="4704588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20" h="2331720">
                  <a:moveTo>
                    <a:pt x="82283" y="0"/>
                  </a:moveTo>
                  <a:lnTo>
                    <a:pt x="3963924" y="0"/>
                  </a:lnTo>
                  <a:lnTo>
                    <a:pt x="3965270" y="0"/>
                  </a:lnTo>
                  <a:lnTo>
                    <a:pt x="3966629" y="38"/>
                  </a:lnTo>
                  <a:lnTo>
                    <a:pt x="3967962" y="101"/>
                  </a:lnTo>
                  <a:lnTo>
                    <a:pt x="3969308" y="165"/>
                  </a:lnTo>
                  <a:lnTo>
                    <a:pt x="3970654" y="266"/>
                  </a:lnTo>
                  <a:lnTo>
                    <a:pt x="3979976" y="1587"/>
                  </a:lnTo>
                  <a:lnTo>
                    <a:pt x="3981297" y="1841"/>
                  </a:lnTo>
                  <a:lnTo>
                    <a:pt x="3982618" y="2133"/>
                  </a:lnTo>
                  <a:lnTo>
                    <a:pt x="3983926" y="2463"/>
                  </a:lnTo>
                  <a:lnTo>
                    <a:pt x="3985234" y="2794"/>
                  </a:lnTo>
                  <a:lnTo>
                    <a:pt x="3991648" y="4813"/>
                  </a:lnTo>
                  <a:lnTo>
                    <a:pt x="3992918" y="5257"/>
                  </a:lnTo>
                  <a:lnTo>
                    <a:pt x="3999115" y="7899"/>
                  </a:lnTo>
                  <a:lnTo>
                    <a:pt x="4000334" y="8470"/>
                  </a:lnTo>
                  <a:lnTo>
                    <a:pt x="4001528" y="9080"/>
                  </a:lnTo>
                  <a:lnTo>
                    <a:pt x="4002709" y="9715"/>
                  </a:lnTo>
                  <a:lnTo>
                    <a:pt x="4003903" y="10350"/>
                  </a:lnTo>
                  <a:lnTo>
                    <a:pt x="4005071" y="11010"/>
                  </a:lnTo>
                  <a:lnTo>
                    <a:pt x="4006227" y="11709"/>
                  </a:lnTo>
                  <a:lnTo>
                    <a:pt x="4007383" y="12395"/>
                  </a:lnTo>
                  <a:lnTo>
                    <a:pt x="4012945" y="16192"/>
                  </a:lnTo>
                  <a:lnTo>
                    <a:pt x="4014025" y="16992"/>
                  </a:lnTo>
                  <a:lnTo>
                    <a:pt x="4015092" y="17818"/>
                  </a:lnTo>
                  <a:lnTo>
                    <a:pt x="4016133" y="18681"/>
                  </a:lnTo>
                  <a:lnTo>
                    <a:pt x="4017175" y="19532"/>
                  </a:lnTo>
                  <a:lnTo>
                    <a:pt x="4022115" y="24104"/>
                  </a:lnTo>
                  <a:lnTo>
                    <a:pt x="4023067" y="25057"/>
                  </a:lnTo>
                  <a:lnTo>
                    <a:pt x="4027538" y="30086"/>
                  </a:lnTo>
                  <a:lnTo>
                    <a:pt x="4028401" y="31127"/>
                  </a:lnTo>
                  <a:lnTo>
                    <a:pt x="4029227" y="32181"/>
                  </a:lnTo>
                  <a:lnTo>
                    <a:pt x="4030027" y="33274"/>
                  </a:lnTo>
                  <a:lnTo>
                    <a:pt x="4030827" y="34353"/>
                  </a:lnTo>
                  <a:lnTo>
                    <a:pt x="4031602" y="35445"/>
                  </a:lnTo>
                  <a:lnTo>
                    <a:pt x="4032351" y="36576"/>
                  </a:lnTo>
                  <a:lnTo>
                    <a:pt x="4033100" y="37693"/>
                  </a:lnTo>
                  <a:lnTo>
                    <a:pt x="4033824" y="38823"/>
                  </a:lnTo>
                  <a:lnTo>
                    <a:pt x="4034510" y="39979"/>
                  </a:lnTo>
                  <a:lnTo>
                    <a:pt x="4035209" y="41135"/>
                  </a:lnTo>
                  <a:lnTo>
                    <a:pt x="4035869" y="42303"/>
                  </a:lnTo>
                  <a:lnTo>
                    <a:pt x="4036504" y="43497"/>
                  </a:lnTo>
                  <a:lnTo>
                    <a:pt x="4037139" y="44678"/>
                  </a:lnTo>
                  <a:lnTo>
                    <a:pt x="4039946" y="50800"/>
                  </a:lnTo>
                  <a:lnTo>
                    <a:pt x="4040466" y="52044"/>
                  </a:lnTo>
                  <a:lnTo>
                    <a:pt x="4040962" y="53301"/>
                  </a:lnTo>
                  <a:lnTo>
                    <a:pt x="4041406" y="54559"/>
                  </a:lnTo>
                  <a:lnTo>
                    <a:pt x="4041863" y="55829"/>
                  </a:lnTo>
                  <a:lnTo>
                    <a:pt x="4044632" y="66230"/>
                  </a:lnTo>
                  <a:lnTo>
                    <a:pt x="4044899" y="67551"/>
                  </a:lnTo>
                  <a:lnTo>
                    <a:pt x="4045127" y="68884"/>
                  </a:lnTo>
                  <a:lnTo>
                    <a:pt x="4045318" y="70218"/>
                  </a:lnTo>
                  <a:lnTo>
                    <a:pt x="4045521" y="71539"/>
                  </a:lnTo>
                  <a:lnTo>
                    <a:pt x="4045686" y="72885"/>
                  </a:lnTo>
                  <a:lnTo>
                    <a:pt x="4045813" y="74218"/>
                  </a:lnTo>
                  <a:lnTo>
                    <a:pt x="4045953" y="75565"/>
                  </a:lnTo>
                  <a:lnTo>
                    <a:pt x="4046054" y="76898"/>
                  </a:lnTo>
                  <a:lnTo>
                    <a:pt x="4046118" y="78244"/>
                  </a:lnTo>
                  <a:lnTo>
                    <a:pt x="4046181" y="79590"/>
                  </a:lnTo>
                  <a:lnTo>
                    <a:pt x="4046219" y="80937"/>
                  </a:lnTo>
                  <a:lnTo>
                    <a:pt x="4046219" y="82283"/>
                  </a:lnTo>
                  <a:lnTo>
                    <a:pt x="4046219" y="2249436"/>
                  </a:lnTo>
                  <a:lnTo>
                    <a:pt x="4046219" y="2250782"/>
                  </a:lnTo>
                  <a:lnTo>
                    <a:pt x="4046181" y="2252129"/>
                  </a:lnTo>
                  <a:lnTo>
                    <a:pt x="4046118" y="2253475"/>
                  </a:lnTo>
                  <a:lnTo>
                    <a:pt x="4046054" y="2254821"/>
                  </a:lnTo>
                  <a:lnTo>
                    <a:pt x="4045953" y="2256167"/>
                  </a:lnTo>
                  <a:lnTo>
                    <a:pt x="4045813" y="2257501"/>
                  </a:lnTo>
                  <a:lnTo>
                    <a:pt x="4045686" y="2258847"/>
                  </a:lnTo>
                  <a:lnTo>
                    <a:pt x="4045521" y="2260180"/>
                  </a:lnTo>
                  <a:lnTo>
                    <a:pt x="4045318" y="2261514"/>
                  </a:lnTo>
                  <a:lnTo>
                    <a:pt x="4045127" y="2262835"/>
                  </a:lnTo>
                  <a:lnTo>
                    <a:pt x="4044899" y="2264168"/>
                  </a:lnTo>
                  <a:lnTo>
                    <a:pt x="4044632" y="2265476"/>
                  </a:lnTo>
                  <a:lnTo>
                    <a:pt x="4044378" y="2266797"/>
                  </a:lnTo>
                  <a:lnTo>
                    <a:pt x="4041406" y="2277148"/>
                  </a:lnTo>
                  <a:lnTo>
                    <a:pt x="4040962" y="2278418"/>
                  </a:lnTo>
                  <a:lnTo>
                    <a:pt x="4040466" y="2279675"/>
                  </a:lnTo>
                  <a:lnTo>
                    <a:pt x="4039946" y="2280920"/>
                  </a:lnTo>
                  <a:lnTo>
                    <a:pt x="4039438" y="2282164"/>
                  </a:lnTo>
                  <a:lnTo>
                    <a:pt x="4034510" y="2291740"/>
                  </a:lnTo>
                  <a:lnTo>
                    <a:pt x="4033824" y="2292883"/>
                  </a:lnTo>
                  <a:lnTo>
                    <a:pt x="4030027" y="2298446"/>
                  </a:lnTo>
                  <a:lnTo>
                    <a:pt x="4029227" y="2299538"/>
                  </a:lnTo>
                  <a:lnTo>
                    <a:pt x="4028401" y="2300605"/>
                  </a:lnTo>
                  <a:lnTo>
                    <a:pt x="4027538" y="2301646"/>
                  </a:lnTo>
                  <a:lnTo>
                    <a:pt x="4026687" y="2302675"/>
                  </a:lnTo>
                  <a:lnTo>
                    <a:pt x="4016133" y="2313038"/>
                  </a:lnTo>
                  <a:lnTo>
                    <a:pt x="4015092" y="2313901"/>
                  </a:lnTo>
                  <a:lnTo>
                    <a:pt x="4014025" y="2314727"/>
                  </a:lnTo>
                  <a:lnTo>
                    <a:pt x="4012945" y="2315527"/>
                  </a:lnTo>
                  <a:lnTo>
                    <a:pt x="4011866" y="2316327"/>
                  </a:lnTo>
                  <a:lnTo>
                    <a:pt x="4006227" y="2320010"/>
                  </a:lnTo>
                  <a:lnTo>
                    <a:pt x="4005071" y="2320709"/>
                  </a:lnTo>
                  <a:lnTo>
                    <a:pt x="4003903" y="2321369"/>
                  </a:lnTo>
                  <a:lnTo>
                    <a:pt x="4002709" y="2322004"/>
                  </a:lnTo>
                  <a:lnTo>
                    <a:pt x="4001528" y="2322639"/>
                  </a:lnTo>
                  <a:lnTo>
                    <a:pt x="3995419" y="2325458"/>
                  </a:lnTo>
                  <a:lnTo>
                    <a:pt x="3994175" y="2325979"/>
                  </a:lnTo>
                  <a:lnTo>
                    <a:pt x="3992918" y="2326462"/>
                  </a:lnTo>
                  <a:lnTo>
                    <a:pt x="3991648" y="2326906"/>
                  </a:lnTo>
                  <a:lnTo>
                    <a:pt x="3990378" y="2327363"/>
                  </a:lnTo>
                  <a:lnTo>
                    <a:pt x="3979976" y="2330132"/>
                  </a:lnTo>
                  <a:lnTo>
                    <a:pt x="3978655" y="2330399"/>
                  </a:lnTo>
                  <a:lnTo>
                    <a:pt x="3977335" y="2330627"/>
                  </a:lnTo>
                  <a:lnTo>
                    <a:pt x="3976014" y="2330818"/>
                  </a:lnTo>
                  <a:lnTo>
                    <a:pt x="3974668" y="2331034"/>
                  </a:lnTo>
                  <a:lnTo>
                    <a:pt x="3973334" y="2331199"/>
                  </a:lnTo>
                  <a:lnTo>
                    <a:pt x="3972001" y="2331313"/>
                  </a:lnTo>
                  <a:lnTo>
                    <a:pt x="3970654" y="2331453"/>
                  </a:lnTo>
                  <a:lnTo>
                    <a:pt x="3969308" y="2331554"/>
                  </a:lnTo>
                  <a:lnTo>
                    <a:pt x="3967962" y="2331618"/>
                  </a:lnTo>
                  <a:lnTo>
                    <a:pt x="3966629" y="2331694"/>
                  </a:lnTo>
                  <a:lnTo>
                    <a:pt x="3965270" y="2331720"/>
                  </a:lnTo>
                  <a:lnTo>
                    <a:pt x="3963924" y="2331720"/>
                  </a:lnTo>
                  <a:lnTo>
                    <a:pt x="82283" y="2331720"/>
                  </a:lnTo>
                  <a:lnTo>
                    <a:pt x="80937" y="2331720"/>
                  </a:lnTo>
                  <a:lnTo>
                    <a:pt x="79590" y="2331694"/>
                  </a:lnTo>
                  <a:lnTo>
                    <a:pt x="78244" y="2331618"/>
                  </a:lnTo>
                  <a:lnTo>
                    <a:pt x="76898" y="2331554"/>
                  </a:lnTo>
                  <a:lnTo>
                    <a:pt x="75552" y="2331453"/>
                  </a:lnTo>
                  <a:lnTo>
                    <a:pt x="74218" y="2331313"/>
                  </a:lnTo>
                  <a:lnTo>
                    <a:pt x="72872" y="2331199"/>
                  </a:lnTo>
                  <a:lnTo>
                    <a:pt x="71539" y="2331034"/>
                  </a:lnTo>
                  <a:lnTo>
                    <a:pt x="70205" y="2330818"/>
                  </a:lnTo>
                  <a:lnTo>
                    <a:pt x="68872" y="2330627"/>
                  </a:lnTo>
                  <a:lnTo>
                    <a:pt x="67551" y="2330399"/>
                  </a:lnTo>
                  <a:lnTo>
                    <a:pt x="66230" y="2330132"/>
                  </a:lnTo>
                  <a:lnTo>
                    <a:pt x="64909" y="2329878"/>
                  </a:lnTo>
                  <a:lnTo>
                    <a:pt x="54559" y="2326906"/>
                  </a:lnTo>
                  <a:lnTo>
                    <a:pt x="53289" y="2326462"/>
                  </a:lnTo>
                  <a:lnTo>
                    <a:pt x="52031" y="2325979"/>
                  </a:lnTo>
                  <a:lnTo>
                    <a:pt x="50799" y="2325458"/>
                  </a:lnTo>
                  <a:lnTo>
                    <a:pt x="49555" y="2324938"/>
                  </a:lnTo>
                  <a:lnTo>
                    <a:pt x="43497" y="2322004"/>
                  </a:lnTo>
                  <a:lnTo>
                    <a:pt x="42303" y="2321369"/>
                  </a:lnTo>
                  <a:lnTo>
                    <a:pt x="41135" y="2320709"/>
                  </a:lnTo>
                  <a:lnTo>
                    <a:pt x="39979" y="2320010"/>
                  </a:lnTo>
                  <a:lnTo>
                    <a:pt x="38823" y="2319324"/>
                  </a:lnTo>
                  <a:lnTo>
                    <a:pt x="33261" y="2315527"/>
                  </a:lnTo>
                  <a:lnTo>
                    <a:pt x="32181" y="2314727"/>
                  </a:lnTo>
                  <a:lnTo>
                    <a:pt x="31127" y="2313901"/>
                  </a:lnTo>
                  <a:lnTo>
                    <a:pt x="30086" y="2313038"/>
                  </a:lnTo>
                  <a:lnTo>
                    <a:pt x="29044" y="2312187"/>
                  </a:lnTo>
                  <a:lnTo>
                    <a:pt x="16192" y="2298446"/>
                  </a:lnTo>
                  <a:lnTo>
                    <a:pt x="15392" y="2297366"/>
                  </a:lnTo>
                  <a:lnTo>
                    <a:pt x="11709" y="2291740"/>
                  </a:lnTo>
                  <a:lnTo>
                    <a:pt x="11010" y="2290584"/>
                  </a:lnTo>
                  <a:lnTo>
                    <a:pt x="7899" y="2284615"/>
                  </a:lnTo>
                  <a:lnTo>
                    <a:pt x="7327" y="2283396"/>
                  </a:lnTo>
                  <a:lnTo>
                    <a:pt x="6781" y="2282164"/>
                  </a:lnTo>
                  <a:lnTo>
                    <a:pt x="6261" y="2280920"/>
                  </a:lnTo>
                  <a:lnTo>
                    <a:pt x="5740" y="2279675"/>
                  </a:lnTo>
                  <a:lnTo>
                    <a:pt x="5257" y="2278418"/>
                  </a:lnTo>
                  <a:lnTo>
                    <a:pt x="4813" y="2277148"/>
                  </a:lnTo>
                  <a:lnTo>
                    <a:pt x="4356" y="2275890"/>
                  </a:lnTo>
                  <a:lnTo>
                    <a:pt x="2463" y="2269426"/>
                  </a:lnTo>
                  <a:lnTo>
                    <a:pt x="2133" y="2268118"/>
                  </a:lnTo>
                  <a:lnTo>
                    <a:pt x="888" y="2261514"/>
                  </a:lnTo>
                  <a:lnTo>
                    <a:pt x="685" y="2260180"/>
                  </a:lnTo>
                  <a:lnTo>
                    <a:pt x="520" y="2258847"/>
                  </a:lnTo>
                  <a:lnTo>
                    <a:pt x="393" y="2257501"/>
                  </a:lnTo>
                  <a:lnTo>
                    <a:pt x="266" y="2256167"/>
                  </a:lnTo>
                  <a:lnTo>
                    <a:pt x="165" y="2254821"/>
                  </a:lnTo>
                  <a:lnTo>
                    <a:pt x="101" y="2253475"/>
                  </a:lnTo>
                  <a:lnTo>
                    <a:pt x="25" y="2252129"/>
                  </a:lnTo>
                  <a:lnTo>
                    <a:pt x="0" y="2250782"/>
                  </a:lnTo>
                  <a:lnTo>
                    <a:pt x="0" y="2249436"/>
                  </a:lnTo>
                  <a:lnTo>
                    <a:pt x="0" y="82283"/>
                  </a:lnTo>
                  <a:lnTo>
                    <a:pt x="0" y="80937"/>
                  </a:lnTo>
                  <a:lnTo>
                    <a:pt x="25" y="79590"/>
                  </a:lnTo>
                  <a:lnTo>
                    <a:pt x="101" y="78244"/>
                  </a:lnTo>
                  <a:lnTo>
                    <a:pt x="165" y="76898"/>
                  </a:lnTo>
                  <a:lnTo>
                    <a:pt x="888" y="70218"/>
                  </a:lnTo>
                  <a:lnTo>
                    <a:pt x="1079" y="68884"/>
                  </a:lnTo>
                  <a:lnTo>
                    <a:pt x="2463" y="62293"/>
                  </a:lnTo>
                  <a:lnTo>
                    <a:pt x="2793" y="60985"/>
                  </a:lnTo>
                  <a:lnTo>
                    <a:pt x="4813" y="54559"/>
                  </a:lnTo>
                  <a:lnTo>
                    <a:pt x="5257" y="53301"/>
                  </a:lnTo>
                  <a:lnTo>
                    <a:pt x="5740" y="52044"/>
                  </a:lnTo>
                  <a:lnTo>
                    <a:pt x="6261" y="50800"/>
                  </a:lnTo>
                  <a:lnTo>
                    <a:pt x="6781" y="49555"/>
                  </a:lnTo>
                  <a:lnTo>
                    <a:pt x="7327" y="48323"/>
                  </a:lnTo>
                  <a:lnTo>
                    <a:pt x="7899" y="47104"/>
                  </a:lnTo>
                  <a:lnTo>
                    <a:pt x="8470" y="45885"/>
                  </a:lnTo>
                  <a:lnTo>
                    <a:pt x="9080" y="44678"/>
                  </a:lnTo>
                  <a:lnTo>
                    <a:pt x="9715" y="43497"/>
                  </a:lnTo>
                  <a:lnTo>
                    <a:pt x="10350" y="42303"/>
                  </a:lnTo>
                  <a:lnTo>
                    <a:pt x="11010" y="41135"/>
                  </a:lnTo>
                  <a:lnTo>
                    <a:pt x="11709" y="39979"/>
                  </a:lnTo>
                  <a:lnTo>
                    <a:pt x="12395" y="38823"/>
                  </a:lnTo>
                  <a:lnTo>
                    <a:pt x="13119" y="37693"/>
                  </a:lnTo>
                  <a:lnTo>
                    <a:pt x="13868" y="36576"/>
                  </a:lnTo>
                  <a:lnTo>
                    <a:pt x="14617" y="35445"/>
                  </a:lnTo>
                  <a:lnTo>
                    <a:pt x="15392" y="34353"/>
                  </a:lnTo>
                  <a:lnTo>
                    <a:pt x="16192" y="33274"/>
                  </a:lnTo>
                  <a:lnTo>
                    <a:pt x="16992" y="32181"/>
                  </a:lnTo>
                  <a:lnTo>
                    <a:pt x="21310" y="27025"/>
                  </a:lnTo>
                  <a:lnTo>
                    <a:pt x="22212" y="26022"/>
                  </a:lnTo>
                  <a:lnTo>
                    <a:pt x="30086" y="18681"/>
                  </a:lnTo>
                  <a:lnTo>
                    <a:pt x="31127" y="17818"/>
                  </a:lnTo>
                  <a:lnTo>
                    <a:pt x="39979" y="11709"/>
                  </a:lnTo>
                  <a:lnTo>
                    <a:pt x="41135" y="11010"/>
                  </a:lnTo>
                  <a:lnTo>
                    <a:pt x="42303" y="10350"/>
                  </a:lnTo>
                  <a:lnTo>
                    <a:pt x="43497" y="9715"/>
                  </a:lnTo>
                  <a:lnTo>
                    <a:pt x="44678" y="9080"/>
                  </a:lnTo>
                  <a:lnTo>
                    <a:pt x="45885" y="8470"/>
                  </a:lnTo>
                  <a:lnTo>
                    <a:pt x="47104" y="7899"/>
                  </a:lnTo>
                  <a:lnTo>
                    <a:pt x="48323" y="7327"/>
                  </a:lnTo>
                  <a:lnTo>
                    <a:pt x="54559" y="4813"/>
                  </a:lnTo>
                  <a:lnTo>
                    <a:pt x="55829" y="4356"/>
                  </a:lnTo>
                  <a:lnTo>
                    <a:pt x="62293" y="2463"/>
                  </a:lnTo>
                  <a:lnTo>
                    <a:pt x="63601" y="2133"/>
                  </a:lnTo>
                  <a:lnTo>
                    <a:pt x="64909" y="1841"/>
                  </a:lnTo>
                  <a:lnTo>
                    <a:pt x="66230" y="1587"/>
                  </a:lnTo>
                  <a:lnTo>
                    <a:pt x="67551" y="1320"/>
                  </a:lnTo>
                  <a:lnTo>
                    <a:pt x="78244" y="101"/>
                  </a:lnTo>
                  <a:lnTo>
                    <a:pt x="79590" y="38"/>
                  </a:lnTo>
                  <a:lnTo>
                    <a:pt x="80937" y="0"/>
                  </a:lnTo>
                  <a:lnTo>
                    <a:pt x="82283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143500" y="4704588"/>
              <a:ext cx="4046220" cy="466725"/>
            </a:xfrm>
            <a:custGeom>
              <a:avLst/>
              <a:gdLst/>
              <a:ahLst/>
              <a:cxnLst/>
              <a:rect l="l" t="t" r="r" b="b"/>
              <a:pathLst>
                <a:path w="4046220" h="466725">
                  <a:moveTo>
                    <a:pt x="82296" y="0"/>
                  </a:moveTo>
                  <a:lnTo>
                    <a:pt x="42316" y="10350"/>
                  </a:lnTo>
                  <a:lnTo>
                    <a:pt x="9080" y="44691"/>
                  </a:lnTo>
                  <a:lnTo>
                    <a:pt x="0" y="384048"/>
                  </a:lnTo>
                  <a:lnTo>
                    <a:pt x="533" y="393458"/>
                  </a:lnTo>
                  <a:lnTo>
                    <a:pt x="19532" y="437299"/>
                  </a:lnTo>
                  <a:lnTo>
                    <a:pt x="59690" y="463194"/>
                  </a:lnTo>
                  <a:lnTo>
                    <a:pt x="3963924" y="466344"/>
                  </a:lnTo>
                  <a:lnTo>
                    <a:pt x="3973334" y="465810"/>
                  </a:lnTo>
                  <a:lnTo>
                    <a:pt x="4017175" y="446811"/>
                  </a:lnTo>
                  <a:lnTo>
                    <a:pt x="4043070" y="406654"/>
                  </a:lnTo>
                  <a:lnTo>
                    <a:pt x="4046220" y="82296"/>
                  </a:lnTo>
                  <a:lnTo>
                    <a:pt x="4045534" y="71551"/>
                  </a:lnTo>
                  <a:lnTo>
                    <a:pt x="4025811" y="28028"/>
                  </a:lnTo>
                  <a:lnTo>
                    <a:pt x="3986517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143500" y="4937760"/>
              <a:ext cx="4046220" cy="233679"/>
            </a:xfrm>
            <a:custGeom>
              <a:avLst/>
              <a:gdLst/>
              <a:ahLst/>
              <a:cxnLst/>
              <a:rect l="l" t="t" r="r" b="b"/>
              <a:pathLst>
                <a:path w="4046220" h="233679">
                  <a:moveTo>
                    <a:pt x="4046220" y="0"/>
                  </a:moveTo>
                  <a:lnTo>
                    <a:pt x="0" y="0"/>
                  </a:lnTo>
                  <a:lnTo>
                    <a:pt x="0" y="233172"/>
                  </a:lnTo>
                  <a:lnTo>
                    <a:pt x="4046220" y="233172"/>
                  </a:lnTo>
                  <a:lnTo>
                    <a:pt x="4046220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5267959" y="4788463"/>
            <a:ext cx="10668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JOB_PROFILE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95391" y="5594435"/>
            <a:ext cx="1270000" cy="9823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100"/>
              </a:spcBef>
            </a:pPr>
            <a:r>
              <a:rPr dirty="0" sz="1400" b="1">
                <a:solidFill>
                  <a:srgbClr val="D98E3C"/>
                </a:solidFill>
                <a:latin typeface="Calibri"/>
                <a:cs typeface="Calibri"/>
              </a:rPr>
              <a:t>Job_ID</a:t>
            </a:r>
            <a:r>
              <a:rPr dirty="0" sz="1400" spc="-7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D98E3C"/>
                </a:solidFill>
                <a:latin typeface="Calibri"/>
                <a:cs typeface="Calibri"/>
              </a:rPr>
              <a:t>(PK) </a:t>
            </a:r>
            <a:r>
              <a:rPr dirty="0" sz="1400" spc="-10">
                <a:solidFill>
                  <a:srgbClr val="1C7293"/>
                </a:solidFill>
                <a:latin typeface="Calibri"/>
                <a:cs typeface="Calibri"/>
              </a:rPr>
              <a:t>Company_ID</a:t>
            </a:r>
            <a:r>
              <a:rPr dirty="0" sz="1400" spc="-45">
                <a:solidFill>
                  <a:srgbClr val="1C7293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C7293"/>
                </a:solidFill>
                <a:latin typeface="Calibri"/>
                <a:cs typeface="Calibri"/>
              </a:rPr>
              <a:t>(FK) </a:t>
            </a:r>
            <a:r>
              <a:rPr dirty="0" sz="1400" spc="-10">
                <a:solidFill>
                  <a:srgbClr val="1F332F"/>
                </a:solidFill>
                <a:latin typeface="Calibri"/>
                <a:cs typeface="Calibri"/>
              </a:rPr>
              <a:t>Job_Title</a:t>
            </a:r>
            <a:r>
              <a:rPr dirty="0" sz="1400" spc="50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F332F"/>
                </a:solidFill>
                <a:latin typeface="Calibri"/>
                <a:cs typeface="Calibri"/>
              </a:rPr>
              <a:t>Package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9454517" y="4695063"/>
            <a:ext cx="4065270" cy="2350770"/>
            <a:chOff x="9454517" y="4695063"/>
            <a:chExt cx="4065270" cy="2350770"/>
          </a:xfrm>
        </p:grpSpPr>
        <p:sp>
          <p:nvSpPr>
            <p:cNvPr id="48" name="object 48"/>
            <p:cNvSpPr/>
            <p:nvPr/>
          </p:nvSpPr>
          <p:spPr>
            <a:xfrm>
              <a:off x="9464042" y="4704588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19" h="2331720">
                  <a:moveTo>
                    <a:pt x="82283" y="0"/>
                  </a:moveTo>
                  <a:lnTo>
                    <a:pt x="44678" y="9080"/>
                  </a:lnTo>
                  <a:lnTo>
                    <a:pt x="10350" y="42303"/>
                  </a:lnTo>
                  <a:lnTo>
                    <a:pt x="0" y="2249436"/>
                  </a:lnTo>
                  <a:lnTo>
                    <a:pt x="685" y="2260180"/>
                  </a:lnTo>
                  <a:lnTo>
                    <a:pt x="19532" y="2302675"/>
                  </a:lnTo>
                  <a:lnTo>
                    <a:pt x="59690" y="2328570"/>
                  </a:lnTo>
                  <a:lnTo>
                    <a:pt x="3963924" y="2331720"/>
                  </a:lnTo>
                  <a:lnTo>
                    <a:pt x="3973334" y="2331199"/>
                  </a:lnTo>
                  <a:lnTo>
                    <a:pt x="4017175" y="2312187"/>
                  </a:lnTo>
                  <a:lnTo>
                    <a:pt x="4043070" y="2272030"/>
                  </a:lnTo>
                  <a:lnTo>
                    <a:pt x="4046220" y="82283"/>
                  </a:lnTo>
                  <a:lnTo>
                    <a:pt x="4045686" y="72885"/>
                  </a:lnTo>
                  <a:lnTo>
                    <a:pt x="4026687" y="29044"/>
                  </a:lnTo>
                  <a:lnTo>
                    <a:pt x="3986530" y="3149"/>
                  </a:lnTo>
                  <a:lnTo>
                    <a:pt x="82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9464042" y="4704588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19" h="2331720">
                  <a:moveTo>
                    <a:pt x="82283" y="0"/>
                  </a:moveTo>
                  <a:lnTo>
                    <a:pt x="3963924" y="0"/>
                  </a:lnTo>
                  <a:lnTo>
                    <a:pt x="3965282" y="0"/>
                  </a:lnTo>
                  <a:lnTo>
                    <a:pt x="3966629" y="38"/>
                  </a:lnTo>
                  <a:lnTo>
                    <a:pt x="3967962" y="101"/>
                  </a:lnTo>
                  <a:lnTo>
                    <a:pt x="3969308" y="165"/>
                  </a:lnTo>
                  <a:lnTo>
                    <a:pt x="3970655" y="266"/>
                  </a:lnTo>
                  <a:lnTo>
                    <a:pt x="3979976" y="1587"/>
                  </a:lnTo>
                  <a:lnTo>
                    <a:pt x="3981297" y="1841"/>
                  </a:lnTo>
                  <a:lnTo>
                    <a:pt x="3982618" y="2133"/>
                  </a:lnTo>
                  <a:lnTo>
                    <a:pt x="3983926" y="2463"/>
                  </a:lnTo>
                  <a:lnTo>
                    <a:pt x="3985234" y="2794"/>
                  </a:lnTo>
                  <a:lnTo>
                    <a:pt x="3986530" y="3149"/>
                  </a:lnTo>
                  <a:lnTo>
                    <a:pt x="3987812" y="3543"/>
                  </a:lnTo>
                  <a:lnTo>
                    <a:pt x="3989108" y="3937"/>
                  </a:lnTo>
                  <a:lnTo>
                    <a:pt x="3990378" y="4356"/>
                  </a:lnTo>
                  <a:lnTo>
                    <a:pt x="3991648" y="4813"/>
                  </a:lnTo>
                  <a:lnTo>
                    <a:pt x="3992918" y="5257"/>
                  </a:lnTo>
                  <a:lnTo>
                    <a:pt x="3999115" y="7899"/>
                  </a:lnTo>
                  <a:lnTo>
                    <a:pt x="4000334" y="8470"/>
                  </a:lnTo>
                  <a:lnTo>
                    <a:pt x="4006227" y="11709"/>
                  </a:lnTo>
                  <a:lnTo>
                    <a:pt x="4007383" y="12395"/>
                  </a:lnTo>
                  <a:lnTo>
                    <a:pt x="4008526" y="13119"/>
                  </a:lnTo>
                  <a:lnTo>
                    <a:pt x="4009644" y="13868"/>
                  </a:lnTo>
                  <a:lnTo>
                    <a:pt x="4010761" y="14617"/>
                  </a:lnTo>
                  <a:lnTo>
                    <a:pt x="4011866" y="15392"/>
                  </a:lnTo>
                  <a:lnTo>
                    <a:pt x="4012946" y="16192"/>
                  </a:lnTo>
                  <a:lnTo>
                    <a:pt x="4014025" y="16992"/>
                  </a:lnTo>
                  <a:lnTo>
                    <a:pt x="4015092" y="17818"/>
                  </a:lnTo>
                  <a:lnTo>
                    <a:pt x="4016133" y="18681"/>
                  </a:lnTo>
                  <a:lnTo>
                    <a:pt x="4017175" y="19532"/>
                  </a:lnTo>
                  <a:lnTo>
                    <a:pt x="4022115" y="24104"/>
                  </a:lnTo>
                  <a:lnTo>
                    <a:pt x="4023067" y="25057"/>
                  </a:lnTo>
                  <a:lnTo>
                    <a:pt x="4027538" y="30086"/>
                  </a:lnTo>
                  <a:lnTo>
                    <a:pt x="4028401" y="31127"/>
                  </a:lnTo>
                  <a:lnTo>
                    <a:pt x="4029227" y="32181"/>
                  </a:lnTo>
                  <a:lnTo>
                    <a:pt x="4030027" y="33274"/>
                  </a:lnTo>
                  <a:lnTo>
                    <a:pt x="4030827" y="34353"/>
                  </a:lnTo>
                  <a:lnTo>
                    <a:pt x="4031602" y="35445"/>
                  </a:lnTo>
                  <a:lnTo>
                    <a:pt x="4032351" y="36576"/>
                  </a:lnTo>
                  <a:lnTo>
                    <a:pt x="4033100" y="37693"/>
                  </a:lnTo>
                  <a:lnTo>
                    <a:pt x="4033824" y="38823"/>
                  </a:lnTo>
                  <a:lnTo>
                    <a:pt x="4034510" y="39979"/>
                  </a:lnTo>
                  <a:lnTo>
                    <a:pt x="4035209" y="41135"/>
                  </a:lnTo>
                  <a:lnTo>
                    <a:pt x="4035869" y="42303"/>
                  </a:lnTo>
                  <a:lnTo>
                    <a:pt x="4036504" y="43497"/>
                  </a:lnTo>
                  <a:lnTo>
                    <a:pt x="4037139" y="44678"/>
                  </a:lnTo>
                  <a:lnTo>
                    <a:pt x="4039946" y="50800"/>
                  </a:lnTo>
                  <a:lnTo>
                    <a:pt x="4040466" y="52044"/>
                  </a:lnTo>
                  <a:lnTo>
                    <a:pt x="4040962" y="53301"/>
                  </a:lnTo>
                  <a:lnTo>
                    <a:pt x="4041406" y="54559"/>
                  </a:lnTo>
                  <a:lnTo>
                    <a:pt x="4041863" y="55829"/>
                  </a:lnTo>
                  <a:lnTo>
                    <a:pt x="4044632" y="66230"/>
                  </a:lnTo>
                  <a:lnTo>
                    <a:pt x="4044899" y="67551"/>
                  </a:lnTo>
                  <a:lnTo>
                    <a:pt x="4045127" y="68884"/>
                  </a:lnTo>
                  <a:lnTo>
                    <a:pt x="4045318" y="70218"/>
                  </a:lnTo>
                  <a:lnTo>
                    <a:pt x="4045521" y="71539"/>
                  </a:lnTo>
                  <a:lnTo>
                    <a:pt x="4045686" y="72885"/>
                  </a:lnTo>
                  <a:lnTo>
                    <a:pt x="4045813" y="74218"/>
                  </a:lnTo>
                  <a:lnTo>
                    <a:pt x="4045953" y="75565"/>
                  </a:lnTo>
                  <a:lnTo>
                    <a:pt x="4046054" y="76898"/>
                  </a:lnTo>
                  <a:lnTo>
                    <a:pt x="4046118" y="78244"/>
                  </a:lnTo>
                  <a:lnTo>
                    <a:pt x="4046181" y="79590"/>
                  </a:lnTo>
                  <a:lnTo>
                    <a:pt x="4046220" y="80937"/>
                  </a:lnTo>
                  <a:lnTo>
                    <a:pt x="4046220" y="82283"/>
                  </a:lnTo>
                  <a:lnTo>
                    <a:pt x="4046220" y="2249436"/>
                  </a:lnTo>
                  <a:lnTo>
                    <a:pt x="4046220" y="2250782"/>
                  </a:lnTo>
                  <a:lnTo>
                    <a:pt x="4046181" y="2252129"/>
                  </a:lnTo>
                  <a:lnTo>
                    <a:pt x="4046118" y="2253475"/>
                  </a:lnTo>
                  <a:lnTo>
                    <a:pt x="4046054" y="2254821"/>
                  </a:lnTo>
                  <a:lnTo>
                    <a:pt x="4045953" y="2256167"/>
                  </a:lnTo>
                  <a:lnTo>
                    <a:pt x="4045813" y="2257501"/>
                  </a:lnTo>
                  <a:lnTo>
                    <a:pt x="4045686" y="2258847"/>
                  </a:lnTo>
                  <a:lnTo>
                    <a:pt x="4045521" y="2260180"/>
                  </a:lnTo>
                  <a:lnTo>
                    <a:pt x="4045318" y="2261514"/>
                  </a:lnTo>
                  <a:lnTo>
                    <a:pt x="4045127" y="2262835"/>
                  </a:lnTo>
                  <a:lnTo>
                    <a:pt x="4044899" y="2264168"/>
                  </a:lnTo>
                  <a:lnTo>
                    <a:pt x="4044632" y="2265476"/>
                  </a:lnTo>
                  <a:lnTo>
                    <a:pt x="4044378" y="2266797"/>
                  </a:lnTo>
                  <a:lnTo>
                    <a:pt x="4041406" y="2277148"/>
                  </a:lnTo>
                  <a:lnTo>
                    <a:pt x="4040962" y="2278418"/>
                  </a:lnTo>
                  <a:lnTo>
                    <a:pt x="4040466" y="2279675"/>
                  </a:lnTo>
                  <a:lnTo>
                    <a:pt x="4039946" y="2280920"/>
                  </a:lnTo>
                  <a:lnTo>
                    <a:pt x="4039438" y="2282164"/>
                  </a:lnTo>
                  <a:lnTo>
                    <a:pt x="4034510" y="2291740"/>
                  </a:lnTo>
                  <a:lnTo>
                    <a:pt x="4033824" y="2292883"/>
                  </a:lnTo>
                  <a:lnTo>
                    <a:pt x="4030027" y="2298446"/>
                  </a:lnTo>
                  <a:lnTo>
                    <a:pt x="4029227" y="2299538"/>
                  </a:lnTo>
                  <a:lnTo>
                    <a:pt x="4028401" y="2300605"/>
                  </a:lnTo>
                  <a:lnTo>
                    <a:pt x="4027538" y="2301646"/>
                  </a:lnTo>
                  <a:lnTo>
                    <a:pt x="4026687" y="2302675"/>
                  </a:lnTo>
                  <a:lnTo>
                    <a:pt x="4016133" y="2313038"/>
                  </a:lnTo>
                  <a:lnTo>
                    <a:pt x="4015092" y="2313901"/>
                  </a:lnTo>
                  <a:lnTo>
                    <a:pt x="4014025" y="2314727"/>
                  </a:lnTo>
                  <a:lnTo>
                    <a:pt x="4012946" y="2315527"/>
                  </a:lnTo>
                  <a:lnTo>
                    <a:pt x="4011866" y="2316327"/>
                  </a:lnTo>
                  <a:lnTo>
                    <a:pt x="4010761" y="2317102"/>
                  </a:lnTo>
                  <a:lnTo>
                    <a:pt x="4009644" y="2317851"/>
                  </a:lnTo>
                  <a:lnTo>
                    <a:pt x="4008526" y="2318600"/>
                  </a:lnTo>
                  <a:lnTo>
                    <a:pt x="4007383" y="2319324"/>
                  </a:lnTo>
                  <a:lnTo>
                    <a:pt x="4006227" y="2320010"/>
                  </a:lnTo>
                  <a:lnTo>
                    <a:pt x="4005072" y="2320709"/>
                  </a:lnTo>
                  <a:lnTo>
                    <a:pt x="3995420" y="2325458"/>
                  </a:lnTo>
                  <a:lnTo>
                    <a:pt x="3994175" y="2325979"/>
                  </a:lnTo>
                  <a:lnTo>
                    <a:pt x="3992918" y="2326462"/>
                  </a:lnTo>
                  <a:lnTo>
                    <a:pt x="3991648" y="2326906"/>
                  </a:lnTo>
                  <a:lnTo>
                    <a:pt x="3990378" y="2327363"/>
                  </a:lnTo>
                  <a:lnTo>
                    <a:pt x="3989108" y="2327783"/>
                  </a:lnTo>
                  <a:lnTo>
                    <a:pt x="3987812" y="2328176"/>
                  </a:lnTo>
                  <a:lnTo>
                    <a:pt x="3986530" y="2328570"/>
                  </a:lnTo>
                  <a:lnTo>
                    <a:pt x="3979976" y="2330132"/>
                  </a:lnTo>
                  <a:lnTo>
                    <a:pt x="3978656" y="2330399"/>
                  </a:lnTo>
                  <a:lnTo>
                    <a:pt x="3977335" y="2330627"/>
                  </a:lnTo>
                  <a:lnTo>
                    <a:pt x="3976014" y="2330818"/>
                  </a:lnTo>
                  <a:lnTo>
                    <a:pt x="3974680" y="2331034"/>
                  </a:lnTo>
                  <a:lnTo>
                    <a:pt x="3973334" y="2331199"/>
                  </a:lnTo>
                  <a:lnTo>
                    <a:pt x="3972001" y="2331313"/>
                  </a:lnTo>
                  <a:lnTo>
                    <a:pt x="3970655" y="2331453"/>
                  </a:lnTo>
                  <a:lnTo>
                    <a:pt x="3969308" y="2331554"/>
                  </a:lnTo>
                  <a:lnTo>
                    <a:pt x="3967962" y="2331618"/>
                  </a:lnTo>
                  <a:lnTo>
                    <a:pt x="3966629" y="2331694"/>
                  </a:lnTo>
                  <a:lnTo>
                    <a:pt x="3965282" y="2331720"/>
                  </a:lnTo>
                  <a:lnTo>
                    <a:pt x="3963924" y="2331720"/>
                  </a:lnTo>
                  <a:lnTo>
                    <a:pt x="82283" y="2331720"/>
                  </a:lnTo>
                  <a:lnTo>
                    <a:pt x="80937" y="2331720"/>
                  </a:lnTo>
                  <a:lnTo>
                    <a:pt x="79590" y="2331694"/>
                  </a:lnTo>
                  <a:lnTo>
                    <a:pt x="78244" y="2331618"/>
                  </a:lnTo>
                  <a:lnTo>
                    <a:pt x="76898" y="2331554"/>
                  </a:lnTo>
                  <a:lnTo>
                    <a:pt x="75552" y="2331453"/>
                  </a:lnTo>
                  <a:lnTo>
                    <a:pt x="74218" y="2331313"/>
                  </a:lnTo>
                  <a:lnTo>
                    <a:pt x="72872" y="2331199"/>
                  </a:lnTo>
                  <a:lnTo>
                    <a:pt x="71539" y="2331034"/>
                  </a:lnTo>
                  <a:lnTo>
                    <a:pt x="70205" y="2330818"/>
                  </a:lnTo>
                  <a:lnTo>
                    <a:pt x="68872" y="2330627"/>
                  </a:lnTo>
                  <a:lnTo>
                    <a:pt x="67551" y="2330399"/>
                  </a:lnTo>
                  <a:lnTo>
                    <a:pt x="66230" y="2330132"/>
                  </a:lnTo>
                  <a:lnTo>
                    <a:pt x="64909" y="2329878"/>
                  </a:lnTo>
                  <a:lnTo>
                    <a:pt x="54559" y="2326906"/>
                  </a:lnTo>
                  <a:lnTo>
                    <a:pt x="53289" y="2326462"/>
                  </a:lnTo>
                  <a:lnTo>
                    <a:pt x="52031" y="2325979"/>
                  </a:lnTo>
                  <a:lnTo>
                    <a:pt x="50800" y="2325458"/>
                  </a:lnTo>
                  <a:lnTo>
                    <a:pt x="49555" y="2324938"/>
                  </a:lnTo>
                  <a:lnTo>
                    <a:pt x="43497" y="2322004"/>
                  </a:lnTo>
                  <a:lnTo>
                    <a:pt x="42303" y="2321369"/>
                  </a:lnTo>
                  <a:lnTo>
                    <a:pt x="41135" y="2320709"/>
                  </a:lnTo>
                  <a:lnTo>
                    <a:pt x="39979" y="2320010"/>
                  </a:lnTo>
                  <a:lnTo>
                    <a:pt x="38823" y="2319324"/>
                  </a:lnTo>
                  <a:lnTo>
                    <a:pt x="33261" y="2315527"/>
                  </a:lnTo>
                  <a:lnTo>
                    <a:pt x="32181" y="2314727"/>
                  </a:lnTo>
                  <a:lnTo>
                    <a:pt x="31127" y="2313901"/>
                  </a:lnTo>
                  <a:lnTo>
                    <a:pt x="30086" y="2313038"/>
                  </a:lnTo>
                  <a:lnTo>
                    <a:pt x="29044" y="2312187"/>
                  </a:lnTo>
                  <a:lnTo>
                    <a:pt x="16192" y="2298446"/>
                  </a:lnTo>
                  <a:lnTo>
                    <a:pt x="15392" y="2297366"/>
                  </a:lnTo>
                  <a:lnTo>
                    <a:pt x="11709" y="2291740"/>
                  </a:lnTo>
                  <a:lnTo>
                    <a:pt x="11010" y="2290584"/>
                  </a:lnTo>
                  <a:lnTo>
                    <a:pt x="7899" y="2284615"/>
                  </a:lnTo>
                  <a:lnTo>
                    <a:pt x="7315" y="2283396"/>
                  </a:lnTo>
                  <a:lnTo>
                    <a:pt x="6781" y="2282164"/>
                  </a:lnTo>
                  <a:lnTo>
                    <a:pt x="6261" y="2280920"/>
                  </a:lnTo>
                  <a:lnTo>
                    <a:pt x="5740" y="2279675"/>
                  </a:lnTo>
                  <a:lnTo>
                    <a:pt x="2463" y="2269426"/>
                  </a:lnTo>
                  <a:lnTo>
                    <a:pt x="2133" y="2268118"/>
                  </a:lnTo>
                  <a:lnTo>
                    <a:pt x="889" y="2261514"/>
                  </a:lnTo>
                  <a:lnTo>
                    <a:pt x="685" y="2260180"/>
                  </a:lnTo>
                  <a:lnTo>
                    <a:pt x="520" y="2258847"/>
                  </a:lnTo>
                  <a:lnTo>
                    <a:pt x="393" y="2257501"/>
                  </a:lnTo>
                  <a:lnTo>
                    <a:pt x="266" y="2256167"/>
                  </a:lnTo>
                  <a:lnTo>
                    <a:pt x="165" y="2254821"/>
                  </a:lnTo>
                  <a:lnTo>
                    <a:pt x="101" y="2253475"/>
                  </a:lnTo>
                  <a:lnTo>
                    <a:pt x="25" y="2252129"/>
                  </a:lnTo>
                  <a:lnTo>
                    <a:pt x="0" y="2250782"/>
                  </a:lnTo>
                  <a:lnTo>
                    <a:pt x="0" y="2249436"/>
                  </a:lnTo>
                  <a:lnTo>
                    <a:pt x="0" y="82283"/>
                  </a:lnTo>
                  <a:lnTo>
                    <a:pt x="0" y="80937"/>
                  </a:lnTo>
                  <a:lnTo>
                    <a:pt x="25" y="79590"/>
                  </a:lnTo>
                  <a:lnTo>
                    <a:pt x="101" y="78244"/>
                  </a:lnTo>
                  <a:lnTo>
                    <a:pt x="165" y="76898"/>
                  </a:lnTo>
                  <a:lnTo>
                    <a:pt x="889" y="70218"/>
                  </a:lnTo>
                  <a:lnTo>
                    <a:pt x="1079" y="68884"/>
                  </a:lnTo>
                  <a:lnTo>
                    <a:pt x="2463" y="62293"/>
                  </a:lnTo>
                  <a:lnTo>
                    <a:pt x="2794" y="60985"/>
                  </a:lnTo>
                  <a:lnTo>
                    <a:pt x="6261" y="50800"/>
                  </a:lnTo>
                  <a:lnTo>
                    <a:pt x="6781" y="49555"/>
                  </a:lnTo>
                  <a:lnTo>
                    <a:pt x="7315" y="48323"/>
                  </a:lnTo>
                  <a:lnTo>
                    <a:pt x="7899" y="47104"/>
                  </a:lnTo>
                  <a:lnTo>
                    <a:pt x="8470" y="45885"/>
                  </a:lnTo>
                  <a:lnTo>
                    <a:pt x="9080" y="44678"/>
                  </a:lnTo>
                  <a:lnTo>
                    <a:pt x="9715" y="43497"/>
                  </a:lnTo>
                  <a:lnTo>
                    <a:pt x="10350" y="42303"/>
                  </a:lnTo>
                  <a:lnTo>
                    <a:pt x="11010" y="41135"/>
                  </a:lnTo>
                  <a:lnTo>
                    <a:pt x="11709" y="39979"/>
                  </a:lnTo>
                  <a:lnTo>
                    <a:pt x="12395" y="38823"/>
                  </a:lnTo>
                  <a:lnTo>
                    <a:pt x="13119" y="37693"/>
                  </a:lnTo>
                  <a:lnTo>
                    <a:pt x="13868" y="36576"/>
                  </a:lnTo>
                  <a:lnTo>
                    <a:pt x="14617" y="35445"/>
                  </a:lnTo>
                  <a:lnTo>
                    <a:pt x="15392" y="34353"/>
                  </a:lnTo>
                  <a:lnTo>
                    <a:pt x="16192" y="33274"/>
                  </a:lnTo>
                  <a:lnTo>
                    <a:pt x="16992" y="32181"/>
                  </a:lnTo>
                  <a:lnTo>
                    <a:pt x="21310" y="27025"/>
                  </a:lnTo>
                  <a:lnTo>
                    <a:pt x="22212" y="26022"/>
                  </a:lnTo>
                  <a:lnTo>
                    <a:pt x="30086" y="18681"/>
                  </a:lnTo>
                  <a:lnTo>
                    <a:pt x="31127" y="17818"/>
                  </a:lnTo>
                  <a:lnTo>
                    <a:pt x="39979" y="11709"/>
                  </a:lnTo>
                  <a:lnTo>
                    <a:pt x="41135" y="11010"/>
                  </a:lnTo>
                  <a:lnTo>
                    <a:pt x="42303" y="10350"/>
                  </a:lnTo>
                  <a:lnTo>
                    <a:pt x="43497" y="9715"/>
                  </a:lnTo>
                  <a:lnTo>
                    <a:pt x="44678" y="9080"/>
                  </a:lnTo>
                  <a:lnTo>
                    <a:pt x="45885" y="8470"/>
                  </a:lnTo>
                  <a:lnTo>
                    <a:pt x="47104" y="7899"/>
                  </a:lnTo>
                  <a:lnTo>
                    <a:pt x="48323" y="7327"/>
                  </a:lnTo>
                  <a:lnTo>
                    <a:pt x="54559" y="4813"/>
                  </a:lnTo>
                  <a:lnTo>
                    <a:pt x="55829" y="4356"/>
                  </a:lnTo>
                  <a:lnTo>
                    <a:pt x="62293" y="2463"/>
                  </a:lnTo>
                  <a:lnTo>
                    <a:pt x="63601" y="2133"/>
                  </a:lnTo>
                  <a:lnTo>
                    <a:pt x="64909" y="1841"/>
                  </a:lnTo>
                  <a:lnTo>
                    <a:pt x="66230" y="1587"/>
                  </a:lnTo>
                  <a:lnTo>
                    <a:pt x="67551" y="1320"/>
                  </a:lnTo>
                  <a:lnTo>
                    <a:pt x="78244" y="101"/>
                  </a:lnTo>
                  <a:lnTo>
                    <a:pt x="79590" y="38"/>
                  </a:lnTo>
                  <a:lnTo>
                    <a:pt x="80937" y="0"/>
                  </a:lnTo>
                  <a:lnTo>
                    <a:pt x="82283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9464038" y="4704588"/>
              <a:ext cx="4046220" cy="466725"/>
            </a:xfrm>
            <a:custGeom>
              <a:avLst/>
              <a:gdLst/>
              <a:ahLst/>
              <a:cxnLst/>
              <a:rect l="l" t="t" r="r" b="b"/>
              <a:pathLst>
                <a:path w="4046219" h="466725">
                  <a:moveTo>
                    <a:pt x="82296" y="0"/>
                  </a:moveTo>
                  <a:lnTo>
                    <a:pt x="42316" y="10350"/>
                  </a:lnTo>
                  <a:lnTo>
                    <a:pt x="9080" y="44691"/>
                  </a:lnTo>
                  <a:lnTo>
                    <a:pt x="0" y="384048"/>
                  </a:lnTo>
                  <a:lnTo>
                    <a:pt x="533" y="393458"/>
                  </a:lnTo>
                  <a:lnTo>
                    <a:pt x="19532" y="437299"/>
                  </a:lnTo>
                  <a:lnTo>
                    <a:pt x="59690" y="463194"/>
                  </a:lnTo>
                  <a:lnTo>
                    <a:pt x="3963924" y="466344"/>
                  </a:lnTo>
                  <a:lnTo>
                    <a:pt x="3973334" y="465810"/>
                  </a:lnTo>
                  <a:lnTo>
                    <a:pt x="4017175" y="446811"/>
                  </a:lnTo>
                  <a:lnTo>
                    <a:pt x="4043070" y="406654"/>
                  </a:lnTo>
                  <a:lnTo>
                    <a:pt x="4046220" y="82296"/>
                  </a:lnTo>
                  <a:lnTo>
                    <a:pt x="4045534" y="71551"/>
                  </a:lnTo>
                  <a:lnTo>
                    <a:pt x="4026687" y="29044"/>
                  </a:lnTo>
                  <a:lnTo>
                    <a:pt x="3986517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9464039" y="4937760"/>
              <a:ext cx="4046220" cy="233679"/>
            </a:xfrm>
            <a:custGeom>
              <a:avLst/>
              <a:gdLst/>
              <a:ahLst/>
              <a:cxnLst/>
              <a:rect l="l" t="t" r="r" b="b"/>
              <a:pathLst>
                <a:path w="4046219" h="233679">
                  <a:moveTo>
                    <a:pt x="4046220" y="0"/>
                  </a:moveTo>
                  <a:lnTo>
                    <a:pt x="0" y="0"/>
                  </a:lnTo>
                  <a:lnTo>
                    <a:pt x="0" y="233172"/>
                  </a:lnTo>
                  <a:lnTo>
                    <a:pt x="4046220" y="233172"/>
                  </a:lnTo>
                  <a:lnTo>
                    <a:pt x="4046220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9588500" y="4788463"/>
            <a:ext cx="15728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PLACEMENT_DRIVE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615931" y="5714050"/>
            <a:ext cx="1007744" cy="743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D98E3C"/>
                </a:solidFill>
                <a:latin typeface="Calibri"/>
                <a:cs typeface="Calibri"/>
              </a:rPr>
              <a:t>Drive_ID</a:t>
            </a:r>
            <a:r>
              <a:rPr dirty="0" sz="1400" spc="-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D98E3C"/>
                </a:solidFill>
                <a:latin typeface="Calibri"/>
                <a:cs typeface="Calibri"/>
              </a:rPr>
              <a:t>(PK) </a:t>
            </a:r>
            <a:r>
              <a:rPr dirty="0" sz="1400">
                <a:solidFill>
                  <a:srgbClr val="1C7293"/>
                </a:solidFill>
                <a:latin typeface="Calibri"/>
                <a:cs typeface="Calibri"/>
              </a:rPr>
              <a:t>Job_ID</a:t>
            </a:r>
            <a:r>
              <a:rPr dirty="0" sz="1400" spc="-70">
                <a:solidFill>
                  <a:srgbClr val="1C7293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C7293"/>
                </a:solidFill>
                <a:latin typeface="Calibri"/>
                <a:cs typeface="Calibri"/>
              </a:rPr>
              <a:t>(FK) </a:t>
            </a:r>
            <a:r>
              <a:rPr dirty="0" sz="1400" spc="-10">
                <a:solidFill>
                  <a:srgbClr val="1F332F"/>
                </a:solidFill>
                <a:latin typeface="Calibri"/>
                <a:cs typeface="Calibri"/>
              </a:rPr>
              <a:t>Drive_Date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3775056" y="4695063"/>
            <a:ext cx="4065270" cy="2350770"/>
            <a:chOff x="13775056" y="4695063"/>
            <a:chExt cx="4065270" cy="2350770"/>
          </a:xfrm>
        </p:grpSpPr>
        <p:sp>
          <p:nvSpPr>
            <p:cNvPr id="55" name="object 55"/>
            <p:cNvSpPr/>
            <p:nvPr/>
          </p:nvSpPr>
          <p:spPr>
            <a:xfrm>
              <a:off x="13784581" y="4704588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19" h="2331720">
                  <a:moveTo>
                    <a:pt x="82283" y="0"/>
                  </a:moveTo>
                  <a:lnTo>
                    <a:pt x="44678" y="9080"/>
                  </a:lnTo>
                  <a:lnTo>
                    <a:pt x="10350" y="42303"/>
                  </a:lnTo>
                  <a:lnTo>
                    <a:pt x="0" y="2249436"/>
                  </a:lnTo>
                  <a:lnTo>
                    <a:pt x="1079" y="2262835"/>
                  </a:lnTo>
                  <a:lnTo>
                    <a:pt x="19532" y="2302675"/>
                  </a:lnTo>
                  <a:lnTo>
                    <a:pt x="59690" y="2328570"/>
                  </a:lnTo>
                  <a:lnTo>
                    <a:pt x="3963924" y="2331720"/>
                  </a:lnTo>
                  <a:lnTo>
                    <a:pt x="3973334" y="2331199"/>
                  </a:lnTo>
                  <a:lnTo>
                    <a:pt x="4017175" y="2312187"/>
                  </a:lnTo>
                  <a:lnTo>
                    <a:pt x="4043070" y="2272030"/>
                  </a:lnTo>
                  <a:lnTo>
                    <a:pt x="4046220" y="82283"/>
                  </a:lnTo>
                  <a:lnTo>
                    <a:pt x="4045686" y="72885"/>
                  </a:lnTo>
                  <a:lnTo>
                    <a:pt x="4026687" y="29044"/>
                  </a:lnTo>
                  <a:lnTo>
                    <a:pt x="3986530" y="3149"/>
                  </a:lnTo>
                  <a:lnTo>
                    <a:pt x="82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3784581" y="4704588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19" h="2331720">
                  <a:moveTo>
                    <a:pt x="82283" y="0"/>
                  </a:moveTo>
                  <a:lnTo>
                    <a:pt x="3963924" y="0"/>
                  </a:lnTo>
                  <a:lnTo>
                    <a:pt x="3965282" y="0"/>
                  </a:lnTo>
                  <a:lnTo>
                    <a:pt x="3966629" y="38"/>
                  </a:lnTo>
                  <a:lnTo>
                    <a:pt x="3967962" y="101"/>
                  </a:lnTo>
                  <a:lnTo>
                    <a:pt x="3969308" y="165"/>
                  </a:lnTo>
                  <a:lnTo>
                    <a:pt x="3970655" y="266"/>
                  </a:lnTo>
                  <a:lnTo>
                    <a:pt x="3979976" y="1587"/>
                  </a:lnTo>
                  <a:lnTo>
                    <a:pt x="3981297" y="1841"/>
                  </a:lnTo>
                  <a:lnTo>
                    <a:pt x="3982618" y="2133"/>
                  </a:lnTo>
                  <a:lnTo>
                    <a:pt x="3983926" y="2463"/>
                  </a:lnTo>
                  <a:lnTo>
                    <a:pt x="3985234" y="2794"/>
                  </a:lnTo>
                  <a:lnTo>
                    <a:pt x="3986530" y="3149"/>
                  </a:lnTo>
                  <a:lnTo>
                    <a:pt x="3987812" y="3543"/>
                  </a:lnTo>
                  <a:lnTo>
                    <a:pt x="3989108" y="3937"/>
                  </a:lnTo>
                  <a:lnTo>
                    <a:pt x="3990378" y="4356"/>
                  </a:lnTo>
                  <a:lnTo>
                    <a:pt x="3991648" y="4813"/>
                  </a:lnTo>
                  <a:lnTo>
                    <a:pt x="3992918" y="5257"/>
                  </a:lnTo>
                  <a:lnTo>
                    <a:pt x="3999115" y="7899"/>
                  </a:lnTo>
                  <a:lnTo>
                    <a:pt x="4000334" y="8470"/>
                  </a:lnTo>
                  <a:lnTo>
                    <a:pt x="4006227" y="11709"/>
                  </a:lnTo>
                  <a:lnTo>
                    <a:pt x="4007383" y="12395"/>
                  </a:lnTo>
                  <a:lnTo>
                    <a:pt x="4008526" y="13119"/>
                  </a:lnTo>
                  <a:lnTo>
                    <a:pt x="4009644" y="13868"/>
                  </a:lnTo>
                  <a:lnTo>
                    <a:pt x="4010761" y="14617"/>
                  </a:lnTo>
                  <a:lnTo>
                    <a:pt x="4011866" y="15392"/>
                  </a:lnTo>
                  <a:lnTo>
                    <a:pt x="4012946" y="16192"/>
                  </a:lnTo>
                  <a:lnTo>
                    <a:pt x="4014025" y="16992"/>
                  </a:lnTo>
                  <a:lnTo>
                    <a:pt x="4015092" y="17818"/>
                  </a:lnTo>
                  <a:lnTo>
                    <a:pt x="4016133" y="18681"/>
                  </a:lnTo>
                  <a:lnTo>
                    <a:pt x="4017175" y="19532"/>
                  </a:lnTo>
                  <a:lnTo>
                    <a:pt x="4022115" y="24104"/>
                  </a:lnTo>
                  <a:lnTo>
                    <a:pt x="4023067" y="25057"/>
                  </a:lnTo>
                  <a:lnTo>
                    <a:pt x="4027538" y="30086"/>
                  </a:lnTo>
                  <a:lnTo>
                    <a:pt x="4028401" y="31127"/>
                  </a:lnTo>
                  <a:lnTo>
                    <a:pt x="4029227" y="32181"/>
                  </a:lnTo>
                  <a:lnTo>
                    <a:pt x="4030027" y="33274"/>
                  </a:lnTo>
                  <a:lnTo>
                    <a:pt x="4030827" y="34353"/>
                  </a:lnTo>
                  <a:lnTo>
                    <a:pt x="4031602" y="35445"/>
                  </a:lnTo>
                  <a:lnTo>
                    <a:pt x="4032351" y="36576"/>
                  </a:lnTo>
                  <a:lnTo>
                    <a:pt x="4033100" y="37693"/>
                  </a:lnTo>
                  <a:lnTo>
                    <a:pt x="4033824" y="38823"/>
                  </a:lnTo>
                  <a:lnTo>
                    <a:pt x="4034510" y="39979"/>
                  </a:lnTo>
                  <a:lnTo>
                    <a:pt x="4035209" y="41135"/>
                  </a:lnTo>
                  <a:lnTo>
                    <a:pt x="4035869" y="42303"/>
                  </a:lnTo>
                  <a:lnTo>
                    <a:pt x="4036504" y="43497"/>
                  </a:lnTo>
                  <a:lnTo>
                    <a:pt x="4037139" y="44678"/>
                  </a:lnTo>
                  <a:lnTo>
                    <a:pt x="4039946" y="50800"/>
                  </a:lnTo>
                  <a:lnTo>
                    <a:pt x="4040466" y="52044"/>
                  </a:lnTo>
                  <a:lnTo>
                    <a:pt x="4040962" y="53301"/>
                  </a:lnTo>
                  <a:lnTo>
                    <a:pt x="4041406" y="54559"/>
                  </a:lnTo>
                  <a:lnTo>
                    <a:pt x="4041863" y="55829"/>
                  </a:lnTo>
                  <a:lnTo>
                    <a:pt x="4044632" y="66230"/>
                  </a:lnTo>
                  <a:lnTo>
                    <a:pt x="4044899" y="67551"/>
                  </a:lnTo>
                  <a:lnTo>
                    <a:pt x="4045127" y="68884"/>
                  </a:lnTo>
                  <a:lnTo>
                    <a:pt x="4045318" y="70218"/>
                  </a:lnTo>
                  <a:lnTo>
                    <a:pt x="4045521" y="71539"/>
                  </a:lnTo>
                  <a:lnTo>
                    <a:pt x="4045686" y="72885"/>
                  </a:lnTo>
                  <a:lnTo>
                    <a:pt x="4045813" y="74218"/>
                  </a:lnTo>
                  <a:lnTo>
                    <a:pt x="4045953" y="75565"/>
                  </a:lnTo>
                  <a:lnTo>
                    <a:pt x="4046054" y="76898"/>
                  </a:lnTo>
                  <a:lnTo>
                    <a:pt x="4046118" y="78244"/>
                  </a:lnTo>
                  <a:lnTo>
                    <a:pt x="4046181" y="79590"/>
                  </a:lnTo>
                  <a:lnTo>
                    <a:pt x="4046220" y="80937"/>
                  </a:lnTo>
                  <a:lnTo>
                    <a:pt x="4046220" y="82283"/>
                  </a:lnTo>
                  <a:lnTo>
                    <a:pt x="4046220" y="2249436"/>
                  </a:lnTo>
                  <a:lnTo>
                    <a:pt x="4046220" y="2250782"/>
                  </a:lnTo>
                  <a:lnTo>
                    <a:pt x="4046181" y="2252129"/>
                  </a:lnTo>
                  <a:lnTo>
                    <a:pt x="4046118" y="2253475"/>
                  </a:lnTo>
                  <a:lnTo>
                    <a:pt x="4046054" y="2254821"/>
                  </a:lnTo>
                  <a:lnTo>
                    <a:pt x="4045953" y="2256167"/>
                  </a:lnTo>
                  <a:lnTo>
                    <a:pt x="4045813" y="2257501"/>
                  </a:lnTo>
                  <a:lnTo>
                    <a:pt x="4045686" y="2258847"/>
                  </a:lnTo>
                  <a:lnTo>
                    <a:pt x="4045521" y="2260180"/>
                  </a:lnTo>
                  <a:lnTo>
                    <a:pt x="4045318" y="2261514"/>
                  </a:lnTo>
                  <a:lnTo>
                    <a:pt x="4045127" y="2262835"/>
                  </a:lnTo>
                  <a:lnTo>
                    <a:pt x="4044899" y="2264168"/>
                  </a:lnTo>
                  <a:lnTo>
                    <a:pt x="4044632" y="2265476"/>
                  </a:lnTo>
                  <a:lnTo>
                    <a:pt x="4044378" y="2266797"/>
                  </a:lnTo>
                  <a:lnTo>
                    <a:pt x="4041406" y="2277148"/>
                  </a:lnTo>
                  <a:lnTo>
                    <a:pt x="4040962" y="2278418"/>
                  </a:lnTo>
                  <a:lnTo>
                    <a:pt x="4040466" y="2279675"/>
                  </a:lnTo>
                  <a:lnTo>
                    <a:pt x="4039946" y="2280920"/>
                  </a:lnTo>
                  <a:lnTo>
                    <a:pt x="4039438" y="2282164"/>
                  </a:lnTo>
                  <a:lnTo>
                    <a:pt x="4034510" y="2291740"/>
                  </a:lnTo>
                  <a:lnTo>
                    <a:pt x="4033824" y="2292883"/>
                  </a:lnTo>
                  <a:lnTo>
                    <a:pt x="4030027" y="2298446"/>
                  </a:lnTo>
                  <a:lnTo>
                    <a:pt x="4029227" y="2299538"/>
                  </a:lnTo>
                  <a:lnTo>
                    <a:pt x="4028401" y="2300605"/>
                  </a:lnTo>
                  <a:lnTo>
                    <a:pt x="4027538" y="2301646"/>
                  </a:lnTo>
                  <a:lnTo>
                    <a:pt x="4026687" y="2302675"/>
                  </a:lnTo>
                  <a:lnTo>
                    <a:pt x="4016133" y="2313038"/>
                  </a:lnTo>
                  <a:lnTo>
                    <a:pt x="4015092" y="2313901"/>
                  </a:lnTo>
                  <a:lnTo>
                    <a:pt x="4014025" y="2314727"/>
                  </a:lnTo>
                  <a:lnTo>
                    <a:pt x="4012946" y="2315527"/>
                  </a:lnTo>
                  <a:lnTo>
                    <a:pt x="4011866" y="2316327"/>
                  </a:lnTo>
                  <a:lnTo>
                    <a:pt x="4010761" y="2317102"/>
                  </a:lnTo>
                  <a:lnTo>
                    <a:pt x="4009644" y="2317851"/>
                  </a:lnTo>
                  <a:lnTo>
                    <a:pt x="4008526" y="2318600"/>
                  </a:lnTo>
                  <a:lnTo>
                    <a:pt x="4007383" y="2319324"/>
                  </a:lnTo>
                  <a:lnTo>
                    <a:pt x="4006227" y="2320010"/>
                  </a:lnTo>
                  <a:lnTo>
                    <a:pt x="4005072" y="2320709"/>
                  </a:lnTo>
                  <a:lnTo>
                    <a:pt x="3995420" y="2325458"/>
                  </a:lnTo>
                  <a:lnTo>
                    <a:pt x="3994175" y="2325979"/>
                  </a:lnTo>
                  <a:lnTo>
                    <a:pt x="3992918" y="2326462"/>
                  </a:lnTo>
                  <a:lnTo>
                    <a:pt x="3991648" y="2326906"/>
                  </a:lnTo>
                  <a:lnTo>
                    <a:pt x="3990378" y="2327363"/>
                  </a:lnTo>
                  <a:lnTo>
                    <a:pt x="3989108" y="2327783"/>
                  </a:lnTo>
                  <a:lnTo>
                    <a:pt x="3987812" y="2328176"/>
                  </a:lnTo>
                  <a:lnTo>
                    <a:pt x="3986530" y="2328570"/>
                  </a:lnTo>
                  <a:lnTo>
                    <a:pt x="3979976" y="2330132"/>
                  </a:lnTo>
                  <a:lnTo>
                    <a:pt x="3978656" y="2330399"/>
                  </a:lnTo>
                  <a:lnTo>
                    <a:pt x="3977335" y="2330627"/>
                  </a:lnTo>
                  <a:lnTo>
                    <a:pt x="3976014" y="2330818"/>
                  </a:lnTo>
                  <a:lnTo>
                    <a:pt x="3974680" y="2331034"/>
                  </a:lnTo>
                  <a:lnTo>
                    <a:pt x="3973334" y="2331199"/>
                  </a:lnTo>
                  <a:lnTo>
                    <a:pt x="3972001" y="2331313"/>
                  </a:lnTo>
                  <a:lnTo>
                    <a:pt x="3970655" y="2331453"/>
                  </a:lnTo>
                  <a:lnTo>
                    <a:pt x="3969308" y="2331554"/>
                  </a:lnTo>
                  <a:lnTo>
                    <a:pt x="3967962" y="2331618"/>
                  </a:lnTo>
                  <a:lnTo>
                    <a:pt x="3966629" y="2331694"/>
                  </a:lnTo>
                  <a:lnTo>
                    <a:pt x="3965282" y="2331720"/>
                  </a:lnTo>
                  <a:lnTo>
                    <a:pt x="3963924" y="2331720"/>
                  </a:lnTo>
                  <a:lnTo>
                    <a:pt x="82283" y="2331720"/>
                  </a:lnTo>
                  <a:lnTo>
                    <a:pt x="80937" y="2331720"/>
                  </a:lnTo>
                  <a:lnTo>
                    <a:pt x="79590" y="2331694"/>
                  </a:lnTo>
                  <a:lnTo>
                    <a:pt x="78244" y="2331618"/>
                  </a:lnTo>
                  <a:lnTo>
                    <a:pt x="76898" y="2331554"/>
                  </a:lnTo>
                  <a:lnTo>
                    <a:pt x="75552" y="2331453"/>
                  </a:lnTo>
                  <a:lnTo>
                    <a:pt x="74218" y="2331313"/>
                  </a:lnTo>
                  <a:lnTo>
                    <a:pt x="72872" y="2331199"/>
                  </a:lnTo>
                  <a:lnTo>
                    <a:pt x="71539" y="2331034"/>
                  </a:lnTo>
                  <a:lnTo>
                    <a:pt x="70205" y="2330818"/>
                  </a:lnTo>
                  <a:lnTo>
                    <a:pt x="68872" y="2330627"/>
                  </a:lnTo>
                  <a:lnTo>
                    <a:pt x="67551" y="2330399"/>
                  </a:lnTo>
                  <a:lnTo>
                    <a:pt x="66230" y="2330132"/>
                  </a:lnTo>
                  <a:lnTo>
                    <a:pt x="64909" y="2329878"/>
                  </a:lnTo>
                  <a:lnTo>
                    <a:pt x="54559" y="2326906"/>
                  </a:lnTo>
                  <a:lnTo>
                    <a:pt x="53289" y="2326462"/>
                  </a:lnTo>
                  <a:lnTo>
                    <a:pt x="52031" y="2325979"/>
                  </a:lnTo>
                  <a:lnTo>
                    <a:pt x="50800" y="2325458"/>
                  </a:lnTo>
                  <a:lnTo>
                    <a:pt x="49542" y="2324938"/>
                  </a:lnTo>
                  <a:lnTo>
                    <a:pt x="43497" y="2322004"/>
                  </a:lnTo>
                  <a:lnTo>
                    <a:pt x="42303" y="2321369"/>
                  </a:lnTo>
                  <a:lnTo>
                    <a:pt x="41135" y="2320709"/>
                  </a:lnTo>
                  <a:lnTo>
                    <a:pt x="39979" y="2320010"/>
                  </a:lnTo>
                  <a:lnTo>
                    <a:pt x="38823" y="2319324"/>
                  </a:lnTo>
                  <a:lnTo>
                    <a:pt x="33261" y="2315527"/>
                  </a:lnTo>
                  <a:lnTo>
                    <a:pt x="32181" y="2314727"/>
                  </a:lnTo>
                  <a:lnTo>
                    <a:pt x="31127" y="2313901"/>
                  </a:lnTo>
                  <a:lnTo>
                    <a:pt x="30086" y="2313038"/>
                  </a:lnTo>
                  <a:lnTo>
                    <a:pt x="29044" y="2312187"/>
                  </a:lnTo>
                  <a:lnTo>
                    <a:pt x="16192" y="2298446"/>
                  </a:lnTo>
                  <a:lnTo>
                    <a:pt x="15392" y="2297366"/>
                  </a:lnTo>
                  <a:lnTo>
                    <a:pt x="11709" y="2291740"/>
                  </a:lnTo>
                  <a:lnTo>
                    <a:pt x="11010" y="2290584"/>
                  </a:lnTo>
                  <a:lnTo>
                    <a:pt x="7899" y="2284615"/>
                  </a:lnTo>
                  <a:lnTo>
                    <a:pt x="7327" y="2283396"/>
                  </a:lnTo>
                  <a:lnTo>
                    <a:pt x="6781" y="2282164"/>
                  </a:lnTo>
                  <a:lnTo>
                    <a:pt x="6261" y="2280920"/>
                  </a:lnTo>
                  <a:lnTo>
                    <a:pt x="5740" y="2279675"/>
                  </a:lnTo>
                  <a:lnTo>
                    <a:pt x="5257" y="2278418"/>
                  </a:lnTo>
                  <a:lnTo>
                    <a:pt x="4813" y="2277148"/>
                  </a:lnTo>
                  <a:lnTo>
                    <a:pt x="4356" y="2275890"/>
                  </a:lnTo>
                  <a:lnTo>
                    <a:pt x="2463" y="2269426"/>
                  </a:lnTo>
                  <a:lnTo>
                    <a:pt x="2133" y="2268118"/>
                  </a:lnTo>
                  <a:lnTo>
                    <a:pt x="889" y="2261514"/>
                  </a:lnTo>
                  <a:lnTo>
                    <a:pt x="685" y="2260180"/>
                  </a:lnTo>
                  <a:lnTo>
                    <a:pt x="520" y="2258847"/>
                  </a:lnTo>
                  <a:lnTo>
                    <a:pt x="393" y="2257501"/>
                  </a:lnTo>
                  <a:lnTo>
                    <a:pt x="266" y="2256167"/>
                  </a:lnTo>
                  <a:lnTo>
                    <a:pt x="165" y="2254821"/>
                  </a:lnTo>
                  <a:lnTo>
                    <a:pt x="101" y="2253475"/>
                  </a:lnTo>
                  <a:lnTo>
                    <a:pt x="25" y="2252129"/>
                  </a:lnTo>
                  <a:lnTo>
                    <a:pt x="0" y="2250782"/>
                  </a:lnTo>
                  <a:lnTo>
                    <a:pt x="0" y="2249436"/>
                  </a:lnTo>
                  <a:lnTo>
                    <a:pt x="0" y="82283"/>
                  </a:lnTo>
                  <a:lnTo>
                    <a:pt x="0" y="80937"/>
                  </a:lnTo>
                  <a:lnTo>
                    <a:pt x="25" y="79590"/>
                  </a:lnTo>
                  <a:lnTo>
                    <a:pt x="101" y="78244"/>
                  </a:lnTo>
                  <a:lnTo>
                    <a:pt x="165" y="76898"/>
                  </a:lnTo>
                  <a:lnTo>
                    <a:pt x="889" y="70218"/>
                  </a:lnTo>
                  <a:lnTo>
                    <a:pt x="1079" y="68884"/>
                  </a:lnTo>
                  <a:lnTo>
                    <a:pt x="2463" y="62293"/>
                  </a:lnTo>
                  <a:lnTo>
                    <a:pt x="2794" y="60985"/>
                  </a:lnTo>
                  <a:lnTo>
                    <a:pt x="4813" y="54559"/>
                  </a:lnTo>
                  <a:lnTo>
                    <a:pt x="5257" y="53301"/>
                  </a:lnTo>
                  <a:lnTo>
                    <a:pt x="5740" y="52044"/>
                  </a:lnTo>
                  <a:lnTo>
                    <a:pt x="6261" y="50800"/>
                  </a:lnTo>
                  <a:lnTo>
                    <a:pt x="6781" y="49555"/>
                  </a:lnTo>
                  <a:lnTo>
                    <a:pt x="7327" y="48323"/>
                  </a:lnTo>
                  <a:lnTo>
                    <a:pt x="7899" y="47104"/>
                  </a:lnTo>
                  <a:lnTo>
                    <a:pt x="8470" y="45885"/>
                  </a:lnTo>
                  <a:lnTo>
                    <a:pt x="9080" y="44678"/>
                  </a:lnTo>
                  <a:lnTo>
                    <a:pt x="9715" y="43497"/>
                  </a:lnTo>
                  <a:lnTo>
                    <a:pt x="10350" y="42303"/>
                  </a:lnTo>
                  <a:lnTo>
                    <a:pt x="11010" y="41135"/>
                  </a:lnTo>
                  <a:lnTo>
                    <a:pt x="11709" y="39979"/>
                  </a:lnTo>
                  <a:lnTo>
                    <a:pt x="12395" y="38823"/>
                  </a:lnTo>
                  <a:lnTo>
                    <a:pt x="13119" y="37693"/>
                  </a:lnTo>
                  <a:lnTo>
                    <a:pt x="13868" y="36576"/>
                  </a:lnTo>
                  <a:lnTo>
                    <a:pt x="14617" y="35445"/>
                  </a:lnTo>
                  <a:lnTo>
                    <a:pt x="15392" y="34353"/>
                  </a:lnTo>
                  <a:lnTo>
                    <a:pt x="16192" y="33274"/>
                  </a:lnTo>
                  <a:lnTo>
                    <a:pt x="16992" y="32181"/>
                  </a:lnTo>
                  <a:lnTo>
                    <a:pt x="21310" y="27025"/>
                  </a:lnTo>
                  <a:lnTo>
                    <a:pt x="22212" y="26022"/>
                  </a:lnTo>
                  <a:lnTo>
                    <a:pt x="30086" y="18681"/>
                  </a:lnTo>
                  <a:lnTo>
                    <a:pt x="31127" y="17818"/>
                  </a:lnTo>
                  <a:lnTo>
                    <a:pt x="39979" y="11709"/>
                  </a:lnTo>
                  <a:lnTo>
                    <a:pt x="41135" y="11010"/>
                  </a:lnTo>
                  <a:lnTo>
                    <a:pt x="42303" y="10350"/>
                  </a:lnTo>
                  <a:lnTo>
                    <a:pt x="43497" y="9715"/>
                  </a:lnTo>
                  <a:lnTo>
                    <a:pt x="44678" y="9080"/>
                  </a:lnTo>
                  <a:lnTo>
                    <a:pt x="45885" y="8470"/>
                  </a:lnTo>
                  <a:lnTo>
                    <a:pt x="47104" y="7899"/>
                  </a:lnTo>
                  <a:lnTo>
                    <a:pt x="48323" y="7327"/>
                  </a:lnTo>
                  <a:lnTo>
                    <a:pt x="54559" y="4813"/>
                  </a:lnTo>
                  <a:lnTo>
                    <a:pt x="55829" y="4356"/>
                  </a:lnTo>
                  <a:lnTo>
                    <a:pt x="62293" y="2463"/>
                  </a:lnTo>
                  <a:lnTo>
                    <a:pt x="63601" y="2133"/>
                  </a:lnTo>
                  <a:lnTo>
                    <a:pt x="64909" y="1841"/>
                  </a:lnTo>
                  <a:lnTo>
                    <a:pt x="66230" y="1587"/>
                  </a:lnTo>
                  <a:lnTo>
                    <a:pt x="67551" y="1320"/>
                  </a:lnTo>
                  <a:lnTo>
                    <a:pt x="78244" y="101"/>
                  </a:lnTo>
                  <a:lnTo>
                    <a:pt x="79590" y="38"/>
                  </a:lnTo>
                  <a:lnTo>
                    <a:pt x="80937" y="0"/>
                  </a:lnTo>
                  <a:lnTo>
                    <a:pt x="82283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3784578" y="4704588"/>
              <a:ext cx="4046220" cy="466725"/>
            </a:xfrm>
            <a:custGeom>
              <a:avLst/>
              <a:gdLst/>
              <a:ahLst/>
              <a:cxnLst/>
              <a:rect l="l" t="t" r="r" b="b"/>
              <a:pathLst>
                <a:path w="4046219" h="466725">
                  <a:moveTo>
                    <a:pt x="82296" y="0"/>
                  </a:moveTo>
                  <a:lnTo>
                    <a:pt x="42316" y="10350"/>
                  </a:lnTo>
                  <a:lnTo>
                    <a:pt x="9080" y="44691"/>
                  </a:lnTo>
                  <a:lnTo>
                    <a:pt x="0" y="384048"/>
                  </a:lnTo>
                  <a:lnTo>
                    <a:pt x="533" y="393458"/>
                  </a:lnTo>
                  <a:lnTo>
                    <a:pt x="19532" y="437299"/>
                  </a:lnTo>
                  <a:lnTo>
                    <a:pt x="59690" y="463194"/>
                  </a:lnTo>
                  <a:lnTo>
                    <a:pt x="3963924" y="466344"/>
                  </a:lnTo>
                  <a:lnTo>
                    <a:pt x="3973334" y="465810"/>
                  </a:lnTo>
                  <a:lnTo>
                    <a:pt x="4017175" y="446811"/>
                  </a:lnTo>
                  <a:lnTo>
                    <a:pt x="4043070" y="406654"/>
                  </a:lnTo>
                  <a:lnTo>
                    <a:pt x="4046220" y="82296"/>
                  </a:lnTo>
                  <a:lnTo>
                    <a:pt x="4045534" y="71551"/>
                  </a:lnTo>
                  <a:lnTo>
                    <a:pt x="4026687" y="29044"/>
                  </a:lnTo>
                  <a:lnTo>
                    <a:pt x="3986517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3784579" y="4937760"/>
              <a:ext cx="4046220" cy="233679"/>
            </a:xfrm>
            <a:custGeom>
              <a:avLst/>
              <a:gdLst/>
              <a:ahLst/>
              <a:cxnLst/>
              <a:rect l="l" t="t" r="r" b="b"/>
              <a:pathLst>
                <a:path w="4046219" h="233679">
                  <a:moveTo>
                    <a:pt x="4046219" y="0"/>
                  </a:moveTo>
                  <a:lnTo>
                    <a:pt x="0" y="0"/>
                  </a:lnTo>
                  <a:lnTo>
                    <a:pt x="0" y="233172"/>
                  </a:lnTo>
                  <a:lnTo>
                    <a:pt x="4046219" y="233172"/>
                  </a:lnTo>
                  <a:lnTo>
                    <a:pt x="4046219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13909039" y="4788463"/>
            <a:ext cx="17189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ELIGIBILITY_CRITERIA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3936471" y="5594435"/>
            <a:ext cx="1508760" cy="9823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D98E3C"/>
                </a:solidFill>
                <a:latin typeface="Calibri"/>
                <a:cs typeface="Calibri"/>
              </a:rPr>
              <a:t>Eligibility_ID</a:t>
            </a:r>
            <a:r>
              <a:rPr dirty="0" sz="1400" spc="-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D98E3C"/>
                </a:solidFill>
                <a:latin typeface="Calibri"/>
                <a:cs typeface="Calibri"/>
              </a:rPr>
              <a:t>(PK) </a:t>
            </a:r>
            <a:r>
              <a:rPr dirty="0" sz="1400" spc="-10">
                <a:solidFill>
                  <a:srgbClr val="1C7293"/>
                </a:solidFill>
                <a:latin typeface="Calibri"/>
                <a:cs typeface="Calibri"/>
              </a:rPr>
              <a:t>Drive_ID</a:t>
            </a:r>
            <a:r>
              <a:rPr dirty="0" sz="1400" spc="-5">
                <a:solidFill>
                  <a:srgbClr val="1C7293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C7293"/>
                </a:solidFill>
                <a:latin typeface="Calibri"/>
                <a:cs typeface="Calibri"/>
              </a:rPr>
              <a:t>(FK) </a:t>
            </a:r>
            <a:r>
              <a:rPr dirty="0" sz="1400" spc="-10">
                <a:solidFill>
                  <a:srgbClr val="1F332F"/>
                </a:solidFill>
                <a:latin typeface="Calibri"/>
                <a:cs typeface="Calibri"/>
              </a:rPr>
              <a:t>Minimum_CGPA Eligible_Department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813438" y="7273670"/>
            <a:ext cx="4065270" cy="2350770"/>
            <a:chOff x="813438" y="7273670"/>
            <a:chExt cx="4065270" cy="2350770"/>
          </a:xfrm>
        </p:grpSpPr>
        <p:sp>
          <p:nvSpPr>
            <p:cNvPr id="62" name="object 62"/>
            <p:cNvSpPr/>
            <p:nvPr/>
          </p:nvSpPr>
          <p:spPr>
            <a:xfrm>
              <a:off x="822963" y="7283195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20" h="2331720">
                  <a:moveTo>
                    <a:pt x="82283" y="0"/>
                  </a:moveTo>
                  <a:lnTo>
                    <a:pt x="44678" y="9080"/>
                  </a:lnTo>
                  <a:lnTo>
                    <a:pt x="10350" y="42303"/>
                  </a:lnTo>
                  <a:lnTo>
                    <a:pt x="0" y="2249436"/>
                  </a:lnTo>
                  <a:lnTo>
                    <a:pt x="1079" y="2262835"/>
                  </a:lnTo>
                  <a:lnTo>
                    <a:pt x="19532" y="2302675"/>
                  </a:lnTo>
                  <a:lnTo>
                    <a:pt x="59689" y="2328570"/>
                  </a:lnTo>
                  <a:lnTo>
                    <a:pt x="3963936" y="2331719"/>
                  </a:lnTo>
                  <a:lnTo>
                    <a:pt x="3973334" y="2331199"/>
                  </a:lnTo>
                  <a:lnTo>
                    <a:pt x="4017175" y="2312187"/>
                  </a:lnTo>
                  <a:lnTo>
                    <a:pt x="4043070" y="2272029"/>
                  </a:lnTo>
                  <a:lnTo>
                    <a:pt x="4046219" y="82283"/>
                  </a:lnTo>
                  <a:lnTo>
                    <a:pt x="4045686" y="72885"/>
                  </a:lnTo>
                  <a:lnTo>
                    <a:pt x="4026687" y="29044"/>
                  </a:lnTo>
                  <a:lnTo>
                    <a:pt x="3986529" y="3149"/>
                  </a:lnTo>
                  <a:lnTo>
                    <a:pt x="82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822963" y="7283195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20" h="2331720">
                  <a:moveTo>
                    <a:pt x="82283" y="0"/>
                  </a:moveTo>
                  <a:lnTo>
                    <a:pt x="3963936" y="0"/>
                  </a:lnTo>
                  <a:lnTo>
                    <a:pt x="3965270" y="0"/>
                  </a:lnTo>
                  <a:lnTo>
                    <a:pt x="3966629" y="38"/>
                  </a:lnTo>
                  <a:lnTo>
                    <a:pt x="3983926" y="2463"/>
                  </a:lnTo>
                  <a:lnTo>
                    <a:pt x="3985234" y="2793"/>
                  </a:lnTo>
                  <a:lnTo>
                    <a:pt x="3991648" y="4813"/>
                  </a:lnTo>
                  <a:lnTo>
                    <a:pt x="3992918" y="5257"/>
                  </a:lnTo>
                  <a:lnTo>
                    <a:pt x="3999115" y="7899"/>
                  </a:lnTo>
                  <a:lnTo>
                    <a:pt x="4000334" y="8470"/>
                  </a:lnTo>
                  <a:lnTo>
                    <a:pt x="4001528" y="9080"/>
                  </a:lnTo>
                  <a:lnTo>
                    <a:pt x="4002709" y="9715"/>
                  </a:lnTo>
                  <a:lnTo>
                    <a:pt x="4003903" y="10350"/>
                  </a:lnTo>
                  <a:lnTo>
                    <a:pt x="4005071" y="11010"/>
                  </a:lnTo>
                  <a:lnTo>
                    <a:pt x="4006227" y="11709"/>
                  </a:lnTo>
                  <a:lnTo>
                    <a:pt x="4007383" y="12395"/>
                  </a:lnTo>
                  <a:lnTo>
                    <a:pt x="4012945" y="16192"/>
                  </a:lnTo>
                  <a:lnTo>
                    <a:pt x="4014025" y="16992"/>
                  </a:lnTo>
                  <a:lnTo>
                    <a:pt x="4015092" y="17818"/>
                  </a:lnTo>
                  <a:lnTo>
                    <a:pt x="4016133" y="18681"/>
                  </a:lnTo>
                  <a:lnTo>
                    <a:pt x="4017175" y="19532"/>
                  </a:lnTo>
                  <a:lnTo>
                    <a:pt x="4022115" y="24104"/>
                  </a:lnTo>
                  <a:lnTo>
                    <a:pt x="4023067" y="25057"/>
                  </a:lnTo>
                  <a:lnTo>
                    <a:pt x="4027538" y="30086"/>
                  </a:lnTo>
                  <a:lnTo>
                    <a:pt x="4028401" y="31127"/>
                  </a:lnTo>
                  <a:lnTo>
                    <a:pt x="4029227" y="32181"/>
                  </a:lnTo>
                  <a:lnTo>
                    <a:pt x="4030027" y="33273"/>
                  </a:lnTo>
                  <a:lnTo>
                    <a:pt x="4030827" y="34353"/>
                  </a:lnTo>
                  <a:lnTo>
                    <a:pt x="4031602" y="35445"/>
                  </a:lnTo>
                  <a:lnTo>
                    <a:pt x="4032351" y="36575"/>
                  </a:lnTo>
                  <a:lnTo>
                    <a:pt x="4033100" y="37693"/>
                  </a:lnTo>
                  <a:lnTo>
                    <a:pt x="4033824" y="38823"/>
                  </a:lnTo>
                  <a:lnTo>
                    <a:pt x="4034510" y="39979"/>
                  </a:lnTo>
                  <a:lnTo>
                    <a:pt x="4035209" y="41135"/>
                  </a:lnTo>
                  <a:lnTo>
                    <a:pt x="4035869" y="42303"/>
                  </a:lnTo>
                  <a:lnTo>
                    <a:pt x="4036504" y="43497"/>
                  </a:lnTo>
                  <a:lnTo>
                    <a:pt x="4037139" y="44678"/>
                  </a:lnTo>
                  <a:lnTo>
                    <a:pt x="4039946" y="50799"/>
                  </a:lnTo>
                  <a:lnTo>
                    <a:pt x="4040466" y="52044"/>
                  </a:lnTo>
                  <a:lnTo>
                    <a:pt x="4040962" y="53301"/>
                  </a:lnTo>
                  <a:lnTo>
                    <a:pt x="4041406" y="54559"/>
                  </a:lnTo>
                  <a:lnTo>
                    <a:pt x="4041863" y="55829"/>
                  </a:lnTo>
                  <a:lnTo>
                    <a:pt x="4044632" y="66230"/>
                  </a:lnTo>
                  <a:lnTo>
                    <a:pt x="4044899" y="67551"/>
                  </a:lnTo>
                  <a:lnTo>
                    <a:pt x="4045127" y="68884"/>
                  </a:lnTo>
                  <a:lnTo>
                    <a:pt x="4045318" y="70218"/>
                  </a:lnTo>
                  <a:lnTo>
                    <a:pt x="4045521" y="71539"/>
                  </a:lnTo>
                  <a:lnTo>
                    <a:pt x="4045686" y="72885"/>
                  </a:lnTo>
                  <a:lnTo>
                    <a:pt x="4045813" y="74218"/>
                  </a:lnTo>
                  <a:lnTo>
                    <a:pt x="4045953" y="75564"/>
                  </a:lnTo>
                  <a:lnTo>
                    <a:pt x="4046054" y="76898"/>
                  </a:lnTo>
                  <a:lnTo>
                    <a:pt x="4046118" y="78244"/>
                  </a:lnTo>
                  <a:lnTo>
                    <a:pt x="4046181" y="79590"/>
                  </a:lnTo>
                  <a:lnTo>
                    <a:pt x="4046219" y="80937"/>
                  </a:lnTo>
                  <a:lnTo>
                    <a:pt x="4046219" y="82283"/>
                  </a:lnTo>
                  <a:lnTo>
                    <a:pt x="4046219" y="2249436"/>
                  </a:lnTo>
                  <a:lnTo>
                    <a:pt x="4046219" y="2250782"/>
                  </a:lnTo>
                  <a:lnTo>
                    <a:pt x="4046181" y="2252129"/>
                  </a:lnTo>
                  <a:lnTo>
                    <a:pt x="4046118" y="2253475"/>
                  </a:lnTo>
                  <a:lnTo>
                    <a:pt x="4046054" y="2254821"/>
                  </a:lnTo>
                  <a:lnTo>
                    <a:pt x="4045953" y="2256167"/>
                  </a:lnTo>
                  <a:lnTo>
                    <a:pt x="4045813" y="2257501"/>
                  </a:lnTo>
                  <a:lnTo>
                    <a:pt x="4045686" y="2258834"/>
                  </a:lnTo>
                  <a:lnTo>
                    <a:pt x="4045521" y="2260180"/>
                  </a:lnTo>
                  <a:lnTo>
                    <a:pt x="4045318" y="2261514"/>
                  </a:lnTo>
                  <a:lnTo>
                    <a:pt x="4045127" y="2262835"/>
                  </a:lnTo>
                  <a:lnTo>
                    <a:pt x="4044899" y="2264168"/>
                  </a:lnTo>
                  <a:lnTo>
                    <a:pt x="4044632" y="2265476"/>
                  </a:lnTo>
                  <a:lnTo>
                    <a:pt x="4044378" y="2266797"/>
                  </a:lnTo>
                  <a:lnTo>
                    <a:pt x="4041406" y="2277148"/>
                  </a:lnTo>
                  <a:lnTo>
                    <a:pt x="4040962" y="2278418"/>
                  </a:lnTo>
                  <a:lnTo>
                    <a:pt x="4040466" y="2279675"/>
                  </a:lnTo>
                  <a:lnTo>
                    <a:pt x="4039946" y="2280919"/>
                  </a:lnTo>
                  <a:lnTo>
                    <a:pt x="4039438" y="2282164"/>
                  </a:lnTo>
                  <a:lnTo>
                    <a:pt x="4034510" y="2291740"/>
                  </a:lnTo>
                  <a:lnTo>
                    <a:pt x="4033824" y="2292883"/>
                  </a:lnTo>
                  <a:lnTo>
                    <a:pt x="4030027" y="2298445"/>
                  </a:lnTo>
                  <a:lnTo>
                    <a:pt x="4029227" y="2299538"/>
                  </a:lnTo>
                  <a:lnTo>
                    <a:pt x="4028401" y="2300604"/>
                  </a:lnTo>
                  <a:lnTo>
                    <a:pt x="4027538" y="2301646"/>
                  </a:lnTo>
                  <a:lnTo>
                    <a:pt x="4026687" y="2302675"/>
                  </a:lnTo>
                  <a:lnTo>
                    <a:pt x="4022115" y="2307615"/>
                  </a:lnTo>
                  <a:lnTo>
                    <a:pt x="4021162" y="2308567"/>
                  </a:lnTo>
                  <a:lnTo>
                    <a:pt x="4020197" y="2309494"/>
                  </a:lnTo>
                  <a:lnTo>
                    <a:pt x="4019194" y="2310396"/>
                  </a:lnTo>
                  <a:lnTo>
                    <a:pt x="4018191" y="2311298"/>
                  </a:lnTo>
                  <a:lnTo>
                    <a:pt x="4017175" y="2312187"/>
                  </a:lnTo>
                  <a:lnTo>
                    <a:pt x="4016133" y="2313038"/>
                  </a:lnTo>
                  <a:lnTo>
                    <a:pt x="4015092" y="2313901"/>
                  </a:lnTo>
                  <a:lnTo>
                    <a:pt x="4014025" y="2314727"/>
                  </a:lnTo>
                  <a:lnTo>
                    <a:pt x="4012945" y="2315527"/>
                  </a:lnTo>
                  <a:lnTo>
                    <a:pt x="4011866" y="2316327"/>
                  </a:lnTo>
                  <a:lnTo>
                    <a:pt x="4006227" y="2320010"/>
                  </a:lnTo>
                  <a:lnTo>
                    <a:pt x="4005071" y="2320709"/>
                  </a:lnTo>
                  <a:lnTo>
                    <a:pt x="4003903" y="2321369"/>
                  </a:lnTo>
                  <a:lnTo>
                    <a:pt x="4002709" y="2322004"/>
                  </a:lnTo>
                  <a:lnTo>
                    <a:pt x="4001528" y="2322639"/>
                  </a:lnTo>
                  <a:lnTo>
                    <a:pt x="3995419" y="2325458"/>
                  </a:lnTo>
                  <a:lnTo>
                    <a:pt x="3994175" y="2325979"/>
                  </a:lnTo>
                  <a:lnTo>
                    <a:pt x="3992918" y="2326462"/>
                  </a:lnTo>
                  <a:lnTo>
                    <a:pt x="3991648" y="2326906"/>
                  </a:lnTo>
                  <a:lnTo>
                    <a:pt x="3990378" y="2327363"/>
                  </a:lnTo>
                  <a:lnTo>
                    <a:pt x="3979976" y="2330132"/>
                  </a:lnTo>
                  <a:lnTo>
                    <a:pt x="3978655" y="2330399"/>
                  </a:lnTo>
                  <a:lnTo>
                    <a:pt x="3977335" y="2330627"/>
                  </a:lnTo>
                  <a:lnTo>
                    <a:pt x="3976014" y="2330818"/>
                  </a:lnTo>
                  <a:lnTo>
                    <a:pt x="3974668" y="2331034"/>
                  </a:lnTo>
                  <a:lnTo>
                    <a:pt x="3973334" y="2331199"/>
                  </a:lnTo>
                  <a:lnTo>
                    <a:pt x="3972001" y="2331313"/>
                  </a:lnTo>
                  <a:lnTo>
                    <a:pt x="3970654" y="2331453"/>
                  </a:lnTo>
                  <a:lnTo>
                    <a:pt x="3969308" y="2331554"/>
                  </a:lnTo>
                  <a:lnTo>
                    <a:pt x="3967975" y="2331618"/>
                  </a:lnTo>
                  <a:lnTo>
                    <a:pt x="3966629" y="2331694"/>
                  </a:lnTo>
                  <a:lnTo>
                    <a:pt x="3965270" y="2331719"/>
                  </a:lnTo>
                  <a:lnTo>
                    <a:pt x="3963936" y="2331719"/>
                  </a:lnTo>
                  <a:lnTo>
                    <a:pt x="82283" y="2331719"/>
                  </a:lnTo>
                  <a:lnTo>
                    <a:pt x="80937" y="2331719"/>
                  </a:lnTo>
                  <a:lnTo>
                    <a:pt x="79590" y="2331694"/>
                  </a:lnTo>
                  <a:lnTo>
                    <a:pt x="78244" y="2331618"/>
                  </a:lnTo>
                  <a:lnTo>
                    <a:pt x="76898" y="2331554"/>
                  </a:lnTo>
                  <a:lnTo>
                    <a:pt x="75552" y="2331453"/>
                  </a:lnTo>
                  <a:lnTo>
                    <a:pt x="74218" y="2331313"/>
                  </a:lnTo>
                  <a:lnTo>
                    <a:pt x="72872" y="2331199"/>
                  </a:lnTo>
                  <a:lnTo>
                    <a:pt x="71539" y="2331034"/>
                  </a:lnTo>
                  <a:lnTo>
                    <a:pt x="70205" y="2330818"/>
                  </a:lnTo>
                  <a:lnTo>
                    <a:pt x="68872" y="2330627"/>
                  </a:lnTo>
                  <a:lnTo>
                    <a:pt x="67551" y="2330399"/>
                  </a:lnTo>
                  <a:lnTo>
                    <a:pt x="66230" y="2330132"/>
                  </a:lnTo>
                  <a:lnTo>
                    <a:pt x="64909" y="2329878"/>
                  </a:lnTo>
                  <a:lnTo>
                    <a:pt x="54559" y="2326906"/>
                  </a:lnTo>
                  <a:lnTo>
                    <a:pt x="53289" y="2326462"/>
                  </a:lnTo>
                  <a:lnTo>
                    <a:pt x="43497" y="2322004"/>
                  </a:lnTo>
                  <a:lnTo>
                    <a:pt x="42303" y="2321369"/>
                  </a:lnTo>
                  <a:lnTo>
                    <a:pt x="41135" y="2320709"/>
                  </a:lnTo>
                  <a:lnTo>
                    <a:pt x="39979" y="2320010"/>
                  </a:lnTo>
                  <a:lnTo>
                    <a:pt x="38823" y="2319324"/>
                  </a:lnTo>
                  <a:lnTo>
                    <a:pt x="33261" y="2315527"/>
                  </a:lnTo>
                  <a:lnTo>
                    <a:pt x="32181" y="2314727"/>
                  </a:lnTo>
                  <a:lnTo>
                    <a:pt x="31127" y="2313901"/>
                  </a:lnTo>
                  <a:lnTo>
                    <a:pt x="30086" y="2313038"/>
                  </a:lnTo>
                  <a:lnTo>
                    <a:pt x="29044" y="2312187"/>
                  </a:lnTo>
                  <a:lnTo>
                    <a:pt x="28016" y="2311298"/>
                  </a:lnTo>
                  <a:lnTo>
                    <a:pt x="27025" y="2310396"/>
                  </a:lnTo>
                  <a:lnTo>
                    <a:pt x="26022" y="2309494"/>
                  </a:lnTo>
                  <a:lnTo>
                    <a:pt x="16192" y="2298445"/>
                  </a:lnTo>
                  <a:lnTo>
                    <a:pt x="15392" y="2297366"/>
                  </a:lnTo>
                  <a:lnTo>
                    <a:pt x="11709" y="2291740"/>
                  </a:lnTo>
                  <a:lnTo>
                    <a:pt x="11010" y="2290584"/>
                  </a:lnTo>
                  <a:lnTo>
                    <a:pt x="7899" y="2284615"/>
                  </a:lnTo>
                  <a:lnTo>
                    <a:pt x="7315" y="2283396"/>
                  </a:lnTo>
                  <a:lnTo>
                    <a:pt x="6781" y="2282164"/>
                  </a:lnTo>
                  <a:lnTo>
                    <a:pt x="6261" y="2280919"/>
                  </a:lnTo>
                  <a:lnTo>
                    <a:pt x="5740" y="2279675"/>
                  </a:lnTo>
                  <a:lnTo>
                    <a:pt x="5257" y="2278418"/>
                  </a:lnTo>
                  <a:lnTo>
                    <a:pt x="4813" y="2277148"/>
                  </a:lnTo>
                  <a:lnTo>
                    <a:pt x="4356" y="2275890"/>
                  </a:lnTo>
                  <a:lnTo>
                    <a:pt x="2463" y="2269426"/>
                  </a:lnTo>
                  <a:lnTo>
                    <a:pt x="2133" y="2268118"/>
                  </a:lnTo>
                  <a:lnTo>
                    <a:pt x="888" y="2261514"/>
                  </a:lnTo>
                  <a:lnTo>
                    <a:pt x="685" y="2260180"/>
                  </a:lnTo>
                  <a:lnTo>
                    <a:pt x="101" y="2253475"/>
                  </a:lnTo>
                  <a:lnTo>
                    <a:pt x="25" y="2252129"/>
                  </a:lnTo>
                  <a:lnTo>
                    <a:pt x="0" y="2250782"/>
                  </a:lnTo>
                  <a:lnTo>
                    <a:pt x="0" y="2249436"/>
                  </a:lnTo>
                  <a:lnTo>
                    <a:pt x="0" y="82283"/>
                  </a:lnTo>
                  <a:lnTo>
                    <a:pt x="0" y="80937"/>
                  </a:lnTo>
                  <a:lnTo>
                    <a:pt x="25" y="79590"/>
                  </a:lnTo>
                  <a:lnTo>
                    <a:pt x="101" y="78244"/>
                  </a:lnTo>
                  <a:lnTo>
                    <a:pt x="165" y="76898"/>
                  </a:lnTo>
                  <a:lnTo>
                    <a:pt x="888" y="70218"/>
                  </a:lnTo>
                  <a:lnTo>
                    <a:pt x="1079" y="68884"/>
                  </a:lnTo>
                  <a:lnTo>
                    <a:pt x="2463" y="62293"/>
                  </a:lnTo>
                  <a:lnTo>
                    <a:pt x="2793" y="60985"/>
                  </a:lnTo>
                  <a:lnTo>
                    <a:pt x="4813" y="54559"/>
                  </a:lnTo>
                  <a:lnTo>
                    <a:pt x="5257" y="53301"/>
                  </a:lnTo>
                  <a:lnTo>
                    <a:pt x="5740" y="52044"/>
                  </a:lnTo>
                  <a:lnTo>
                    <a:pt x="6261" y="50799"/>
                  </a:lnTo>
                  <a:lnTo>
                    <a:pt x="6781" y="49555"/>
                  </a:lnTo>
                  <a:lnTo>
                    <a:pt x="7315" y="48323"/>
                  </a:lnTo>
                  <a:lnTo>
                    <a:pt x="7899" y="47104"/>
                  </a:lnTo>
                  <a:lnTo>
                    <a:pt x="8470" y="45885"/>
                  </a:lnTo>
                  <a:lnTo>
                    <a:pt x="9080" y="44678"/>
                  </a:lnTo>
                  <a:lnTo>
                    <a:pt x="9715" y="43497"/>
                  </a:lnTo>
                  <a:lnTo>
                    <a:pt x="10350" y="42303"/>
                  </a:lnTo>
                  <a:lnTo>
                    <a:pt x="11010" y="41135"/>
                  </a:lnTo>
                  <a:lnTo>
                    <a:pt x="11709" y="39979"/>
                  </a:lnTo>
                  <a:lnTo>
                    <a:pt x="12395" y="38823"/>
                  </a:lnTo>
                  <a:lnTo>
                    <a:pt x="13119" y="37693"/>
                  </a:lnTo>
                  <a:lnTo>
                    <a:pt x="13868" y="36575"/>
                  </a:lnTo>
                  <a:lnTo>
                    <a:pt x="14617" y="35445"/>
                  </a:lnTo>
                  <a:lnTo>
                    <a:pt x="15392" y="34353"/>
                  </a:lnTo>
                  <a:lnTo>
                    <a:pt x="16192" y="33273"/>
                  </a:lnTo>
                  <a:lnTo>
                    <a:pt x="16992" y="32181"/>
                  </a:lnTo>
                  <a:lnTo>
                    <a:pt x="21310" y="27025"/>
                  </a:lnTo>
                  <a:lnTo>
                    <a:pt x="22212" y="26022"/>
                  </a:lnTo>
                  <a:lnTo>
                    <a:pt x="30086" y="18681"/>
                  </a:lnTo>
                  <a:lnTo>
                    <a:pt x="31127" y="17818"/>
                  </a:lnTo>
                  <a:lnTo>
                    <a:pt x="39979" y="11709"/>
                  </a:lnTo>
                  <a:lnTo>
                    <a:pt x="41135" y="11010"/>
                  </a:lnTo>
                  <a:lnTo>
                    <a:pt x="42303" y="10350"/>
                  </a:lnTo>
                  <a:lnTo>
                    <a:pt x="43497" y="9715"/>
                  </a:lnTo>
                  <a:lnTo>
                    <a:pt x="44678" y="9080"/>
                  </a:lnTo>
                  <a:lnTo>
                    <a:pt x="45885" y="8470"/>
                  </a:lnTo>
                  <a:lnTo>
                    <a:pt x="47104" y="7899"/>
                  </a:lnTo>
                  <a:lnTo>
                    <a:pt x="48323" y="7327"/>
                  </a:lnTo>
                  <a:lnTo>
                    <a:pt x="54559" y="4813"/>
                  </a:lnTo>
                  <a:lnTo>
                    <a:pt x="55829" y="4356"/>
                  </a:lnTo>
                  <a:lnTo>
                    <a:pt x="62293" y="2463"/>
                  </a:lnTo>
                  <a:lnTo>
                    <a:pt x="63601" y="2133"/>
                  </a:lnTo>
                  <a:lnTo>
                    <a:pt x="78244" y="101"/>
                  </a:lnTo>
                  <a:lnTo>
                    <a:pt x="79590" y="38"/>
                  </a:lnTo>
                  <a:lnTo>
                    <a:pt x="80937" y="0"/>
                  </a:lnTo>
                  <a:lnTo>
                    <a:pt x="82283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822960" y="7283195"/>
              <a:ext cx="4046220" cy="466725"/>
            </a:xfrm>
            <a:custGeom>
              <a:avLst/>
              <a:gdLst/>
              <a:ahLst/>
              <a:cxnLst/>
              <a:rect l="l" t="t" r="r" b="b"/>
              <a:pathLst>
                <a:path w="4046220" h="466725">
                  <a:moveTo>
                    <a:pt x="82296" y="0"/>
                  </a:moveTo>
                  <a:lnTo>
                    <a:pt x="42316" y="10350"/>
                  </a:lnTo>
                  <a:lnTo>
                    <a:pt x="9080" y="44691"/>
                  </a:lnTo>
                  <a:lnTo>
                    <a:pt x="0" y="384047"/>
                  </a:lnTo>
                  <a:lnTo>
                    <a:pt x="533" y="393458"/>
                  </a:lnTo>
                  <a:lnTo>
                    <a:pt x="19532" y="437299"/>
                  </a:lnTo>
                  <a:lnTo>
                    <a:pt x="59690" y="463194"/>
                  </a:lnTo>
                  <a:lnTo>
                    <a:pt x="3963924" y="466343"/>
                  </a:lnTo>
                  <a:lnTo>
                    <a:pt x="3969308" y="466178"/>
                  </a:lnTo>
                  <a:lnTo>
                    <a:pt x="4015092" y="448513"/>
                  </a:lnTo>
                  <a:lnTo>
                    <a:pt x="4042283" y="409232"/>
                  </a:lnTo>
                  <a:lnTo>
                    <a:pt x="4046220" y="82295"/>
                  </a:lnTo>
                  <a:lnTo>
                    <a:pt x="4045534" y="71551"/>
                  </a:lnTo>
                  <a:lnTo>
                    <a:pt x="4025811" y="28028"/>
                  </a:lnTo>
                  <a:lnTo>
                    <a:pt x="3986517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822960" y="7516367"/>
              <a:ext cx="4046220" cy="233679"/>
            </a:xfrm>
            <a:custGeom>
              <a:avLst/>
              <a:gdLst/>
              <a:ahLst/>
              <a:cxnLst/>
              <a:rect l="l" t="t" r="r" b="b"/>
              <a:pathLst>
                <a:path w="4046220" h="233679">
                  <a:moveTo>
                    <a:pt x="4046220" y="0"/>
                  </a:moveTo>
                  <a:lnTo>
                    <a:pt x="0" y="0"/>
                  </a:lnTo>
                  <a:lnTo>
                    <a:pt x="0" y="233172"/>
                  </a:lnTo>
                  <a:lnTo>
                    <a:pt x="4046220" y="233172"/>
                  </a:lnTo>
                  <a:lnTo>
                    <a:pt x="4046220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947419" y="7367072"/>
            <a:ext cx="10763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74852" y="8053427"/>
            <a:ext cx="1456055" cy="1221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D98E3C"/>
                </a:solidFill>
                <a:latin typeface="Calibri"/>
                <a:cs typeface="Calibri"/>
              </a:rPr>
              <a:t>Application_ID</a:t>
            </a:r>
            <a:r>
              <a:rPr dirty="0" sz="1400" spc="-3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D98E3C"/>
                </a:solidFill>
                <a:latin typeface="Calibri"/>
                <a:cs typeface="Calibri"/>
              </a:rPr>
              <a:t>(PK) </a:t>
            </a:r>
            <a:r>
              <a:rPr dirty="0" sz="1400" spc="-10">
                <a:solidFill>
                  <a:srgbClr val="1C7293"/>
                </a:solidFill>
                <a:latin typeface="Calibri"/>
                <a:cs typeface="Calibri"/>
              </a:rPr>
              <a:t>Student_ID</a:t>
            </a:r>
            <a:r>
              <a:rPr dirty="0" sz="1400" spc="-25">
                <a:solidFill>
                  <a:srgbClr val="1C7293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C7293"/>
                </a:solidFill>
                <a:latin typeface="Calibri"/>
                <a:cs typeface="Calibri"/>
              </a:rPr>
              <a:t>(FK) </a:t>
            </a:r>
            <a:r>
              <a:rPr dirty="0" sz="1400" spc="-10">
                <a:solidFill>
                  <a:srgbClr val="1C7293"/>
                </a:solidFill>
                <a:latin typeface="Calibri"/>
                <a:cs typeface="Calibri"/>
              </a:rPr>
              <a:t>Drive_ID</a:t>
            </a:r>
            <a:r>
              <a:rPr dirty="0" sz="1400" spc="-5">
                <a:solidFill>
                  <a:srgbClr val="1C7293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C7293"/>
                </a:solidFill>
                <a:latin typeface="Calibri"/>
                <a:cs typeface="Calibri"/>
              </a:rPr>
              <a:t>(FK) </a:t>
            </a:r>
            <a:r>
              <a:rPr dirty="0" sz="1400" spc="-10">
                <a:solidFill>
                  <a:srgbClr val="1F332F"/>
                </a:solidFill>
                <a:latin typeface="Calibri"/>
                <a:cs typeface="Calibri"/>
              </a:rPr>
              <a:t>Application_Date </a:t>
            </a:r>
            <a:r>
              <a:rPr dirty="0" sz="1400" spc="-10">
                <a:solidFill>
                  <a:srgbClr val="1F332F"/>
                </a:solidFill>
                <a:latin typeface="Calibri"/>
                <a:cs typeface="Calibri"/>
              </a:rPr>
              <a:t>Status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5133977" y="7273670"/>
            <a:ext cx="4065270" cy="2350770"/>
            <a:chOff x="5133977" y="7273670"/>
            <a:chExt cx="4065270" cy="2350770"/>
          </a:xfrm>
        </p:grpSpPr>
        <p:sp>
          <p:nvSpPr>
            <p:cNvPr id="69" name="object 69"/>
            <p:cNvSpPr/>
            <p:nvPr/>
          </p:nvSpPr>
          <p:spPr>
            <a:xfrm>
              <a:off x="5143502" y="7283195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20" h="2331720">
                  <a:moveTo>
                    <a:pt x="82283" y="0"/>
                  </a:moveTo>
                  <a:lnTo>
                    <a:pt x="44678" y="9080"/>
                  </a:lnTo>
                  <a:lnTo>
                    <a:pt x="10350" y="42303"/>
                  </a:lnTo>
                  <a:lnTo>
                    <a:pt x="0" y="2249436"/>
                  </a:lnTo>
                  <a:lnTo>
                    <a:pt x="1079" y="2262835"/>
                  </a:lnTo>
                  <a:lnTo>
                    <a:pt x="19532" y="2302675"/>
                  </a:lnTo>
                  <a:lnTo>
                    <a:pt x="59689" y="2328570"/>
                  </a:lnTo>
                  <a:lnTo>
                    <a:pt x="3963924" y="2331719"/>
                  </a:lnTo>
                  <a:lnTo>
                    <a:pt x="3973334" y="2331199"/>
                  </a:lnTo>
                  <a:lnTo>
                    <a:pt x="4017175" y="2312187"/>
                  </a:lnTo>
                  <a:lnTo>
                    <a:pt x="4043070" y="2272029"/>
                  </a:lnTo>
                  <a:lnTo>
                    <a:pt x="4046219" y="82283"/>
                  </a:lnTo>
                  <a:lnTo>
                    <a:pt x="4045686" y="72885"/>
                  </a:lnTo>
                  <a:lnTo>
                    <a:pt x="4026687" y="29044"/>
                  </a:lnTo>
                  <a:lnTo>
                    <a:pt x="3986529" y="3149"/>
                  </a:lnTo>
                  <a:lnTo>
                    <a:pt x="82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5143502" y="7283195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20" h="2331720">
                  <a:moveTo>
                    <a:pt x="82283" y="0"/>
                  </a:moveTo>
                  <a:lnTo>
                    <a:pt x="3963924" y="0"/>
                  </a:lnTo>
                  <a:lnTo>
                    <a:pt x="3965270" y="0"/>
                  </a:lnTo>
                  <a:lnTo>
                    <a:pt x="3966629" y="38"/>
                  </a:lnTo>
                  <a:lnTo>
                    <a:pt x="3967962" y="101"/>
                  </a:lnTo>
                  <a:lnTo>
                    <a:pt x="3969308" y="165"/>
                  </a:lnTo>
                  <a:lnTo>
                    <a:pt x="3970654" y="266"/>
                  </a:lnTo>
                  <a:lnTo>
                    <a:pt x="3983926" y="2463"/>
                  </a:lnTo>
                  <a:lnTo>
                    <a:pt x="3985234" y="2793"/>
                  </a:lnTo>
                  <a:lnTo>
                    <a:pt x="3991648" y="4813"/>
                  </a:lnTo>
                  <a:lnTo>
                    <a:pt x="3992918" y="5257"/>
                  </a:lnTo>
                  <a:lnTo>
                    <a:pt x="3999115" y="7899"/>
                  </a:lnTo>
                  <a:lnTo>
                    <a:pt x="4000334" y="8470"/>
                  </a:lnTo>
                  <a:lnTo>
                    <a:pt x="4001528" y="9080"/>
                  </a:lnTo>
                  <a:lnTo>
                    <a:pt x="4002709" y="9715"/>
                  </a:lnTo>
                  <a:lnTo>
                    <a:pt x="4003903" y="10350"/>
                  </a:lnTo>
                  <a:lnTo>
                    <a:pt x="4005071" y="11010"/>
                  </a:lnTo>
                  <a:lnTo>
                    <a:pt x="4006227" y="11709"/>
                  </a:lnTo>
                  <a:lnTo>
                    <a:pt x="4007383" y="12395"/>
                  </a:lnTo>
                  <a:lnTo>
                    <a:pt x="4012945" y="16192"/>
                  </a:lnTo>
                  <a:lnTo>
                    <a:pt x="4014025" y="16992"/>
                  </a:lnTo>
                  <a:lnTo>
                    <a:pt x="4015092" y="17818"/>
                  </a:lnTo>
                  <a:lnTo>
                    <a:pt x="4016133" y="18681"/>
                  </a:lnTo>
                  <a:lnTo>
                    <a:pt x="4017175" y="19532"/>
                  </a:lnTo>
                  <a:lnTo>
                    <a:pt x="4022115" y="24104"/>
                  </a:lnTo>
                  <a:lnTo>
                    <a:pt x="4023067" y="25057"/>
                  </a:lnTo>
                  <a:lnTo>
                    <a:pt x="4027538" y="30086"/>
                  </a:lnTo>
                  <a:lnTo>
                    <a:pt x="4028401" y="31127"/>
                  </a:lnTo>
                  <a:lnTo>
                    <a:pt x="4029227" y="32181"/>
                  </a:lnTo>
                  <a:lnTo>
                    <a:pt x="4030027" y="33273"/>
                  </a:lnTo>
                  <a:lnTo>
                    <a:pt x="4030827" y="34353"/>
                  </a:lnTo>
                  <a:lnTo>
                    <a:pt x="4031602" y="35445"/>
                  </a:lnTo>
                  <a:lnTo>
                    <a:pt x="4032351" y="36575"/>
                  </a:lnTo>
                  <a:lnTo>
                    <a:pt x="4033100" y="37693"/>
                  </a:lnTo>
                  <a:lnTo>
                    <a:pt x="4033824" y="38823"/>
                  </a:lnTo>
                  <a:lnTo>
                    <a:pt x="4034510" y="39979"/>
                  </a:lnTo>
                  <a:lnTo>
                    <a:pt x="4035209" y="41135"/>
                  </a:lnTo>
                  <a:lnTo>
                    <a:pt x="4035869" y="42303"/>
                  </a:lnTo>
                  <a:lnTo>
                    <a:pt x="4036504" y="43497"/>
                  </a:lnTo>
                  <a:lnTo>
                    <a:pt x="4037139" y="44678"/>
                  </a:lnTo>
                  <a:lnTo>
                    <a:pt x="4039946" y="50799"/>
                  </a:lnTo>
                  <a:lnTo>
                    <a:pt x="4040466" y="52044"/>
                  </a:lnTo>
                  <a:lnTo>
                    <a:pt x="4040962" y="53301"/>
                  </a:lnTo>
                  <a:lnTo>
                    <a:pt x="4041406" y="54559"/>
                  </a:lnTo>
                  <a:lnTo>
                    <a:pt x="4041863" y="55829"/>
                  </a:lnTo>
                  <a:lnTo>
                    <a:pt x="4044632" y="66230"/>
                  </a:lnTo>
                  <a:lnTo>
                    <a:pt x="4044899" y="67551"/>
                  </a:lnTo>
                  <a:lnTo>
                    <a:pt x="4045127" y="68884"/>
                  </a:lnTo>
                  <a:lnTo>
                    <a:pt x="4045318" y="70218"/>
                  </a:lnTo>
                  <a:lnTo>
                    <a:pt x="4045521" y="71539"/>
                  </a:lnTo>
                  <a:lnTo>
                    <a:pt x="4045686" y="72885"/>
                  </a:lnTo>
                  <a:lnTo>
                    <a:pt x="4045813" y="74218"/>
                  </a:lnTo>
                  <a:lnTo>
                    <a:pt x="4045953" y="75564"/>
                  </a:lnTo>
                  <a:lnTo>
                    <a:pt x="4046054" y="76898"/>
                  </a:lnTo>
                  <a:lnTo>
                    <a:pt x="4046118" y="78244"/>
                  </a:lnTo>
                  <a:lnTo>
                    <a:pt x="4046181" y="79590"/>
                  </a:lnTo>
                  <a:lnTo>
                    <a:pt x="4046219" y="80937"/>
                  </a:lnTo>
                  <a:lnTo>
                    <a:pt x="4046219" y="82283"/>
                  </a:lnTo>
                  <a:lnTo>
                    <a:pt x="4046219" y="2249436"/>
                  </a:lnTo>
                  <a:lnTo>
                    <a:pt x="4046219" y="2250782"/>
                  </a:lnTo>
                  <a:lnTo>
                    <a:pt x="4046181" y="2252129"/>
                  </a:lnTo>
                  <a:lnTo>
                    <a:pt x="4046118" y="2253475"/>
                  </a:lnTo>
                  <a:lnTo>
                    <a:pt x="4046054" y="2254821"/>
                  </a:lnTo>
                  <a:lnTo>
                    <a:pt x="4045953" y="2256167"/>
                  </a:lnTo>
                  <a:lnTo>
                    <a:pt x="4045813" y="2257501"/>
                  </a:lnTo>
                  <a:lnTo>
                    <a:pt x="4045686" y="2258834"/>
                  </a:lnTo>
                  <a:lnTo>
                    <a:pt x="4045521" y="2260180"/>
                  </a:lnTo>
                  <a:lnTo>
                    <a:pt x="4045318" y="2261514"/>
                  </a:lnTo>
                  <a:lnTo>
                    <a:pt x="4045127" y="2262835"/>
                  </a:lnTo>
                  <a:lnTo>
                    <a:pt x="4044899" y="2264168"/>
                  </a:lnTo>
                  <a:lnTo>
                    <a:pt x="4044632" y="2265476"/>
                  </a:lnTo>
                  <a:lnTo>
                    <a:pt x="4044378" y="2266797"/>
                  </a:lnTo>
                  <a:lnTo>
                    <a:pt x="4041406" y="2277148"/>
                  </a:lnTo>
                  <a:lnTo>
                    <a:pt x="4040962" y="2278418"/>
                  </a:lnTo>
                  <a:lnTo>
                    <a:pt x="4040466" y="2279675"/>
                  </a:lnTo>
                  <a:lnTo>
                    <a:pt x="4039946" y="2280919"/>
                  </a:lnTo>
                  <a:lnTo>
                    <a:pt x="4039438" y="2282164"/>
                  </a:lnTo>
                  <a:lnTo>
                    <a:pt x="4034510" y="2291740"/>
                  </a:lnTo>
                  <a:lnTo>
                    <a:pt x="4033824" y="2292883"/>
                  </a:lnTo>
                  <a:lnTo>
                    <a:pt x="4030027" y="2298445"/>
                  </a:lnTo>
                  <a:lnTo>
                    <a:pt x="4029227" y="2299538"/>
                  </a:lnTo>
                  <a:lnTo>
                    <a:pt x="4028401" y="2300604"/>
                  </a:lnTo>
                  <a:lnTo>
                    <a:pt x="4027538" y="2301646"/>
                  </a:lnTo>
                  <a:lnTo>
                    <a:pt x="4026687" y="2302675"/>
                  </a:lnTo>
                  <a:lnTo>
                    <a:pt x="4022115" y="2307615"/>
                  </a:lnTo>
                  <a:lnTo>
                    <a:pt x="4021162" y="2308567"/>
                  </a:lnTo>
                  <a:lnTo>
                    <a:pt x="4020197" y="2309494"/>
                  </a:lnTo>
                  <a:lnTo>
                    <a:pt x="4019194" y="2310396"/>
                  </a:lnTo>
                  <a:lnTo>
                    <a:pt x="4018191" y="2311298"/>
                  </a:lnTo>
                  <a:lnTo>
                    <a:pt x="4017175" y="2312187"/>
                  </a:lnTo>
                  <a:lnTo>
                    <a:pt x="4016133" y="2313038"/>
                  </a:lnTo>
                  <a:lnTo>
                    <a:pt x="4015092" y="2313901"/>
                  </a:lnTo>
                  <a:lnTo>
                    <a:pt x="4014025" y="2314727"/>
                  </a:lnTo>
                  <a:lnTo>
                    <a:pt x="4012945" y="2315527"/>
                  </a:lnTo>
                  <a:lnTo>
                    <a:pt x="4011866" y="2316327"/>
                  </a:lnTo>
                  <a:lnTo>
                    <a:pt x="4006227" y="2320010"/>
                  </a:lnTo>
                  <a:lnTo>
                    <a:pt x="4005071" y="2320709"/>
                  </a:lnTo>
                  <a:lnTo>
                    <a:pt x="4003903" y="2321369"/>
                  </a:lnTo>
                  <a:lnTo>
                    <a:pt x="4002709" y="2322004"/>
                  </a:lnTo>
                  <a:lnTo>
                    <a:pt x="4001528" y="2322639"/>
                  </a:lnTo>
                  <a:lnTo>
                    <a:pt x="3995419" y="2325458"/>
                  </a:lnTo>
                  <a:lnTo>
                    <a:pt x="3994175" y="2325979"/>
                  </a:lnTo>
                  <a:lnTo>
                    <a:pt x="3992918" y="2326462"/>
                  </a:lnTo>
                  <a:lnTo>
                    <a:pt x="3991648" y="2326906"/>
                  </a:lnTo>
                  <a:lnTo>
                    <a:pt x="3990378" y="2327363"/>
                  </a:lnTo>
                  <a:lnTo>
                    <a:pt x="3979976" y="2330132"/>
                  </a:lnTo>
                  <a:lnTo>
                    <a:pt x="3978655" y="2330399"/>
                  </a:lnTo>
                  <a:lnTo>
                    <a:pt x="3977335" y="2330627"/>
                  </a:lnTo>
                  <a:lnTo>
                    <a:pt x="3976014" y="2330818"/>
                  </a:lnTo>
                  <a:lnTo>
                    <a:pt x="3974668" y="2331034"/>
                  </a:lnTo>
                  <a:lnTo>
                    <a:pt x="3973334" y="2331199"/>
                  </a:lnTo>
                  <a:lnTo>
                    <a:pt x="3972001" y="2331313"/>
                  </a:lnTo>
                  <a:lnTo>
                    <a:pt x="3970654" y="2331453"/>
                  </a:lnTo>
                  <a:lnTo>
                    <a:pt x="3969308" y="2331554"/>
                  </a:lnTo>
                  <a:lnTo>
                    <a:pt x="3967962" y="2331618"/>
                  </a:lnTo>
                  <a:lnTo>
                    <a:pt x="3966629" y="2331694"/>
                  </a:lnTo>
                  <a:lnTo>
                    <a:pt x="3965270" y="2331719"/>
                  </a:lnTo>
                  <a:lnTo>
                    <a:pt x="3963924" y="2331719"/>
                  </a:lnTo>
                  <a:lnTo>
                    <a:pt x="82283" y="2331719"/>
                  </a:lnTo>
                  <a:lnTo>
                    <a:pt x="80937" y="2331719"/>
                  </a:lnTo>
                  <a:lnTo>
                    <a:pt x="79590" y="2331694"/>
                  </a:lnTo>
                  <a:lnTo>
                    <a:pt x="78244" y="2331618"/>
                  </a:lnTo>
                  <a:lnTo>
                    <a:pt x="76898" y="2331554"/>
                  </a:lnTo>
                  <a:lnTo>
                    <a:pt x="75552" y="2331453"/>
                  </a:lnTo>
                  <a:lnTo>
                    <a:pt x="74218" y="2331313"/>
                  </a:lnTo>
                  <a:lnTo>
                    <a:pt x="72872" y="2331199"/>
                  </a:lnTo>
                  <a:lnTo>
                    <a:pt x="71539" y="2331034"/>
                  </a:lnTo>
                  <a:lnTo>
                    <a:pt x="70205" y="2330818"/>
                  </a:lnTo>
                  <a:lnTo>
                    <a:pt x="68872" y="2330627"/>
                  </a:lnTo>
                  <a:lnTo>
                    <a:pt x="67551" y="2330399"/>
                  </a:lnTo>
                  <a:lnTo>
                    <a:pt x="66230" y="2330132"/>
                  </a:lnTo>
                  <a:lnTo>
                    <a:pt x="64909" y="2329878"/>
                  </a:lnTo>
                  <a:lnTo>
                    <a:pt x="54559" y="2326906"/>
                  </a:lnTo>
                  <a:lnTo>
                    <a:pt x="53289" y="2326462"/>
                  </a:lnTo>
                  <a:lnTo>
                    <a:pt x="52031" y="2325979"/>
                  </a:lnTo>
                  <a:lnTo>
                    <a:pt x="50799" y="2325458"/>
                  </a:lnTo>
                  <a:lnTo>
                    <a:pt x="49555" y="2324938"/>
                  </a:lnTo>
                  <a:lnTo>
                    <a:pt x="43497" y="2322004"/>
                  </a:lnTo>
                  <a:lnTo>
                    <a:pt x="42303" y="2321369"/>
                  </a:lnTo>
                  <a:lnTo>
                    <a:pt x="41135" y="2320709"/>
                  </a:lnTo>
                  <a:lnTo>
                    <a:pt x="39979" y="2320010"/>
                  </a:lnTo>
                  <a:lnTo>
                    <a:pt x="38823" y="2319324"/>
                  </a:lnTo>
                  <a:lnTo>
                    <a:pt x="33261" y="2315527"/>
                  </a:lnTo>
                  <a:lnTo>
                    <a:pt x="32181" y="2314727"/>
                  </a:lnTo>
                  <a:lnTo>
                    <a:pt x="31127" y="2313901"/>
                  </a:lnTo>
                  <a:lnTo>
                    <a:pt x="30086" y="2313038"/>
                  </a:lnTo>
                  <a:lnTo>
                    <a:pt x="29044" y="2312187"/>
                  </a:lnTo>
                  <a:lnTo>
                    <a:pt x="28016" y="2311298"/>
                  </a:lnTo>
                  <a:lnTo>
                    <a:pt x="27025" y="2310396"/>
                  </a:lnTo>
                  <a:lnTo>
                    <a:pt x="26022" y="2309494"/>
                  </a:lnTo>
                  <a:lnTo>
                    <a:pt x="16192" y="2298445"/>
                  </a:lnTo>
                  <a:lnTo>
                    <a:pt x="15392" y="2297366"/>
                  </a:lnTo>
                  <a:lnTo>
                    <a:pt x="11709" y="2291740"/>
                  </a:lnTo>
                  <a:lnTo>
                    <a:pt x="11010" y="2290584"/>
                  </a:lnTo>
                  <a:lnTo>
                    <a:pt x="7899" y="2284615"/>
                  </a:lnTo>
                  <a:lnTo>
                    <a:pt x="7327" y="2283396"/>
                  </a:lnTo>
                  <a:lnTo>
                    <a:pt x="6781" y="2282164"/>
                  </a:lnTo>
                  <a:lnTo>
                    <a:pt x="6261" y="2280919"/>
                  </a:lnTo>
                  <a:lnTo>
                    <a:pt x="5740" y="2279675"/>
                  </a:lnTo>
                  <a:lnTo>
                    <a:pt x="5257" y="2278418"/>
                  </a:lnTo>
                  <a:lnTo>
                    <a:pt x="4813" y="2277148"/>
                  </a:lnTo>
                  <a:lnTo>
                    <a:pt x="4356" y="2275890"/>
                  </a:lnTo>
                  <a:lnTo>
                    <a:pt x="2463" y="2269426"/>
                  </a:lnTo>
                  <a:lnTo>
                    <a:pt x="2133" y="2268118"/>
                  </a:lnTo>
                  <a:lnTo>
                    <a:pt x="888" y="2261514"/>
                  </a:lnTo>
                  <a:lnTo>
                    <a:pt x="685" y="2260180"/>
                  </a:lnTo>
                  <a:lnTo>
                    <a:pt x="101" y="2253475"/>
                  </a:lnTo>
                  <a:lnTo>
                    <a:pt x="25" y="2252129"/>
                  </a:lnTo>
                  <a:lnTo>
                    <a:pt x="0" y="2250782"/>
                  </a:lnTo>
                  <a:lnTo>
                    <a:pt x="0" y="2249436"/>
                  </a:lnTo>
                  <a:lnTo>
                    <a:pt x="0" y="82283"/>
                  </a:lnTo>
                  <a:lnTo>
                    <a:pt x="0" y="80937"/>
                  </a:lnTo>
                  <a:lnTo>
                    <a:pt x="25" y="79590"/>
                  </a:lnTo>
                  <a:lnTo>
                    <a:pt x="101" y="78244"/>
                  </a:lnTo>
                  <a:lnTo>
                    <a:pt x="165" y="76898"/>
                  </a:lnTo>
                  <a:lnTo>
                    <a:pt x="888" y="70218"/>
                  </a:lnTo>
                  <a:lnTo>
                    <a:pt x="1079" y="68884"/>
                  </a:lnTo>
                  <a:lnTo>
                    <a:pt x="2463" y="62293"/>
                  </a:lnTo>
                  <a:lnTo>
                    <a:pt x="2793" y="60985"/>
                  </a:lnTo>
                  <a:lnTo>
                    <a:pt x="4813" y="54559"/>
                  </a:lnTo>
                  <a:lnTo>
                    <a:pt x="5257" y="53301"/>
                  </a:lnTo>
                  <a:lnTo>
                    <a:pt x="5740" y="52044"/>
                  </a:lnTo>
                  <a:lnTo>
                    <a:pt x="6261" y="50799"/>
                  </a:lnTo>
                  <a:lnTo>
                    <a:pt x="6781" y="49555"/>
                  </a:lnTo>
                  <a:lnTo>
                    <a:pt x="7327" y="48323"/>
                  </a:lnTo>
                  <a:lnTo>
                    <a:pt x="7899" y="47104"/>
                  </a:lnTo>
                  <a:lnTo>
                    <a:pt x="8470" y="45885"/>
                  </a:lnTo>
                  <a:lnTo>
                    <a:pt x="9080" y="44678"/>
                  </a:lnTo>
                  <a:lnTo>
                    <a:pt x="9715" y="43497"/>
                  </a:lnTo>
                  <a:lnTo>
                    <a:pt x="10350" y="42303"/>
                  </a:lnTo>
                  <a:lnTo>
                    <a:pt x="11010" y="41135"/>
                  </a:lnTo>
                  <a:lnTo>
                    <a:pt x="11709" y="39979"/>
                  </a:lnTo>
                  <a:lnTo>
                    <a:pt x="12395" y="38823"/>
                  </a:lnTo>
                  <a:lnTo>
                    <a:pt x="13119" y="37693"/>
                  </a:lnTo>
                  <a:lnTo>
                    <a:pt x="13868" y="36575"/>
                  </a:lnTo>
                  <a:lnTo>
                    <a:pt x="14617" y="35445"/>
                  </a:lnTo>
                  <a:lnTo>
                    <a:pt x="15392" y="34353"/>
                  </a:lnTo>
                  <a:lnTo>
                    <a:pt x="16192" y="33273"/>
                  </a:lnTo>
                  <a:lnTo>
                    <a:pt x="16992" y="32181"/>
                  </a:lnTo>
                  <a:lnTo>
                    <a:pt x="21310" y="27025"/>
                  </a:lnTo>
                  <a:lnTo>
                    <a:pt x="22212" y="26022"/>
                  </a:lnTo>
                  <a:lnTo>
                    <a:pt x="30086" y="18681"/>
                  </a:lnTo>
                  <a:lnTo>
                    <a:pt x="31127" y="17818"/>
                  </a:lnTo>
                  <a:lnTo>
                    <a:pt x="39979" y="11709"/>
                  </a:lnTo>
                  <a:lnTo>
                    <a:pt x="41135" y="11010"/>
                  </a:lnTo>
                  <a:lnTo>
                    <a:pt x="42303" y="10350"/>
                  </a:lnTo>
                  <a:lnTo>
                    <a:pt x="43497" y="9715"/>
                  </a:lnTo>
                  <a:lnTo>
                    <a:pt x="44678" y="9080"/>
                  </a:lnTo>
                  <a:lnTo>
                    <a:pt x="45885" y="8470"/>
                  </a:lnTo>
                  <a:lnTo>
                    <a:pt x="47104" y="7899"/>
                  </a:lnTo>
                  <a:lnTo>
                    <a:pt x="48323" y="7327"/>
                  </a:lnTo>
                  <a:lnTo>
                    <a:pt x="54559" y="4813"/>
                  </a:lnTo>
                  <a:lnTo>
                    <a:pt x="55829" y="4356"/>
                  </a:lnTo>
                  <a:lnTo>
                    <a:pt x="62293" y="2463"/>
                  </a:lnTo>
                  <a:lnTo>
                    <a:pt x="63601" y="2133"/>
                  </a:lnTo>
                  <a:lnTo>
                    <a:pt x="78244" y="101"/>
                  </a:lnTo>
                  <a:lnTo>
                    <a:pt x="79590" y="38"/>
                  </a:lnTo>
                  <a:lnTo>
                    <a:pt x="80937" y="0"/>
                  </a:lnTo>
                  <a:lnTo>
                    <a:pt x="82283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5143500" y="7283195"/>
              <a:ext cx="4046220" cy="466725"/>
            </a:xfrm>
            <a:custGeom>
              <a:avLst/>
              <a:gdLst/>
              <a:ahLst/>
              <a:cxnLst/>
              <a:rect l="l" t="t" r="r" b="b"/>
              <a:pathLst>
                <a:path w="4046220" h="466725">
                  <a:moveTo>
                    <a:pt x="82296" y="0"/>
                  </a:moveTo>
                  <a:lnTo>
                    <a:pt x="42316" y="10350"/>
                  </a:lnTo>
                  <a:lnTo>
                    <a:pt x="9080" y="44691"/>
                  </a:lnTo>
                  <a:lnTo>
                    <a:pt x="0" y="384047"/>
                  </a:lnTo>
                  <a:lnTo>
                    <a:pt x="533" y="393458"/>
                  </a:lnTo>
                  <a:lnTo>
                    <a:pt x="19532" y="437299"/>
                  </a:lnTo>
                  <a:lnTo>
                    <a:pt x="59690" y="463194"/>
                  </a:lnTo>
                  <a:lnTo>
                    <a:pt x="3963924" y="466343"/>
                  </a:lnTo>
                  <a:lnTo>
                    <a:pt x="3973334" y="465810"/>
                  </a:lnTo>
                  <a:lnTo>
                    <a:pt x="4017175" y="446811"/>
                  </a:lnTo>
                  <a:lnTo>
                    <a:pt x="4043070" y="406653"/>
                  </a:lnTo>
                  <a:lnTo>
                    <a:pt x="4046220" y="82295"/>
                  </a:lnTo>
                  <a:lnTo>
                    <a:pt x="4045534" y="71551"/>
                  </a:lnTo>
                  <a:lnTo>
                    <a:pt x="4025811" y="28028"/>
                  </a:lnTo>
                  <a:lnTo>
                    <a:pt x="3986517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5143500" y="7516367"/>
              <a:ext cx="4046220" cy="233679"/>
            </a:xfrm>
            <a:custGeom>
              <a:avLst/>
              <a:gdLst/>
              <a:ahLst/>
              <a:cxnLst/>
              <a:rect l="l" t="t" r="r" b="b"/>
              <a:pathLst>
                <a:path w="4046220" h="233679">
                  <a:moveTo>
                    <a:pt x="4046220" y="0"/>
                  </a:moveTo>
                  <a:lnTo>
                    <a:pt x="0" y="0"/>
                  </a:lnTo>
                  <a:lnTo>
                    <a:pt x="0" y="233172"/>
                  </a:lnTo>
                  <a:lnTo>
                    <a:pt x="4046220" y="233172"/>
                  </a:lnTo>
                  <a:lnTo>
                    <a:pt x="4046220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5267959" y="7367072"/>
            <a:ext cx="15792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SELECTION_ROUND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295391" y="8173044"/>
            <a:ext cx="1176020" cy="9823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D98E3C"/>
                </a:solidFill>
                <a:latin typeface="Calibri"/>
                <a:cs typeface="Calibri"/>
              </a:rPr>
              <a:t>Round_ID</a:t>
            </a:r>
            <a:r>
              <a:rPr dirty="0" sz="1400" spc="-3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D98E3C"/>
                </a:solidFill>
                <a:latin typeface="Calibri"/>
                <a:cs typeface="Calibri"/>
              </a:rPr>
              <a:t>(PK) </a:t>
            </a:r>
            <a:r>
              <a:rPr dirty="0" sz="1400" spc="-10">
                <a:solidFill>
                  <a:srgbClr val="1C7293"/>
                </a:solidFill>
                <a:latin typeface="Calibri"/>
                <a:cs typeface="Calibri"/>
              </a:rPr>
              <a:t>Drive_ID</a:t>
            </a:r>
            <a:r>
              <a:rPr dirty="0" sz="1400" spc="-5">
                <a:solidFill>
                  <a:srgbClr val="1C7293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C7293"/>
                </a:solidFill>
                <a:latin typeface="Calibri"/>
                <a:cs typeface="Calibri"/>
              </a:rPr>
              <a:t>(FK) </a:t>
            </a:r>
            <a:r>
              <a:rPr dirty="0" sz="1400" spc="-10">
                <a:solidFill>
                  <a:srgbClr val="1F332F"/>
                </a:solidFill>
                <a:latin typeface="Calibri"/>
                <a:cs typeface="Calibri"/>
              </a:rPr>
              <a:t>Round_Name Round_Number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9454517" y="7273670"/>
            <a:ext cx="4065270" cy="2350770"/>
            <a:chOff x="9454517" y="7273670"/>
            <a:chExt cx="4065270" cy="2350770"/>
          </a:xfrm>
        </p:grpSpPr>
        <p:sp>
          <p:nvSpPr>
            <p:cNvPr id="76" name="object 76"/>
            <p:cNvSpPr/>
            <p:nvPr/>
          </p:nvSpPr>
          <p:spPr>
            <a:xfrm>
              <a:off x="9464042" y="7283195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19" h="2331720">
                  <a:moveTo>
                    <a:pt x="82283" y="0"/>
                  </a:moveTo>
                  <a:lnTo>
                    <a:pt x="44678" y="9080"/>
                  </a:lnTo>
                  <a:lnTo>
                    <a:pt x="10350" y="42303"/>
                  </a:lnTo>
                  <a:lnTo>
                    <a:pt x="0" y="2249436"/>
                  </a:lnTo>
                  <a:lnTo>
                    <a:pt x="685" y="2260180"/>
                  </a:lnTo>
                  <a:lnTo>
                    <a:pt x="19532" y="2302675"/>
                  </a:lnTo>
                  <a:lnTo>
                    <a:pt x="59690" y="2328570"/>
                  </a:lnTo>
                  <a:lnTo>
                    <a:pt x="3963924" y="2331719"/>
                  </a:lnTo>
                  <a:lnTo>
                    <a:pt x="3973334" y="2331199"/>
                  </a:lnTo>
                  <a:lnTo>
                    <a:pt x="4017175" y="2312187"/>
                  </a:lnTo>
                  <a:lnTo>
                    <a:pt x="4043070" y="2272029"/>
                  </a:lnTo>
                  <a:lnTo>
                    <a:pt x="4046220" y="82283"/>
                  </a:lnTo>
                  <a:lnTo>
                    <a:pt x="4045686" y="72885"/>
                  </a:lnTo>
                  <a:lnTo>
                    <a:pt x="4026687" y="29044"/>
                  </a:lnTo>
                  <a:lnTo>
                    <a:pt x="3986530" y="3149"/>
                  </a:lnTo>
                  <a:lnTo>
                    <a:pt x="82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9464042" y="7283195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19" h="2331720">
                  <a:moveTo>
                    <a:pt x="82283" y="0"/>
                  </a:moveTo>
                  <a:lnTo>
                    <a:pt x="3963924" y="0"/>
                  </a:lnTo>
                  <a:lnTo>
                    <a:pt x="3965282" y="0"/>
                  </a:lnTo>
                  <a:lnTo>
                    <a:pt x="3966629" y="38"/>
                  </a:lnTo>
                  <a:lnTo>
                    <a:pt x="3967962" y="101"/>
                  </a:lnTo>
                  <a:lnTo>
                    <a:pt x="3969308" y="165"/>
                  </a:lnTo>
                  <a:lnTo>
                    <a:pt x="3970655" y="266"/>
                  </a:lnTo>
                  <a:lnTo>
                    <a:pt x="3983926" y="2463"/>
                  </a:lnTo>
                  <a:lnTo>
                    <a:pt x="3985234" y="2793"/>
                  </a:lnTo>
                  <a:lnTo>
                    <a:pt x="3986530" y="3149"/>
                  </a:lnTo>
                  <a:lnTo>
                    <a:pt x="3987812" y="3543"/>
                  </a:lnTo>
                  <a:lnTo>
                    <a:pt x="3989108" y="3936"/>
                  </a:lnTo>
                  <a:lnTo>
                    <a:pt x="3990378" y="4356"/>
                  </a:lnTo>
                  <a:lnTo>
                    <a:pt x="3991648" y="4813"/>
                  </a:lnTo>
                  <a:lnTo>
                    <a:pt x="3992918" y="5257"/>
                  </a:lnTo>
                  <a:lnTo>
                    <a:pt x="3999115" y="7899"/>
                  </a:lnTo>
                  <a:lnTo>
                    <a:pt x="4000334" y="8470"/>
                  </a:lnTo>
                  <a:lnTo>
                    <a:pt x="4006227" y="11709"/>
                  </a:lnTo>
                  <a:lnTo>
                    <a:pt x="4007383" y="12395"/>
                  </a:lnTo>
                  <a:lnTo>
                    <a:pt x="4008526" y="13119"/>
                  </a:lnTo>
                  <a:lnTo>
                    <a:pt x="4009644" y="13868"/>
                  </a:lnTo>
                  <a:lnTo>
                    <a:pt x="4010761" y="14617"/>
                  </a:lnTo>
                  <a:lnTo>
                    <a:pt x="4011866" y="15392"/>
                  </a:lnTo>
                  <a:lnTo>
                    <a:pt x="4012946" y="16192"/>
                  </a:lnTo>
                  <a:lnTo>
                    <a:pt x="4014025" y="16992"/>
                  </a:lnTo>
                  <a:lnTo>
                    <a:pt x="4015092" y="17818"/>
                  </a:lnTo>
                  <a:lnTo>
                    <a:pt x="4016133" y="18681"/>
                  </a:lnTo>
                  <a:lnTo>
                    <a:pt x="4017175" y="19532"/>
                  </a:lnTo>
                  <a:lnTo>
                    <a:pt x="4022115" y="24104"/>
                  </a:lnTo>
                  <a:lnTo>
                    <a:pt x="4023067" y="25057"/>
                  </a:lnTo>
                  <a:lnTo>
                    <a:pt x="4027538" y="30086"/>
                  </a:lnTo>
                  <a:lnTo>
                    <a:pt x="4028401" y="31127"/>
                  </a:lnTo>
                  <a:lnTo>
                    <a:pt x="4029227" y="32181"/>
                  </a:lnTo>
                  <a:lnTo>
                    <a:pt x="4030027" y="33273"/>
                  </a:lnTo>
                  <a:lnTo>
                    <a:pt x="4030827" y="34353"/>
                  </a:lnTo>
                  <a:lnTo>
                    <a:pt x="4031602" y="35445"/>
                  </a:lnTo>
                  <a:lnTo>
                    <a:pt x="4032351" y="36575"/>
                  </a:lnTo>
                  <a:lnTo>
                    <a:pt x="4033100" y="37693"/>
                  </a:lnTo>
                  <a:lnTo>
                    <a:pt x="4033824" y="38823"/>
                  </a:lnTo>
                  <a:lnTo>
                    <a:pt x="4034510" y="39979"/>
                  </a:lnTo>
                  <a:lnTo>
                    <a:pt x="4035209" y="41135"/>
                  </a:lnTo>
                  <a:lnTo>
                    <a:pt x="4035869" y="42303"/>
                  </a:lnTo>
                  <a:lnTo>
                    <a:pt x="4036504" y="43497"/>
                  </a:lnTo>
                  <a:lnTo>
                    <a:pt x="4037139" y="44678"/>
                  </a:lnTo>
                  <a:lnTo>
                    <a:pt x="4039946" y="50799"/>
                  </a:lnTo>
                  <a:lnTo>
                    <a:pt x="4040466" y="52044"/>
                  </a:lnTo>
                  <a:lnTo>
                    <a:pt x="4040962" y="53301"/>
                  </a:lnTo>
                  <a:lnTo>
                    <a:pt x="4041406" y="54559"/>
                  </a:lnTo>
                  <a:lnTo>
                    <a:pt x="4041863" y="55829"/>
                  </a:lnTo>
                  <a:lnTo>
                    <a:pt x="4044632" y="66230"/>
                  </a:lnTo>
                  <a:lnTo>
                    <a:pt x="4044899" y="67551"/>
                  </a:lnTo>
                  <a:lnTo>
                    <a:pt x="4045127" y="68884"/>
                  </a:lnTo>
                  <a:lnTo>
                    <a:pt x="4045318" y="70218"/>
                  </a:lnTo>
                  <a:lnTo>
                    <a:pt x="4045521" y="71539"/>
                  </a:lnTo>
                  <a:lnTo>
                    <a:pt x="4045686" y="72885"/>
                  </a:lnTo>
                  <a:lnTo>
                    <a:pt x="4045813" y="74218"/>
                  </a:lnTo>
                  <a:lnTo>
                    <a:pt x="4045953" y="75564"/>
                  </a:lnTo>
                  <a:lnTo>
                    <a:pt x="4046054" y="76898"/>
                  </a:lnTo>
                  <a:lnTo>
                    <a:pt x="4046118" y="78244"/>
                  </a:lnTo>
                  <a:lnTo>
                    <a:pt x="4046181" y="79590"/>
                  </a:lnTo>
                  <a:lnTo>
                    <a:pt x="4046220" y="80937"/>
                  </a:lnTo>
                  <a:lnTo>
                    <a:pt x="4046220" y="82283"/>
                  </a:lnTo>
                  <a:lnTo>
                    <a:pt x="4046220" y="2249436"/>
                  </a:lnTo>
                  <a:lnTo>
                    <a:pt x="4046220" y="2250782"/>
                  </a:lnTo>
                  <a:lnTo>
                    <a:pt x="4046181" y="2252129"/>
                  </a:lnTo>
                  <a:lnTo>
                    <a:pt x="4046118" y="2253475"/>
                  </a:lnTo>
                  <a:lnTo>
                    <a:pt x="4046054" y="2254821"/>
                  </a:lnTo>
                  <a:lnTo>
                    <a:pt x="4045953" y="2256167"/>
                  </a:lnTo>
                  <a:lnTo>
                    <a:pt x="4045813" y="2257501"/>
                  </a:lnTo>
                  <a:lnTo>
                    <a:pt x="4045686" y="2258834"/>
                  </a:lnTo>
                  <a:lnTo>
                    <a:pt x="4045521" y="2260180"/>
                  </a:lnTo>
                  <a:lnTo>
                    <a:pt x="4045318" y="2261514"/>
                  </a:lnTo>
                  <a:lnTo>
                    <a:pt x="4045127" y="2262835"/>
                  </a:lnTo>
                  <a:lnTo>
                    <a:pt x="4044899" y="2264168"/>
                  </a:lnTo>
                  <a:lnTo>
                    <a:pt x="4044632" y="2265476"/>
                  </a:lnTo>
                  <a:lnTo>
                    <a:pt x="4044378" y="2266797"/>
                  </a:lnTo>
                  <a:lnTo>
                    <a:pt x="4041406" y="2277148"/>
                  </a:lnTo>
                  <a:lnTo>
                    <a:pt x="4040962" y="2278418"/>
                  </a:lnTo>
                  <a:lnTo>
                    <a:pt x="4040466" y="2279675"/>
                  </a:lnTo>
                  <a:lnTo>
                    <a:pt x="4039946" y="2280919"/>
                  </a:lnTo>
                  <a:lnTo>
                    <a:pt x="4039438" y="2282164"/>
                  </a:lnTo>
                  <a:lnTo>
                    <a:pt x="4034510" y="2291740"/>
                  </a:lnTo>
                  <a:lnTo>
                    <a:pt x="4033824" y="2292883"/>
                  </a:lnTo>
                  <a:lnTo>
                    <a:pt x="4030027" y="2298445"/>
                  </a:lnTo>
                  <a:lnTo>
                    <a:pt x="4029227" y="2299538"/>
                  </a:lnTo>
                  <a:lnTo>
                    <a:pt x="4028401" y="2300604"/>
                  </a:lnTo>
                  <a:lnTo>
                    <a:pt x="4027538" y="2301646"/>
                  </a:lnTo>
                  <a:lnTo>
                    <a:pt x="4026687" y="2302675"/>
                  </a:lnTo>
                  <a:lnTo>
                    <a:pt x="4022115" y="2307615"/>
                  </a:lnTo>
                  <a:lnTo>
                    <a:pt x="4021162" y="2308567"/>
                  </a:lnTo>
                  <a:lnTo>
                    <a:pt x="4020197" y="2309494"/>
                  </a:lnTo>
                  <a:lnTo>
                    <a:pt x="4019194" y="2310396"/>
                  </a:lnTo>
                  <a:lnTo>
                    <a:pt x="4018191" y="2311298"/>
                  </a:lnTo>
                  <a:lnTo>
                    <a:pt x="4017175" y="2312187"/>
                  </a:lnTo>
                  <a:lnTo>
                    <a:pt x="4016133" y="2313038"/>
                  </a:lnTo>
                  <a:lnTo>
                    <a:pt x="4015092" y="2313901"/>
                  </a:lnTo>
                  <a:lnTo>
                    <a:pt x="4014025" y="2314727"/>
                  </a:lnTo>
                  <a:lnTo>
                    <a:pt x="4012946" y="2315527"/>
                  </a:lnTo>
                  <a:lnTo>
                    <a:pt x="4011866" y="2316327"/>
                  </a:lnTo>
                  <a:lnTo>
                    <a:pt x="4010761" y="2317102"/>
                  </a:lnTo>
                  <a:lnTo>
                    <a:pt x="4009644" y="2317851"/>
                  </a:lnTo>
                  <a:lnTo>
                    <a:pt x="4008526" y="2318600"/>
                  </a:lnTo>
                  <a:lnTo>
                    <a:pt x="4007383" y="2319324"/>
                  </a:lnTo>
                  <a:lnTo>
                    <a:pt x="4006227" y="2320010"/>
                  </a:lnTo>
                  <a:lnTo>
                    <a:pt x="4005072" y="2320709"/>
                  </a:lnTo>
                  <a:lnTo>
                    <a:pt x="3995420" y="2325458"/>
                  </a:lnTo>
                  <a:lnTo>
                    <a:pt x="3994175" y="2325979"/>
                  </a:lnTo>
                  <a:lnTo>
                    <a:pt x="3992918" y="2326462"/>
                  </a:lnTo>
                  <a:lnTo>
                    <a:pt x="3991648" y="2326906"/>
                  </a:lnTo>
                  <a:lnTo>
                    <a:pt x="3990378" y="2327363"/>
                  </a:lnTo>
                  <a:lnTo>
                    <a:pt x="3989108" y="2327782"/>
                  </a:lnTo>
                  <a:lnTo>
                    <a:pt x="3987812" y="2328176"/>
                  </a:lnTo>
                  <a:lnTo>
                    <a:pt x="3986530" y="2328570"/>
                  </a:lnTo>
                  <a:lnTo>
                    <a:pt x="3979976" y="2330132"/>
                  </a:lnTo>
                  <a:lnTo>
                    <a:pt x="3978656" y="2330399"/>
                  </a:lnTo>
                  <a:lnTo>
                    <a:pt x="3977335" y="2330627"/>
                  </a:lnTo>
                  <a:lnTo>
                    <a:pt x="3976014" y="2330818"/>
                  </a:lnTo>
                  <a:lnTo>
                    <a:pt x="3974680" y="2331034"/>
                  </a:lnTo>
                  <a:lnTo>
                    <a:pt x="3973334" y="2331199"/>
                  </a:lnTo>
                  <a:lnTo>
                    <a:pt x="3972001" y="2331313"/>
                  </a:lnTo>
                  <a:lnTo>
                    <a:pt x="3970655" y="2331453"/>
                  </a:lnTo>
                  <a:lnTo>
                    <a:pt x="3969308" y="2331554"/>
                  </a:lnTo>
                  <a:lnTo>
                    <a:pt x="3967962" y="2331618"/>
                  </a:lnTo>
                  <a:lnTo>
                    <a:pt x="3966629" y="2331694"/>
                  </a:lnTo>
                  <a:lnTo>
                    <a:pt x="3965282" y="2331719"/>
                  </a:lnTo>
                  <a:lnTo>
                    <a:pt x="3963924" y="2331719"/>
                  </a:lnTo>
                  <a:lnTo>
                    <a:pt x="82283" y="2331719"/>
                  </a:lnTo>
                  <a:lnTo>
                    <a:pt x="80937" y="2331719"/>
                  </a:lnTo>
                  <a:lnTo>
                    <a:pt x="79590" y="2331694"/>
                  </a:lnTo>
                  <a:lnTo>
                    <a:pt x="78244" y="2331618"/>
                  </a:lnTo>
                  <a:lnTo>
                    <a:pt x="76898" y="2331554"/>
                  </a:lnTo>
                  <a:lnTo>
                    <a:pt x="75552" y="2331453"/>
                  </a:lnTo>
                  <a:lnTo>
                    <a:pt x="74218" y="2331313"/>
                  </a:lnTo>
                  <a:lnTo>
                    <a:pt x="72872" y="2331199"/>
                  </a:lnTo>
                  <a:lnTo>
                    <a:pt x="71539" y="2331034"/>
                  </a:lnTo>
                  <a:lnTo>
                    <a:pt x="70205" y="2330818"/>
                  </a:lnTo>
                  <a:lnTo>
                    <a:pt x="68872" y="2330627"/>
                  </a:lnTo>
                  <a:lnTo>
                    <a:pt x="67551" y="2330399"/>
                  </a:lnTo>
                  <a:lnTo>
                    <a:pt x="66230" y="2330132"/>
                  </a:lnTo>
                  <a:lnTo>
                    <a:pt x="64909" y="2329878"/>
                  </a:lnTo>
                  <a:lnTo>
                    <a:pt x="54559" y="2326906"/>
                  </a:lnTo>
                  <a:lnTo>
                    <a:pt x="53289" y="2326462"/>
                  </a:lnTo>
                  <a:lnTo>
                    <a:pt x="52031" y="2325979"/>
                  </a:lnTo>
                  <a:lnTo>
                    <a:pt x="50800" y="2325458"/>
                  </a:lnTo>
                  <a:lnTo>
                    <a:pt x="49555" y="2324938"/>
                  </a:lnTo>
                  <a:lnTo>
                    <a:pt x="43497" y="2322004"/>
                  </a:lnTo>
                  <a:lnTo>
                    <a:pt x="42303" y="2321369"/>
                  </a:lnTo>
                  <a:lnTo>
                    <a:pt x="41135" y="2320709"/>
                  </a:lnTo>
                  <a:lnTo>
                    <a:pt x="39979" y="2320010"/>
                  </a:lnTo>
                  <a:lnTo>
                    <a:pt x="38823" y="2319324"/>
                  </a:lnTo>
                  <a:lnTo>
                    <a:pt x="33261" y="2315527"/>
                  </a:lnTo>
                  <a:lnTo>
                    <a:pt x="32181" y="2314727"/>
                  </a:lnTo>
                  <a:lnTo>
                    <a:pt x="31127" y="2313901"/>
                  </a:lnTo>
                  <a:lnTo>
                    <a:pt x="30086" y="2313038"/>
                  </a:lnTo>
                  <a:lnTo>
                    <a:pt x="29044" y="2312187"/>
                  </a:lnTo>
                  <a:lnTo>
                    <a:pt x="28016" y="2311298"/>
                  </a:lnTo>
                  <a:lnTo>
                    <a:pt x="27025" y="2310396"/>
                  </a:lnTo>
                  <a:lnTo>
                    <a:pt x="26022" y="2309494"/>
                  </a:lnTo>
                  <a:lnTo>
                    <a:pt x="16192" y="2298445"/>
                  </a:lnTo>
                  <a:lnTo>
                    <a:pt x="15392" y="2297366"/>
                  </a:lnTo>
                  <a:lnTo>
                    <a:pt x="11709" y="2291740"/>
                  </a:lnTo>
                  <a:lnTo>
                    <a:pt x="11010" y="2290584"/>
                  </a:lnTo>
                  <a:lnTo>
                    <a:pt x="7899" y="2284615"/>
                  </a:lnTo>
                  <a:lnTo>
                    <a:pt x="7315" y="2283396"/>
                  </a:lnTo>
                  <a:lnTo>
                    <a:pt x="6781" y="2282164"/>
                  </a:lnTo>
                  <a:lnTo>
                    <a:pt x="6261" y="2280919"/>
                  </a:lnTo>
                  <a:lnTo>
                    <a:pt x="5740" y="2279675"/>
                  </a:lnTo>
                  <a:lnTo>
                    <a:pt x="2463" y="2269426"/>
                  </a:lnTo>
                  <a:lnTo>
                    <a:pt x="2133" y="2268118"/>
                  </a:lnTo>
                  <a:lnTo>
                    <a:pt x="889" y="2261514"/>
                  </a:lnTo>
                  <a:lnTo>
                    <a:pt x="685" y="2260180"/>
                  </a:lnTo>
                  <a:lnTo>
                    <a:pt x="101" y="2253475"/>
                  </a:lnTo>
                  <a:lnTo>
                    <a:pt x="25" y="2252129"/>
                  </a:lnTo>
                  <a:lnTo>
                    <a:pt x="0" y="2250782"/>
                  </a:lnTo>
                  <a:lnTo>
                    <a:pt x="0" y="2249436"/>
                  </a:lnTo>
                  <a:lnTo>
                    <a:pt x="0" y="82283"/>
                  </a:lnTo>
                  <a:lnTo>
                    <a:pt x="0" y="80937"/>
                  </a:lnTo>
                  <a:lnTo>
                    <a:pt x="25" y="79590"/>
                  </a:lnTo>
                  <a:lnTo>
                    <a:pt x="101" y="78244"/>
                  </a:lnTo>
                  <a:lnTo>
                    <a:pt x="165" y="76898"/>
                  </a:lnTo>
                  <a:lnTo>
                    <a:pt x="889" y="70218"/>
                  </a:lnTo>
                  <a:lnTo>
                    <a:pt x="1079" y="68884"/>
                  </a:lnTo>
                  <a:lnTo>
                    <a:pt x="2463" y="62293"/>
                  </a:lnTo>
                  <a:lnTo>
                    <a:pt x="2794" y="60985"/>
                  </a:lnTo>
                  <a:lnTo>
                    <a:pt x="6261" y="50799"/>
                  </a:lnTo>
                  <a:lnTo>
                    <a:pt x="6781" y="49555"/>
                  </a:lnTo>
                  <a:lnTo>
                    <a:pt x="7315" y="48323"/>
                  </a:lnTo>
                  <a:lnTo>
                    <a:pt x="7899" y="47104"/>
                  </a:lnTo>
                  <a:lnTo>
                    <a:pt x="8470" y="45885"/>
                  </a:lnTo>
                  <a:lnTo>
                    <a:pt x="9080" y="44678"/>
                  </a:lnTo>
                  <a:lnTo>
                    <a:pt x="9715" y="43497"/>
                  </a:lnTo>
                  <a:lnTo>
                    <a:pt x="10350" y="42303"/>
                  </a:lnTo>
                  <a:lnTo>
                    <a:pt x="11010" y="41135"/>
                  </a:lnTo>
                  <a:lnTo>
                    <a:pt x="11709" y="39979"/>
                  </a:lnTo>
                  <a:lnTo>
                    <a:pt x="12395" y="38823"/>
                  </a:lnTo>
                  <a:lnTo>
                    <a:pt x="13119" y="37693"/>
                  </a:lnTo>
                  <a:lnTo>
                    <a:pt x="13868" y="36575"/>
                  </a:lnTo>
                  <a:lnTo>
                    <a:pt x="14617" y="35445"/>
                  </a:lnTo>
                  <a:lnTo>
                    <a:pt x="15392" y="34353"/>
                  </a:lnTo>
                  <a:lnTo>
                    <a:pt x="16192" y="33273"/>
                  </a:lnTo>
                  <a:lnTo>
                    <a:pt x="16992" y="32181"/>
                  </a:lnTo>
                  <a:lnTo>
                    <a:pt x="21310" y="27025"/>
                  </a:lnTo>
                  <a:lnTo>
                    <a:pt x="22212" y="26022"/>
                  </a:lnTo>
                  <a:lnTo>
                    <a:pt x="30086" y="18681"/>
                  </a:lnTo>
                  <a:lnTo>
                    <a:pt x="31127" y="17818"/>
                  </a:lnTo>
                  <a:lnTo>
                    <a:pt x="39979" y="11709"/>
                  </a:lnTo>
                  <a:lnTo>
                    <a:pt x="41135" y="11010"/>
                  </a:lnTo>
                  <a:lnTo>
                    <a:pt x="42303" y="10350"/>
                  </a:lnTo>
                  <a:lnTo>
                    <a:pt x="43497" y="9715"/>
                  </a:lnTo>
                  <a:lnTo>
                    <a:pt x="44678" y="9080"/>
                  </a:lnTo>
                  <a:lnTo>
                    <a:pt x="45885" y="8470"/>
                  </a:lnTo>
                  <a:lnTo>
                    <a:pt x="47104" y="7899"/>
                  </a:lnTo>
                  <a:lnTo>
                    <a:pt x="48323" y="7327"/>
                  </a:lnTo>
                  <a:lnTo>
                    <a:pt x="54559" y="4813"/>
                  </a:lnTo>
                  <a:lnTo>
                    <a:pt x="55829" y="4356"/>
                  </a:lnTo>
                  <a:lnTo>
                    <a:pt x="62293" y="2463"/>
                  </a:lnTo>
                  <a:lnTo>
                    <a:pt x="63601" y="2133"/>
                  </a:lnTo>
                  <a:lnTo>
                    <a:pt x="78244" y="101"/>
                  </a:lnTo>
                  <a:lnTo>
                    <a:pt x="79590" y="38"/>
                  </a:lnTo>
                  <a:lnTo>
                    <a:pt x="80937" y="0"/>
                  </a:lnTo>
                  <a:lnTo>
                    <a:pt x="82283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9464038" y="7283195"/>
              <a:ext cx="4046220" cy="466725"/>
            </a:xfrm>
            <a:custGeom>
              <a:avLst/>
              <a:gdLst/>
              <a:ahLst/>
              <a:cxnLst/>
              <a:rect l="l" t="t" r="r" b="b"/>
              <a:pathLst>
                <a:path w="4046219" h="466725">
                  <a:moveTo>
                    <a:pt x="82296" y="0"/>
                  </a:moveTo>
                  <a:lnTo>
                    <a:pt x="42316" y="10350"/>
                  </a:lnTo>
                  <a:lnTo>
                    <a:pt x="9080" y="44691"/>
                  </a:lnTo>
                  <a:lnTo>
                    <a:pt x="0" y="384047"/>
                  </a:lnTo>
                  <a:lnTo>
                    <a:pt x="533" y="393458"/>
                  </a:lnTo>
                  <a:lnTo>
                    <a:pt x="19532" y="437299"/>
                  </a:lnTo>
                  <a:lnTo>
                    <a:pt x="59690" y="463194"/>
                  </a:lnTo>
                  <a:lnTo>
                    <a:pt x="3963924" y="466343"/>
                  </a:lnTo>
                  <a:lnTo>
                    <a:pt x="3973334" y="465810"/>
                  </a:lnTo>
                  <a:lnTo>
                    <a:pt x="4017175" y="446811"/>
                  </a:lnTo>
                  <a:lnTo>
                    <a:pt x="4043070" y="406653"/>
                  </a:lnTo>
                  <a:lnTo>
                    <a:pt x="4046220" y="82295"/>
                  </a:lnTo>
                  <a:lnTo>
                    <a:pt x="4045534" y="71551"/>
                  </a:lnTo>
                  <a:lnTo>
                    <a:pt x="4026687" y="29044"/>
                  </a:lnTo>
                  <a:lnTo>
                    <a:pt x="3986517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9464039" y="7516367"/>
              <a:ext cx="4046220" cy="233679"/>
            </a:xfrm>
            <a:custGeom>
              <a:avLst/>
              <a:gdLst/>
              <a:ahLst/>
              <a:cxnLst/>
              <a:rect l="l" t="t" r="r" b="b"/>
              <a:pathLst>
                <a:path w="4046219" h="233679">
                  <a:moveTo>
                    <a:pt x="4046220" y="0"/>
                  </a:moveTo>
                  <a:lnTo>
                    <a:pt x="0" y="0"/>
                  </a:lnTo>
                  <a:lnTo>
                    <a:pt x="0" y="233172"/>
                  </a:lnTo>
                  <a:lnTo>
                    <a:pt x="4046220" y="233172"/>
                  </a:lnTo>
                  <a:lnTo>
                    <a:pt x="4046220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/>
          <p:cNvSpPr txBox="1"/>
          <p:nvPr/>
        </p:nvSpPr>
        <p:spPr>
          <a:xfrm>
            <a:off x="9588500" y="7367072"/>
            <a:ext cx="5994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0" b="1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9615931" y="8173044"/>
            <a:ext cx="1405255" cy="9823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D98E3C"/>
                </a:solidFill>
                <a:latin typeface="Calibri"/>
                <a:cs typeface="Calibri"/>
              </a:rPr>
              <a:t>Result_ID</a:t>
            </a:r>
            <a:r>
              <a:rPr dirty="0" sz="1400" spc="-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D98E3C"/>
                </a:solidFill>
                <a:latin typeface="Calibri"/>
                <a:cs typeface="Calibri"/>
              </a:rPr>
              <a:t>(PK) </a:t>
            </a:r>
            <a:r>
              <a:rPr dirty="0" sz="1400" spc="-10">
                <a:solidFill>
                  <a:srgbClr val="1C7293"/>
                </a:solidFill>
                <a:latin typeface="Calibri"/>
                <a:cs typeface="Calibri"/>
              </a:rPr>
              <a:t>Application_ID</a:t>
            </a:r>
            <a:r>
              <a:rPr dirty="0" sz="1400" spc="-5">
                <a:solidFill>
                  <a:srgbClr val="1C7293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C7293"/>
                </a:solidFill>
                <a:latin typeface="Calibri"/>
                <a:cs typeface="Calibri"/>
              </a:rPr>
              <a:t>(FK) </a:t>
            </a:r>
            <a:r>
              <a:rPr dirty="0" sz="1400" spc="-10">
                <a:solidFill>
                  <a:srgbClr val="1C7293"/>
                </a:solidFill>
                <a:latin typeface="Calibri"/>
                <a:cs typeface="Calibri"/>
              </a:rPr>
              <a:t>Round_ID</a:t>
            </a:r>
            <a:r>
              <a:rPr dirty="0" sz="1400" spc="-45">
                <a:solidFill>
                  <a:srgbClr val="1C7293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C7293"/>
                </a:solidFill>
                <a:latin typeface="Calibri"/>
                <a:cs typeface="Calibri"/>
              </a:rPr>
              <a:t>(FK) </a:t>
            </a:r>
            <a:r>
              <a:rPr dirty="0" sz="1400" spc="-10">
                <a:solidFill>
                  <a:srgbClr val="1F332F"/>
                </a:solidFill>
                <a:latin typeface="Calibri"/>
                <a:cs typeface="Calibri"/>
              </a:rPr>
              <a:t>Result_Status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13775056" y="7273670"/>
            <a:ext cx="4065270" cy="2350770"/>
            <a:chOff x="13775056" y="7273670"/>
            <a:chExt cx="4065270" cy="2350770"/>
          </a:xfrm>
        </p:grpSpPr>
        <p:sp>
          <p:nvSpPr>
            <p:cNvPr id="83" name="object 83"/>
            <p:cNvSpPr/>
            <p:nvPr/>
          </p:nvSpPr>
          <p:spPr>
            <a:xfrm>
              <a:off x="13784581" y="7283195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19" h="2331720">
                  <a:moveTo>
                    <a:pt x="82283" y="0"/>
                  </a:moveTo>
                  <a:lnTo>
                    <a:pt x="44678" y="9080"/>
                  </a:lnTo>
                  <a:lnTo>
                    <a:pt x="10350" y="42303"/>
                  </a:lnTo>
                  <a:lnTo>
                    <a:pt x="0" y="2249436"/>
                  </a:lnTo>
                  <a:lnTo>
                    <a:pt x="1079" y="2262835"/>
                  </a:lnTo>
                  <a:lnTo>
                    <a:pt x="19532" y="2302675"/>
                  </a:lnTo>
                  <a:lnTo>
                    <a:pt x="59690" y="2328570"/>
                  </a:lnTo>
                  <a:lnTo>
                    <a:pt x="3963924" y="2331719"/>
                  </a:lnTo>
                  <a:lnTo>
                    <a:pt x="3973334" y="2331199"/>
                  </a:lnTo>
                  <a:lnTo>
                    <a:pt x="4017175" y="2312187"/>
                  </a:lnTo>
                  <a:lnTo>
                    <a:pt x="4043070" y="2272029"/>
                  </a:lnTo>
                  <a:lnTo>
                    <a:pt x="4046220" y="82283"/>
                  </a:lnTo>
                  <a:lnTo>
                    <a:pt x="4045686" y="72885"/>
                  </a:lnTo>
                  <a:lnTo>
                    <a:pt x="4026687" y="29044"/>
                  </a:lnTo>
                  <a:lnTo>
                    <a:pt x="3986530" y="3149"/>
                  </a:lnTo>
                  <a:lnTo>
                    <a:pt x="82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3784581" y="7283195"/>
              <a:ext cx="4046220" cy="2331720"/>
            </a:xfrm>
            <a:custGeom>
              <a:avLst/>
              <a:gdLst/>
              <a:ahLst/>
              <a:cxnLst/>
              <a:rect l="l" t="t" r="r" b="b"/>
              <a:pathLst>
                <a:path w="4046219" h="2331720">
                  <a:moveTo>
                    <a:pt x="82283" y="0"/>
                  </a:moveTo>
                  <a:lnTo>
                    <a:pt x="3963924" y="0"/>
                  </a:lnTo>
                  <a:lnTo>
                    <a:pt x="3965282" y="0"/>
                  </a:lnTo>
                  <a:lnTo>
                    <a:pt x="3966629" y="38"/>
                  </a:lnTo>
                  <a:lnTo>
                    <a:pt x="3967962" y="101"/>
                  </a:lnTo>
                  <a:lnTo>
                    <a:pt x="3969308" y="165"/>
                  </a:lnTo>
                  <a:lnTo>
                    <a:pt x="3970655" y="266"/>
                  </a:lnTo>
                  <a:lnTo>
                    <a:pt x="3983926" y="2463"/>
                  </a:lnTo>
                  <a:lnTo>
                    <a:pt x="3985234" y="2793"/>
                  </a:lnTo>
                  <a:lnTo>
                    <a:pt x="3986530" y="3149"/>
                  </a:lnTo>
                  <a:lnTo>
                    <a:pt x="3987812" y="3543"/>
                  </a:lnTo>
                  <a:lnTo>
                    <a:pt x="3989108" y="3936"/>
                  </a:lnTo>
                  <a:lnTo>
                    <a:pt x="3990378" y="4356"/>
                  </a:lnTo>
                  <a:lnTo>
                    <a:pt x="3991648" y="4813"/>
                  </a:lnTo>
                  <a:lnTo>
                    <a:pt x="3992918" y="5257"/>
                  </a:lnTo>
                  <a:lnTo>
                    <a:pt x="3999115" y="7899"/>
                  </a:lnTo>
                  <a:lnTo>
                    <a:pt x="4000334" y="8470"/>
                  </a:lnTo>
                  <a:lnTo>
                    <a:pt x="4006227" y="11709"/>
                  </a:lnTo>
                  <a:lnTo>
                    <a:pt x="4007383" y="12395"/>
                  </a:lnTo>
                  <a:lnTo>
                    <a:pt x="4008526" y="13119"/>
                  </a:lnTo>
                  <a:lnTo>
                    <a:pt x="4009644" y="13868"/>
                  </a:lnTo>
                  <a:lnTo>
                    <a:pt x="4010761" y="14617"/>
                  </a:lnTo>
                  <a:lnTo>
                    <a:pt x="4011866" y="15392"/>
                  </a:lnTo>
                  <a:lnTo>
                    <a:pt x="4012946" y="16192"/>
                  </a:lnTo>
                  <a:lnTo>
                    <a:pt x="4014025" y="16992"/>
                  </a:lnTo>
                  <a:lnTo>
                    <a:pt x="4015092" y="17818"/>
                  </a:lnTo>
                  <a:lnTo>
                    <a:pt x="4016133" y="18681"/>
                  </a:lnTo>
                  <a:lnTo>
                    <a:pt x="4017175" y="19532"/>
                  </a:lnTo>
                  <a:lnTo>
                    <a:pt x="4022115" y="24104"/>
                  </a:lnTo>
                  <a:lnTo>
                    <a:pt x="4023067" y="25057"/>
                  </a:lnTo>
                  <a:lnTo>
                    <a:pt x="4027538" y="30086"/>
                  </a:lnTo>
                  <a:lnTo>
                    <a:pt x="4028401" y="31127"/>
                  </a:lnTo>
                  <a:lnTo>
                    <a:pt x="4029227" y="32181"/>
                  </a:lnTo>
                  <a:lnTo>
                    <a:pt x="4030027" y="33273"/>
                  </a:lnTo>
                  <a:lnTo>
                    <a:pt x="4030827" y="34353"/>
                  </a:lnTo>
                  <a:lnTo>
                    <a:pt x="4031602" y="35445"/>
                  </a:lnTo>
                  <a:lnTo>
                    <a:pt x="4032351" y="36575"/>
                  </a:lnTo>
                  <a:lnTo>
                    <a:pt x="4033100" y="37693"/>
                  </a:lnTo>
                  <a:lnTo>
                    <a:pt x="4033824" y="38823"/>
                  </a:lnTo>
                  <a:lnTo>
                    <a:pt x="4034510" y="39979"/>
                  </a:lnTo>
                  <a:lnTo>
                    <a:pt x="4035209" y="41135"/>
                  </a:lnTo>
                  <a:lnTo>
                    <a:pt x="4035869" y="42303"/>
                  </a:lnTo>
                  <a:lnTo>
                    <a:pt x="4036504" y="43497"/>
                  </a:lnTo>
                  <a:lnTo>
                    <a:pt x="4037139" y="44678"/>
                  </a:lnTo>
                  <a:lnTo>
                    <a:pt x="4039946" y="50799"/>
                  </a:lnTo>
                  <a:lnTo>
                    <a:pt x="4040466" y="52044"/>
                  </a:lnTo>
                  <a:lnTo>
                    <a:pt x="4040962" y="53301"/>
                  </a:lnTo>
                  <a:lnTo>
                    <a:pt x="4041406" y="54559"/>
                  </a:lnTo>
                  <a:lnTo>
                    <a:pt x="4041863" y="55829"/>
                  </a:lnTo>
                  <a:lnTo>
                    <a:pt x="4044632" y="66230"/>
                  </a:lnTo>
                  <a:lnTo>
                    <a:pt x="4044899" y="67551"/>
                  </a:lnTo>
                  <a:lnTo>
                    <a:pt x="4045127" y="68884"/>
                  </a:lnTo>
                  <a:lnTo>
                    <a:pt x="4045318" y="70218"/>
                  </a:lnTo>
                  <a:lnTo>
                    <a:pt x="4045521" y="71539"/>
                  </a:lnTo>
                  <a:lnTo>
                    <a:pt x="4045686" y="72885"/>
                  </a:lnTo>
                  <a:lnTo>
                    <a:pt x="4045813" y="74218"/>
                  </a:lnTo>
                  <a:lnTo>
                    <a:pt x="4045953" y="75564"/>
                  </a:lnTo>
                  <a:lnTo>
                    <a:pt x="4046054" y="76898"/>
                  </a:lnTo>
                  <a:lnTo>
                    <a:pt x="4046118" y="78244"/>
                  </a:lnTo>
                  <a:lnTo>
                    <a:pt x="4046181" y="79590"/>
                  </a:lnTo>
                  <a:lnTo>
                    <a:pt x="4046220" y="80937"/>
                  </a:lnTo>
                  <a:lnTo>
                    <a:pt x="4046220" y="82283"/>
                  </a:lnTo>
                  <a:lnTo>
                    <a:pt x="4046220" y="2249436"/>
                  </a:lnTo>
                  <a:lnTo>
                    <a:pt x="4046220" y="2250782"/>
                  </a:lnTo>
                  <a:lnTo>
                    <a:pt x="4046181" y="2252129"/>
                  </a:lnTo>
                  <a:lnTo>
                    <a:pt x="4046118" y="2253475"/>
                  </a:lnTo>
                  <a:lnTo>
                    <a:pt x="4046054" y="2254821"/>
                  </a:lnTo>
                  <a:lnTo>
                    <a:pt x="4045953" y="2256167"/>
                  </a:lnTo>
                  <a:lnTo>
                    <a:pt x="4045813" y="2257501"/>
                  </a:lnTo>
                  <a:lnTo>
                    <a:pt x="4045686" y="2258834"/>
                  </a:lnTo>
                  <a:lnTo>
                    <a:pt x="4045521" y="2260180"/>
                  </a:lnTo>
                  <a:lnTo>
                    <a:pt x="4045318" y="2261514"/>
                  </a:lnTo>
                  <a:lnTo>
                    <a:pt x="4045127" y="2262835"/>
                  </a:lnTo>
                  <a:lnTo>
                    <a:pt x="4044899" y="2264168"/>
                  </a:lnTo>
                  <a:lnTo>
                    <a:pt x="4044632" y="2265476"/>
                  </a:lnTo>
                  <a:lnTo>
                    <a:pt x="4044378" y="2266797"/>
                  </a:lnTo>
                  <a:lnTo>
                    <a:pt x="4041406" y="2277148"/>
                  </a:lnTo>
                  <a:lnTo>
                    <a:pt x="4040962" y="2278418"/>
                  </a:lnTo>
                  <a:lnTo>
                    <a:pt x="4040466" y="2279675"/>
                  </a:lnTo>
                  <a:lnTo>
                    <a:pt x="4039946" y="2280919"/>
                  </a:lnTo>
                  <a:lnTo>
                    <a:pt x="4039438" y="2282164"/>
                  </a:lnTo>
                  <a:lnTo>
                    <a:pt x="4034510" y="2291740"/>
                  </a:lnTo>
                  <a:lnTo>
                    <a:pt x="4033824" y="2292883"/>
                  </a:lnTo>
                  <a:lnTo>
                    <a:pt x="4030027" y="2298445"/>
                  </a:lnTo>
                  <a:lnTo>
                    <a:pt x="4029227" y="2299538"/>
                  </a:lnTo>
                  <a:lnTo>
                    <a:pt x="4028401" y="2300604"/>
                  </a:lnTo>
                  <a:lnTo>
                    <a:pt x="4027538" y="2301646"/>
                  </a:lnTo>
                  <a:lnTo>
                    <a:pt x="4026687" y="2302675"/>
                  </a:lnTo>
                  <a:lnTo>
                    <a:pt x="4022115" y="2307615"/>
                  </a:lnTo>
                  <a:lnTo>
                    <a:pt x="4021162" y="2308567"/>
                  </a:lnTo>
                  <a:lnTo>
                    <a:pt x="4020197" y="2309494"/>
                  </a:lnTo>
                  <a:lnTo>
                    <a:pt x="4019194" y="2310396"/>
                  </a:lnTo>
                  <a:lnTo>
                    <a:pt x="4018191" y="2311298"/>
                  </a:lnTo>
                  <a:lnTo>
                    <a:pt x="4017175" y="2312187"/>
                  </a:lnTo>
                  <a:lnTo>
                    <a:pt x="4016133" y="2313038"/>
                  </a:lnTo>
                  <a:lnTo>
                    <a:pt x="4015092" y="2313901"/>
                  </a:lnTo>
                  <a:lnTo>
                    <a:pt x="4014025" y="2314727"/>
                  </a:lnTo>
                  <a:lnTo>
                    <a:pt x="4012946" y="2315527"/>
                  </a:lnTo>
                  <a:lnTo>
                    <a:pt x="4011866" y="2316327"/>
                  </a:lnTo>
                  <a:lnTo>
                    <a:pt x="4010761" y="2317102"/>
                  </a:lnTo>
                  <a:lnTo>
                    <a:pt x="4009644" y="2317851"/>
                  </a:lnTo>
                  <a:lnTo>
                    <a:pt x="4008526" y="2318600"/>
                  </a:lnTo>
                  <a:lnTo>
                    <a:pt x="4007383" y="2319324"/>
                  </a:lnTo>
                  <a:lnTo>
                    <a:pt x="4006227" y="2320010"/>
                  </a:lnTo>
                  <a:lnTo>
                    <a:pt x="4005072" y="2320709"/>
                  </a:lnTo>
                  <a:lnTo>
                    <a:pt x="3995420" y="2325458"/>
                  </a:lnTo>
                  <a:lnTo>
                    <a:pt x="3994175" y="2325979"/>
                  </a:lnTo>
                  <a:lnTo>
                    <a:pt x="3992918" y="2326462"/>
                  </a:lnTo>
                  <a:lnTo>
                    <a:pt x="3991648" y="2326906"/>
                  </a:lnTo>
                  <a:lnTo>
                    <a:pt x="3990378" y="2327363"/>
                  </a:lnTo>
                  <a:lnTo>
                    <a:pt x="3989108" y="2327782"/>
                  </a:lnTo>
                  <a:lnTo>
                    <a:pt x="3987812" y="2328176"/>
                  </a:lnTo>
                  <a:lnTo>
                    <a:pt x="3986530" y="2328570"/>
                  </a:lnTo>
                  <a:lnTo>
                    <a:pt x="3979976" y="2330132"/>
                  </a:lnTo>
                  <a:lnTo>
                    <a:pt x="3978656" y="2330399"/>
                  </a:lnTo>
                  <a:lnTo>
                    <a:pt x="3977335" y="2330627"/>
                  </a:lnTo>
                  <a:lnTo>
                    <a:pt x="3976014" y="2330818"/>
                  </a:lnTo>
                  <a:lnTo>
                    <a:pt x="3974680" y="2331034"/>
                  </a:lnTo>
                  <a:lnTo>
                    <a:pt x="3973334" y="2331199"/>
                  </a:lnTo>
                  <a:lnTo>
                    <a:pt x="3972001" y="2331313"/>
                  </a:lnTo>
                  <a:lnTo>
                    <a:pt x="3970655" y="2331453"/>
                  </a:lnTo>
                  <a:lnTo>
                    <a:pt x="3969308" y="2331554"/>
                  </a:lnTo>
                  <a:lnTo>
                    <a:pt x="3967962" y="2331618"/>
                  </a:lnTo>
                  <a:lnTo>
                    <a:pt x="3966629" y="2331694"/>
                  </a:lnTo>
                  <a:lnTo>
                    <a:pt x="3965282" y="2331719"/>
                  </a:lnTo>
                  <a:lnTo>
                    <a:pt x="3963924" y="2331719"/>
                  </a:lnTo>
                  <a:lnTo>
                    <a:pt x="82283" y="2331719"/>
                  </a:lnTo>
                  <a:lnTo>
                    <a:pt x="80937" y="2331719"/>
                  </a:lnTo>
                  <a:lnTo>
                    <a:pt x="79590" y="2331694"/>
                  </a:lnTo>
                  <a:lnTo>
                    <a:pt x="78244" y="2331618"/>
                  </a:lnTo>
                  <a:lnTo>
                    <a:pt x="76898" y="2331554"/>
                  </a:lnTo>
                  <a:lnTo>
                    <a:pt x="75552" y="2331453"/>
                  </a:lnTo>
                  <a:lnTo>
                    <a:pt x="74218" y="2331313"/>
                  </a:lnTo>
                  <a:lnTo>
                    <a:pt x="72872" y="2331199"/>
                  </a:lnTo>
                  <a:lnTo>
                    <a:pt x="71539" y="2331034"/>
                  </a:lnTo>
                  <a:lnTo>
                    <a:pt x="70205" y="2330818"/>
                  </a:lnTo>
                  <a:lnTo>
                    <a:pt x="68872" y="2330627"/>
                  </a:lnTo>
                  <a:lnTo>
                    <a:pt x="67551" y="2330399"/>
                  </a:lnTo>
                  <a:lnTo>
                    <a:pt x="66230" y="2330132"/>
                  </a:lnTo>
                  <a:lnTo>
                    <a:pt x="64909" y="2329878"/>
                  </a:lnTo>
                  <a:lnTo>
                    <a:pt x="54559" y="2326906"/>
                  </a:lnTo>
                  <a:lnTo>
                    <a:pt x="53289" y="2326462"/>
                  </a:lnTo>
                  <a:lnTo>
                    <a:pt x="52031" y="2325979"/>
                  </a:lnTo>
                  <a:lnTo>
                    <a:pt x="50800" y="2325458"/>
                  </a:lnTo>
                  <a:lnTo>
                    <a:pt x="49542" y="2324938"/>
                  </a:lnTo>
                  <a:lnTo>
                    <a:pt x="43497" y="2322004"/>
                  </a:lnTo>
                  <a:lnTo>
                    <a:pt x="42303" y="2321369"/>
                  </a:lnTo>
                  <a:lnTo>
                    <a:pt x="41135" y="2320709"/>
                  </a:lnTo>
                  <a:lnTo>
                    <a:pt x="39979" y="2320010"/>
                  </a:lnTo>
                  <a:lnTo>
                    <a:pt x="38823" y="2319324"/>
                  </a:lnTo>
                  <a:lnTo>
                    <a:pt x="33261" y="2315527"/>
                  </a:lnTo>
                  <a:lnTo>
                    <a:pt x="32181" y="2314727"/>
                  </a:lnTo>
                  <a:lnTo>
                    <a:pt x="31127" y="2313901"/>
                  </a:lnTo>
                  <a:lnTo>
                    <a:pt x="30086" y="2313038"/>
                  </a:lnTo>
                  <a:lnTo>
                    <a:pt x="29044" y="2312187"/>
                  </a:lnTo>
                  <a:lnTo>
                    <a:pt x="28016" y="2311298"/>
                  </a:lnTo>
                  <a:lnTo>
                    <a:pt x="27025" y="2310396"/>
                  </a:lnTo>
                  <a:lnTo>
                    <a:pt x="26022" y="2309494"/>
                  </a:lnTo>
                  <a:lnTo>
                    <a:pt x="16192" y="2298445"/>
                  </a:lnTo>
                  <a:lnTo>
                    <a:pt x="15392" y="2297366"/>
                  </a:lnTo>
                  <a:lnTo>
                    <a:pt x="11709" y="2291740"/>
                  </a:lnTo>
                  <a:lnTo>
                    <a:pt x="11010" y="2290584"/>
                  </a:lnTo>
                  <a:lnTo>
                    <a:pt x="7899" y="2284615"/>
                  </a:lnTo>
                  <a:lnTo>
                    <a:pt x="7327" y="2283396"/>
                  </a:lnTo>
                  <a:lnTo>
                    <a:pt x="6781" y="2282164"/>
                  </a:lnTo>
                  <a:lnTo>
                    <a:pt x="6261" y="2280919"/>
                  </a:lnTo>
                  <a:lnTo>
                    <a:pt x="5740" y="2279675"/>
                  </a:lnTo>
                  <a:lnTo>
                    <a:pt x="5257" y="2278418"/>
                  </a:lnTo>
                  <a:lnTo>
                    <a:pt x="4813" y="2277148"/>
                  </a:lnTo>
                  <a:lnTo>
                    <a:pt x="4356" y="2275890"/>
                  </a:lnTo>
                  <a:lnTo>
                    <a:pt x="2463" y="2269426"/>
                  </a:lnTo>
                  <a:lnTo>
                    <a:pt x="2133" y="2268118"/>
                  </a:lnTo>
                  <a:lnTo>
                    <a:pt x="889" y="2261514"/>
                  </a:lnTo>
                  <a:lnTo>
                    <a:pt x="685" y="2260180"/>
                  </a:lnTo>
                  <a:lnTo>
                    <a:pt x="101" y="2253475"/>
                  </a:lnTo>
                  <a:lnTo>
                    <a:pt x="25" y="2252129"/>
                  </a:lnTo>
                  <a:lnTo>
                    <a:pt x="0" y="2250782"/>
                  </a:lnTo>
                  <a:lnTo>
                    <a:pt x="0" y="2249436"/>
                  </a:lnTo>
                  <a:lnTo>
                    <a:pt x="0" y="82283"/>
                  </a:lnTo>
                  <a:lnTo>
                    <a:pt x="0" y="80937"/>
                  </a:lnTo>
                  <a:lnTo>
                    <a:pt x="25" y="79590"/>
                  </a:lnTo>
                  <a:lnTo>
                    <a:pt x="101" y="78244"/>
                  </a:lnTo>
                  <a:lnTo>
                    <a:pt x="165" y="76898"/>
                  </a:lnTo>
                  <a:lnTo>
                    <a:pt x="889" y="70218"/>
                  </a:lnTo>
                  <a:lnTo>
                    <a:pt x="1079" y="68884"/>
                  </a:lnTo>
                  <a:lnTo>
                    <a:pt x="2463" y="62293"/>
                  </a:lnTo>
                  <a:lnTo>
                    <a:pt x="2794" y="60985"/>
                  </a:lnTo>
                  <a:lnTo>
                    <a:pt x="4813" y="54559"/>
                  </a:lnTo>
                  <a:lnTo>
                    <a:pt x="5257" y="53301"/>
                  </a:lnTo>
                  <a:lnTo>
                    <a:pt x="5740" y="52044"/>
                  </a:lnTo>
                  <a:lnTo>
                    <a:pt x="6261" y="50799"/>
                  </a:lnTo>
                  <a:lnTo>
                    <a:pt x="6781" y="49555"/>
                  </a:lnTo>
                  <a:lnTo>
                    <a:pt x="7327" y="48323"/>
                  </a:lnTo>
                  <a:lnTo>
                    <a:pt x="7899" y="47104"/>
                  </a:lnTo>
                  <a:lnTo>
                    <a:pt x="8470" y="45885"/>
                  </a:lnTo>
                  <a:lnTo>
                    <a:pt x="9080" y="44678"/>
                  </a:lnTo>
                  <a:lnTo>
                    <a:pt x="9715" y="43497"/>
                  </a:lnTo>
                  <a:lnTo>
                    <a:pt x="10350" y="42303"/>
                  </a:lnTo>
                  <a:lnTo>
                    <a:pt x="11010" y="41135"/>
                  </a:lnTo>
                  <a:lnTo>
                    <a:pt x="11709" y="39979"/>
                  </a:lnTo>
                  <a:lnTo>
                    <a:pt x="12395" y="38823"/>
                  </a:lnTo>
                  <a:lnTo>
                    <a:pt x="13119" y="37693"/>
                  </a:lnTo>
                  <a:lnTo>
                    <a:pt x="13868" y="36575"/>
                  </a:lnTo>
                  <a:lnTo>
                    <a:pt x="14617" y="35445"/>
                  </a:lnTo>
                  <a:lnTo>
                    <a:pt x="15392" y="34353"/>
                  </a:lnTo>
                  <a:lnTo>
                    <a:pt x="16192" y="33273"/>
                  </a:lnTo>
                  <a:lnTo>
                    <a:pt x="16992" y="32181"/>
                  </a:lnTo>
                  <a:lnTo>
                    <a:pt x="21310" y="27025"/>
                  </a:lnTo>
                  <a:lnTo>
                    <a:pt x="22212" y="26022"/>
                  </a:lnTo>
                  <a:lnTo>
                    <a:pt x="30086" y="18681"/>
                  </a:lnTo>
                  <a:lnTo>
                    <a:pt x="31127" y="17818"/>
                  </a:lnTo>
                  <a:lnTo>
                    <a:pt x="39979" y="11709"/>
                  </a:lnTo>
                  <a:lnTo>
                    <a:pt x="41135" y="11010"/>
                  </a:lnTo>
                  <a:lnTo>
                    <a:pt x="42303" y="10350"/>
                  </a:lnTo>
                  <a:lnTo>
                    <a:pt x="43497" y="9715"/>
                  </a:lnTo>
                  <a:lnTo>
                    <a:pt x="44678" y="9080"/>
                  </a:lnTo>
                  <a:lnTo>
                    <a:pt x="45885" y="8470"/>
                  </a:lnTo>
                  <a:lnTo>
                    <a:pt x="47104" y="7899"/>
                  </a:lnTo>
                  <a:lnTo>
                    <a:pt x="48323" y="7327"/>
                  </a:lnTo>
                  <a:lnTo>
                    <a:pt x="54559" y="4813"/>
                  </a:lnTo>
                  <a:lnTo>
                    <a:pt x="55829" y="4356"/>
                  </a:lnTo>
                  <a:lnTo>
                    <a:pt x="62293" y="2463"/>
                  </a:lnTo>
                  <a:lnTo>
                    <a:pt x="63601" y="2133"/>
                  </a:lnTo>
                  <a:lnTo>
                    <a:pt x="78244" y="101"/>
                  </a:lnTo>
                  <a:lnTo>
                    <a:pt x="79590" y="38"/>
                  </a:lnTo>
                  <a:lnTo>
                    <a:pt x="80937" y="0"/>
                  </a:lnTo>
                  <a:lnTo>
                    <a:pt x="82283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13784578" y="7283195"/>
              <a:ext cx="4046220" cy="466725"/>
            </a:xfrm>
            <a:custGeom>
              <a:avLst/>
              <a:gdLst/>
              <a:ahLst/>
              <a:cxnLst/>
              <a:rect l="l" t="t" r="r" b="b"/>
              <a:pathLst>
                <a:path w="4046219" h="466725">
                  <a:moveTo>
                    <a:pt x="82296" y="0"/>
                  </a:moveTo>
                  <a:lnTo>
                    <a:pt x="42316" y="10350"/>
                  </a:lnTo>
                  <a:lnTo>
                    <a:pt x="9080" y="44691"/>
                  </a:lnTo>
                  <a:lnTo>
                    <a:pt x="0" y="384047"/>
                  </a:lnTo>
                  <a:lnTo>
                    <a:pt x="533" y="393458"/>
                  </a:lnTo>
                  <a:lnTo>
                    <a:pt x="19532" y="437299"/>
                  </a:lnTo>
                  <a:lnTo>
                    <a:pt x="59690" y="463194"/>
                  </a:lnTo>
                  <a:lnTo>
                    <a:pt x="3963924" y="466343"/>
                  </a:lnTo>
                  <a:lnTo>
                    <a:pt x="3973334" y="465810"/>
                  </a:lnTo>
                  <a:lnTo>
                    <a:pt x="4017175" y="446811"/>
                  </a:lnTo>
                  <a:lnTo>
                    <a:pt x="4043070" y="406653"/>
                  </a:lnTo>
                  <a:lnTo>
                    <a:pt x="4046220" y="82295"/>
                  </a:lnTo>
                  <a:lnTo>
                    <a:pt x="4045534" y="71551"/>
                  </a:lnTo>
                  <a:lnTo>
                    <a:pt x="4026687" y="29044"/>
                  </a:lnTo>
                  <a:lnTo>
                    <a:pt x="3986517" y="3149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3784579" y="7516367"/>
              <a:ext cx="4046220" cy="233679"/>
            </a:xfrm>
            <a:custGeom>
              <a:avLst/>
              <a:gdLst/>
              <a:ahLst/>
              <a:cxnLst/>
              <a:rect l="l" t="t" r="r" b="b"/>
              <a:pathLst>
                <a:path w="4046219" h="233679">
                  <a:moveTo>
                    <a:pt x="4046219" y="0"/>
                  </a:moveTo>
                  <a:lnTo>
                    <a:pt x="0" y="0"/>
                  </a:lnTo>
                  <a:lnTo>
                    <a:pt x="0" y="233172"/>
                  </a:lnTo>
                  <a:lnTo>
                    <a:pt x="4046219" y="233172"/>
                  </a:lnTo>
                  <a:lnTo>
                    <a:pt x="4046219" y="0"/>
                  </a:lnTo>
                  <a:close/>
                </a:path>
              </a:pathLst>
            </a:custGeom>
            <a:solidFill>
              <a:srgbClr val="1B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/>
          <p:cNvSpPr txBox="1"/>
          <p:nvPr/>
        </p:nvSpPr>
        <p:spPr>
          <a:xfrm>
            <a:off x="13909039" y="7367072"/>
            <a:ext cx="52959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OFFER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3936471" y="8053427"/>
            <a:ext cx="1270000" cy="1221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100"/>
              </a:lnSpc>
              <a:spcBef>
                <a:spcPts val="100"/>
              </a:spcBef>
            </a:pPr>
            <a:r>
              <a:rPr dirty="0" sz="1400" spc="-114" b="1">
                <a:solidFill>
                  <a:srgbClr val="D98E3C"/>
                </a:solidFill>
                <a:latin typeface="Calibri"/>
                <a:cs typeface="Calibri"/>
              </a:rPr>
              <a:t>Offer_ID</a:t>
            </a:r>
            <a:r>
              <a:rPr dirty="0" sz="1400" spc="-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D98E3C"/>
                </a:solidFill>
                <a:latin typeface="Calibri"/>
                <a:cs typeface="Calibri"/>
              </a:rPr>
              <a:t>(PK) </a:t>
            </a:r>
            <a:r>
              <a:rPr dirty="0" sz="1400" spc="-10">
                <a:solidFill>
                  <a:srgbClr val="1C7293"/>
                </a:solidFill>
                <a:latin typeface="Calibri"/>
                <a:cs typeface="Calibri"/>
              </a:rPr>
              <a:t>Student_ID</a:t>
            </a:r>
            <a:r>
              <a:rPr dirty="0" sz="1400" spc="-25">
                <a:solidFill>
                  <a:srgbClr val="1C7293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C7293"/>
                </a:solidFill>
                <a:latin typeface="Calibri"/>
                <a:cs typeface="Calibri"/>
              </a:rPr>
              <a:t>(FK) </a:t>
            </a:r>
            <a:r>
              <a:rPr dirty="0" sz="1400" spc="-10">
                <a:solidFill>
                  <a:srgbClr val="1C7293"/>
                </a:solidFill>
                <a:latin typeface="Calibri"/>
                <a:cs typeface="Calibri"/>
              </a:rPr>
              <a:t>Company_ID</a:t>
            </a:r>
            <a:r>
              <a:rPr dirty="0" sz="1400" spc="-45">
                <a:solidFill>
                  <a:srgbClr val="1C7293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C7293"/>
                </a:solidFill>
                <a:latin typeface="Calibri"/>
                <a:cs typeface="Calibri"/>
              </a:rPr>
              <a:t>(FK) </a:t>
            </a:r>
            <a:r>
              <a:rPr dirty="0" sz="1400">
                <a:solidFill>
                  <a:srgbClr val="1C7293"/>
                </a:solidFill>
                <a:latin typeface="Calibri"/>
                <a:cs typeface="Calibri"/>
              </a:rPr>
              <a:t>Job_ID</a:t>
            </a:r>
            <a:r>
              <a:rPr dirty="0" sz="1400" spc="-70">
                <a:solidFill>
                  <a:srgbClr val="1C7293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C7293"/>
                </a:solidFill>
                <a:latin typeface="Calibri"/>
                <a:cs typeface="Calibri"/>
              </a:rPr>
              <a:t>(FK) </a:t>
            </a:r>
            <a:r>
              <a:rPr dirty="0" sz="1400" spc="-10">
                <a:solidFill>
                  <a:srgbClr val="1F332F"/>
                </a:solidFill>
                <a:latin typeface="Calibri"/>
                <a:cs typeface="Calibri"/>
              </a:rPr>
              <a:t>Offer_Date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0259" y="509185"/>
            <a:ext cx="5734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25" b="1">
                <a:solidFill>
                  <a:srgbClr val="D98E3C"/>
                </a:solidFill>
                <a:latin typeface="Calibri"/>
                <a:cs typeface="Calibri"/>
              </a:rPr>
              <a:t>FIVE</a:t>
            </a:r>
            <a:r>
              <a:rPr dirty="0" sz="1800" spc="90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240" b="1">
                <a:solidFill>
                  <a:srgbClr val="D98E3C"/>
                </a:solidFill>
                <a:latin typeface="Calibri"/>
                <a:cs typeface="Calibri"/>
              </a:rPr>
              <a:t>PHASE</a:t>
            </a:r>
            <a:r>
              <a:rPr dirty="0" sz="1800" spc="-12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S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150" b="1">
                <a:solidFill>
                  <a:srgbClr val="D98E3C"/>
                </a:solidFill>
                <a:latin typeface="Calibri"/>
                <a:cs typeface="Calibri"/>
              </a:rPr>
              <a:t>FR</a:t>
            </a:r>
            <a:r>
              <a:rPr dirty="0" sz="1800" spc="-1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150" b="1">
                <a:solidFill>
                  <a:srgbClr val="D98E3C"/>
                </a:solidFill>
                <a:latin typeface="Calibri"/>
                <a:cs typeface="Calibri"/>
              </a:rPr>
              <a:t>OM</a:t>
            </a:r>
            <a:r>
              <a:rPr dirty="0" sz="1800" spc="90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200" b="1">
                <a:solidFill>
                  <a:srgbClr val="D98E3C"/>
                </a:solidFill>
                <a:latin typeface="Calibri"/>
                <a:cs typeface="Calibri"/>
              </a:rPr>
              <a:t>ANA</a:t>
            </a:r>
            <a:r>
              <a:rPr dirty="0" sz="1800" spc="-10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60" b="1">
                <a:solidFill>
                  <a:srgbClr val="D98E3C"/>
                </a:solidFill>
                <a:latin typeface="Calibri"/>
                <a:cs typeface="Calibri"/>
              </a:rPr>
              <a:t>LY</a:t>
            </a:r>
            <a:r>
              <a:rPr dirty="0" sz="1800" spc="-13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200" b="1">
                <a:solidFill>
                  <a:srgbClr val="D98E3C"/>
                </a:solidFill>
                <a:latin typeface="Calibri"/>
                <a:cs typeface="Calibri"/>
              </a:rPr>
              <a:t>SIS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T</a:t>
            </a:r>
            <a:r>
              <a:rPr dirty="0" sz="1800" spc="-15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D98E3C"/>
                </a:solidFill>
                <a:latin typeface="Calibri"/>
                <a:cs typeface="Calibri"/>
              </a:rPr>
              <a:t>O</a:t>
            </a:r>
            <a:r>
              <a:rPr dirty="0" sz="1800" spc="95" b="1">
                <a:solidFill>
                  <a:srgbClr val="D98E3C"/>
                </a:solidFill>
                <a:latin typeface="Calibri"/>
                <a:cs typeface="Calibri"/>
              </a:rPr>
              <a:t>  </a:t>
            </a:r>
            <a:r>
              <a:rPr dirty="0" sz="1800" spc="240" b="1">
                <a:solidFill>
                  <a:srgbClr val="D98E3C"/>
                </a:solidFill>
                <a:latin typeface="Calibri"/>
                <a:cs typeface="Calibri"/>
              </a:rPr>
              <a:t>REPOR</a:t>
            </a:r>
            <a:r>
              <a:rPr dirty="0" sz="1800" spc="-125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800" spc="204" b="1">
                <a:solidFill>
                  <a:srgbClr val="D98E3C"/>
                </a:solidFill>
                <a:latin typeface="Calibri"/>
                <a:cs typeface="Calibri"/>
              </a:rPr>
              <a:t>TING 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100"/>
              <a:t> </a:t>
            </a:r>
            <a:r>
              <a:rPr dirty="0" spc="-10"/>
              <a:t>Planning</a:t>
            </a:r>
          </a:p>
        </p:txBody>
      </p:sp>
      <p:sp>
        <p:nvSpPr>
          <p:cNvPr id="4" name="object 4"/>
          <p:cNvSpPr/>
          <p:nvPr/>
        </p:nvSpPr>
        <p:spPr>
          <a:xfrm>
            <a:off x="2002535" y="2263139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822960" h="822960">
                <a:moveTo>
                  <a:pt x="411479" y="0"/>
                </a:moveTo>
                <a:lnTo>
                  <a:pt x="363492" y="2768"/>
                </a:lnTo>
                <a:lnTo>
                  <a:pt x="317131" y="10867"/>
                </a:lnTo>
                <a:lnTo>
                  <a:pt x="272704" y="23988"/>
                </a:lnTo>
                <a:lnTo>
                  <a:pt x="230521" y="41823"/>
                </a:lnTo>
                <a:lnTo>
                  <a:pt x="190890" y="64062"/>
                </a:lnTo>
                <a:lnTo>
                  <a:pt x="154120" y="90397"/>
                </a:lnTo>
                <a:lnTo>
                  <a:pt x="120519" y="120519"/>
                </a:lnTo>
                <a:lnTo>
                  <a:pt x="90397" y="154120"/>
                </a:lnTo>
                <a:lnTo>
                  <a:pt x="64062" y="190890"/>
                </a:lnTo>
                <a:lnTo>
                  <a:pt x="41823" y="230521"/>
                </a:lnTo>
                <a:lnTo>
                  <a:pt x="23988" y="272704"/>
                </a:lnTo>
                <a:lnTo>
                  <a:pt x="10867" y="317131"/>
                </a:lnTo>
                <a:lnTo>
                  <a:pt x="2768" y="363492"/>
                </a:lnTo>
                <a:lnTo>
                  <a:pt x="0" y="411479"/>
                </a:lnTo>
                <a:lnTo>
                  <a:pt x="2768" y="459467"/>
                </a:lnTo>
                <a:lnTo>
                  <a:pt x="10867" y="505828"/>
                </a:lnTo>
                <a:lnTo>
                  <a:pt x="23988" y="550255"/>
                </a:lnTo>
                <a:lnTo>
                  <a:pt x="41823" y="592438"/>
                </a:lnTo>
                <a:lnTo>
                  <a:pt x="64062" y="632069"/>
                </a:lnTo>
                <a:lnTo>
                  <a:pt x="90397" y="668839"/>
                </a:lnTo>
                <a:lnTo>
                  <a:pt x="120519" y="702440"/>
                </a:lnTo>
                <a:lnTo>
                  <a:pt x="154120" y="732562"/>
                </a:lnTo>
                <a:lnTo>
                  <a:pt x="190890" y="758897"/>
                </a:lnTo>
                <a:lnTo>
                  <a:pt x="230521" y="781136"/>
                </a:lnTo>
                <a:lnTo>
                  <a:pt x="272704" y="798971"/>
                </a:lnTo>
                <a:lnTo>
                  <a:pt x="317131" y="812092"/>
                </a:lnTo>
                <a:lnTo>
                  <a:pt x="363492" y="820191"/>
                </a:lnTo>
                <a:lnTo>
                  <a:pt x="411479" y="822959"/>
                </a:lnTo>
                <a:lnTo>
                  <a:pt x="459467" y="820191"/>
                </a:lnTo>
                <a:lnTo>
                  <a:pt x="505828" y="812092"/>
                </a:lnTo>
                <a:lnTo>
                  <a:pt x="550255" y="798971"/>
                </a:lnTo>
                <a:lnTo>
                  <a:pt x="592438" y="781136"/>
                </a:lnTo>
                <a:lnTo>
                  <a:pt x="632069" y="758897"/>
                </a:lnTo>
                <a:lnTo>
                  <a:pt x="668839" y="732562"/>
                </a:lnTo>
                <a:lnTo>
                  <a:pt x="702440" y="702440"/>
                </a:lnTo>
                <a:lnTo>
                  <a:pt x="732562" y="668839"/>
                </a:lnTo>
                <a:lnTo>
                  <a:pt x="758897" y="632069"/>
                </a:lnTo>
                <a:lnTo>
                  <a:pt x="781136" y="592438"/>
                </a:lnTo>
                <a:lnTo>
                  <a:pt x="798971" y="550255"/>
                </a:lnTo>
                <a:lnTo>
                  <a:pt x="812092" y="505828"/>
                </a:lnTo>
                <a:lnTo>
                  <a:pt x="820191" y="459467"/>
                </a:lnTo>
                <a:lnTo>
                  <a:pt x="822959" y="411479"/>
                </a:lnTo>
                <a:lnTo>
                  <a:pt x="820191" y="363492"/>
                </a:lnTo>
                <a:lnTo>
                  <a:pt x="812092" y="317131"/>
                </a:lnTo>
                <a:lnTo>
                  <a:pt x="798971" y="272704"/>
                </a:lnTo>
                <a:lnTo>
                  <a:pt x="781136" y="230521"/>
                </a:lnTo>
                <a:lnTo>
                  <a:pt x="758897" y="190890"/>
                </a:lnTo>
                <a:lnTo>
                  <a:pt x="732562" y="154120"/>
                </a:lnTo>
                <a:lnTo>
                  <a:pt x="702440" y="120519"/>
                </a:lnTo>
                <a:lnTo>
                  <a:pt x="668839" y="90397"/>
                </a:lnTo>
                <a:lnTo>
                  <a:pt x="632069" y="64062"/>
                </a:lnTo>
                <a:lnTo>
                  <a:pt x="592438" y="41823"/>
                </a:lnTo>
                <a:lnTo>
                  <a:pt x="550255" y="23988"/>
                </a:lnTo>
                <a:lnTo>
                  <a:pt x="505828" y="10867"/>
                </a:lnTo>
                <a:lnTo>
                  <a:pt x="459467" y="2768"/>
                </a:lnTo>
                <a:lnTo>
                  <a:pt x="411479" y="0"/>
                </a:lnTo>
                <a:close/>
              </a:path>
            </a:pathLst>
          </a:custGeom>
          <a:solidFill>
            <a:srgbClr val="D98E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314418" y="2416047"/>
            <a:ext cx="1993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0" b="1">
                <a:solidFill>
                  <a:srgbClr val="0F3230"/>
                </a:solidFill>
                <a:latin typeface="Calibri"/>
                <a:cs typeface="Calibri"/>
              </a:rPr>
              <a:t>1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05071" y="2674620"/>
            <a:ext cx="274320" cy="0"/>
          </a:xfrm>
          <a:custGeom>
            <a:avLst/>
            <a:gdLst/>
            <a:ahLst/>
            <a:cxnLst/>
            <a:rect l="l" t="t" r="r" b="b"/>
            <a:pathLst>
              <a:path w="274320" h="0">
                <a:moveTo>
                  <a:pt x="0" y="0"/>
                </a:moveTo>
                <a:lnTo>
                  <a:pt x="274320" y="0"/>
                </a:lnTo>
              </a:path>
            </a:pathLst>
          </a:custGeom>
          <a:ln w="38100">
            <a:solidFill>
              <a:srgbClr val="BBD8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710437" y="3439341"/>
            <a:ext cx="1407160" cy="58102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66700" marR="5080" indent="-254635">
              <a:lnSpc>
                <a:spcPct val="102299"/>
              </a:lnSpc>
              <a:spcBef>
                <a:spcPts val="50"/>
              </a:spcBef>
            </a:pPr>
            <a:r>
              <a:rPr dirty="0" sz="1800" spc="-10" b="1">
                <a:solidFill>
                  <a:srgbClr val="1B4A4A"/>
                </a:solidFill>
                <a:latin typeface="Cambria"/>
                <a:cs typeface="Cambria"/>
              </a:rPr>
              <a:t>Requirement Analysis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03917" y="4311015"/>
            <a:ext cx="3201670" cy="3996690"/>
            <a:chOff x="803917" y="4311015"/>
            <a:chExt cx="3201670" cy="3996690"/>
          </a:xfrm>
        </p:grpSpPr>
        <p:sp>
          <p:nvSpPr>
            <p:cNvPr id="9" name="object 9"/>
            <p:cNvSpPr/>
            <p:nvPr/>
          </p:nvSpPr>
          <p:spPr>
            <a:xfrm>
              <a:off x="813442" y="4320540"/>
              <a:ext cx="3182620" cy="3977640"/>
            </a:xfrm>
            <a:custGeom>
              <a:avLst/>
              <a:gdLst/>
              <a:ahLst/>
              <a:cxnLst/>
              <a:rect l="l" t="t" r="r" b="b"/>
              <a:pathLst>
                <a:path w="3182620" h="3977640">
                  <a:moveTo>
                    <a:pt x="109715" y="0"/>
                  </a:moveTo>
                  <a:lnTo>
                    <a:pt x="107924" y="0"/>
                  </a:lnTo>
                  <a:lnTo>
                    <a:pt x="91833" y="1447"/>
                  </a:lnTo>
                  <a:lnTo>
                    <a:pt x="47269" y="19494"/>
                  </a:lnTo>
                  <a:lnTo>
                    <a:pt x="14681" y="54851"/>
                  </a:lnTo>
                  <a:lnTo>
                    <a:pt x="342" y="100749"/>
                  </a:lnTo>
                  <a:lnTo>
                    <a:pt x="0" y="3869715"/>
                  </a:lnTo>
                  <a:lnTo>
                    <a:pt x="1447" y="3885793"/>
                  </a:lnTo>
                  <a:lnTo>
                    <a:pt x="19481" y="3930370"/>
                  </a:lnTo>
                  <a:lnTo>
                    <a:pt x="54851" y="3962958"/>
                  </a:lnTo>
                  <a:lnTo>
                    <a:pt x="100749" y="3977284"/>
                  </a:lnTo>
                  <a:lnTo>
                    <a:pt x="3074187" y="3977640"/>
                  </a:lnTo>
                  <a:lnTo>
                    <a:pt x="3090265" y="3976192"/>
                  </a:lnTo>
                  <a:lnTo>
                    <a:pt x="3134842" y="3958158"/>
                  </a:lnTo>
                  <a:lnTo>
                    <a:pt x="3167418" y="3922788"/>
                  </a:lnTo>
                  <a:lnTo>
                    <a:pt x="3181756" y="3876890"/>
                  </a:lnTo>
                  <a:lnTo>
                    <a:pt x="3182112" y="107924"/>
                  </a:lnTo>
                  <a:lnTo>
                    <a:pt x="3180651" y="91846"/>
                  </a:lnTo>
                  <a:lnTo>
                    <a:pt x="3162617" y="47269"/>
                  </a:lnTo>
                  <a:lnTo>
                    <a:pt x="3127248" y="14681"/>
                  </a:lnTo>
                  <a:lnTo>
                    <a:pt x="3079572" y="215"/>
                  </a:lnTo>
                  <a:lnTo>
                    <a:pt x="1097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13442" y="4320540"/>
              <a:ext cx="3182620" cy="3977640"/>
            </a:xfrm>
            <a:custGeom>
              <a:avLst/>
              <a:gdLst/>
              <a:ahLst/>
              <a:cxnLst/>
              <a:rect l="l" t="t" r="r" b="b"/>
              <a:pathLst>
                <a:path w="3182620" h="3977640">
                  <a:moveTo>
                    <a:pt x="109715" y="0"/>
                  </a:moveTo>
                  <a:lnTo>
                    <a:pt x="3072384" y="0"/>
                  </a:lnTo>
                  <a:lnTo>
                    <a:pt x="3074187" y="0"/>
                  </a:lnTo>
                  <a:lnTo>
                    <a:pt x="3075978" y="38"/>
                  </a:lnTo>
                  <a:lnTo>
                    <a:pt x="3077768" y="127"/>
                  </a:lnTo>
                  <a:lnTo>
                    <a:pt x="3079572" y="215"/>
                  </a:lnTo>
                  <a:lnTo>
                    <a:pt x="3081362" y="355"/>
                  </a:lnTo>
                  <a:lnTo>
                    <a:pt x="3083140" y="533"/>
                  </a:lnTo>
                  <a:lnTo>
                    <a:pt x="3084931" y="698"/>
                  </a:lnTo>
                  <a:lnTo>
                    <a:pt x="3086709" y="927"/>
                  </a:lnTo>
                  <a:lnTo>
                    <a:pt x="3088487" y="1193"/>
                  </a:lnTo>
                  <a:lnTo>
                    <a:pt x="3090265" y="1447"/>
                  </a:lnTo>
                  <a:lnTo>
                    <a:pt x="3092030" y="1752"/>
                  </a:lnTo>
                  <a:lnTo>
                    <a:pt x="3093796" y="2108"/>
                  </a:lnTo>
                  <a:lnTo>
                    <a:pt x="3095561" y="2463"/>
                  </a:lnTo>
                  <a:lnTo>
                    <a:pt x="3097314" y="2857"/>
                  </a:lnTo>
                  <a:lnTo>
                    <a:pt x="3099054" y="3289"/>
                  </a:lnTo>
                  <a:lnTo>
                    <a:pt x="3100793" y="3721"/>
                  </a:lnTo>
                  <a:lnTo>
                    <a:pt x="3102521" y="4203"/>
                  </a:lnTo>
                  <a:lnTo>
                    <a:pt x="3104235" y="4724"/>
                  </a:lnTo>
                  <a:lnTo>
                    <a:pt x="3105950" y="5245"/>
                  </a:lnTo>
                  <a:lnTo>
                    <a:pt x="3107664" y="5803"/>
                  </a:lnTo>
                  <a:lnTo>
                    <a:pt x="3109353" y="6413"/>
                  </a:lnTo>
                  <a:lnTo>
                    <a:pt x="3111042" y="7023"/>
                  </a:lnTo>
                  <a:lnTo>
                    <a:pt x="3112719" y="7670"/>
                  </a:lnTo>
                  <a:lnTo>
                    <a:pt x="3114370" y="8356"/>
                  </a:lnTo>
                  <a:lnTo>
                    <a:pt x="3116033" y="9042"/>
                  </a:lnTo>
                  <a:lnTo>
                    <a:pt x="3133343" y="18491"/>
                  </a:lnTo>
                  <a:lnTo>
                    <a:pt x="3134842" y="19494"/>
                  </a:lnTo>
                  <a:lnTo>
                    <a:pt x="3146069" y="28422"/>
                  </a:lnTo>
                  <a:lnTo>
                    <a:pt x="3147402" y="29629"/>
                  </a:lnTo>
                  <a:lnTo>
                    <a:pt x="3148698" y="30861"/>
                  </a:lnTo>
                  <a:lnTo>
                    <a:pt x="3149968" y="32131"/>
                  </a:lnTo>
                  <a:lnTo>
                    <a:pt x="3151238" y="33401"/>
                  </a:lnTo>
                  <a:lnTo>
                    <a:pt x="3157194" y="40119"/>
                  </a:lnTo>
                  <a:lnTo>
                    <a:pt x="3158337" y="41503"/>
                  </a:lnTo>
                  <a:lnTo>
                    <a:pt x="3159442" y="42913"/>
                  </a:lnTo>
                  <a:lnTo>
                    <a:pt x="3160509" y="44361"/>
                  </a:lnTo>
                  <a:lnTo>
                    <a:pt x="3161588" y="45796"/>
                  </a:lnTo>
                  <a:lnTo>
                    <a:pt x="3166491" y="53314"/>
                  </a:lnTo>
                  <a:lnTo>
                    <a:pt x="3167418" y="54851"/>
                  </a:lnTo>
                  <a:lnTo>
                    <a:pt x="3171571" y="62814"/>
                  </a:lnTo>
                  <a:lnTo>
                    <a:pt x="3172345" y="64427"/>
                  </a:lnTo>
                  <a:lnTo>
                    <a:pt x="3181578" y="98971"/>
                  </a:lnTo>
                  <a:lnTo>
                    <a:pt x="3181756" y="100749"/>
                  </a:lnTo>
                  <a:lnTo>
                    <a:pt x="3181883" y="102539"/>
                  </a:lnTo>
                  <a:lnTo>
                    <a:pt x="3181972" y="104330"/>
                  </a:lnTo>
                  <a:lnTo>
                    <a:pt x="3182061" y="106133"/>
                  </a:lnTo>
                  <a:lnTo>
                    <a:pt x="3182112" y="107924"/>
                  </a:lnTo>
                  <a:lnTo>
                    <a:pt x="3182112" y="109715"/>
                  </a:lnTo>
                  <a:lnTo>
                    <a:pt x="3182112" y="3867924"/>
                  </a:lnTo>
                  <a:lnTo>
                    <a:pt x="3182112" y="3869715"/>
                  </a:lnTo>
                  <a:lnTo>
                    <a:pt x="3182061" y="3871518"/>
                  </a:lnTo>
                  <a:lnTo>
                    <a:pt x="3181972" y="3873296"/>
                  </a:lnTo>
                  <a:lnTo>
                    <a:pt x="3181883" y="3875100"/>
                  </a:lnTo>
                  <a:lnTo>
                    <a:pt x="3180918" y="3884015"/>
                  </a:lnTo>
                  <a:lnTo>
                    <a:pt x="3180651" y="3885793"/>
                  </a:lnTo>
                  <a:lnTo>
                    <a:pt x="3171571" y="3914838"/>
                  </a:lnTo>
                  <a:lnTo>
                    <a:pt x="3170809" y="3916464"/>
                  </a:lnTo>
                  <a:lnTo>
                    <a:pt x="3166491" y="3924325"/>
                  </a:lnTo>
                  <a:lnTo>
                    <a:pt x="3165576" y="3925862"/>
                  </a:lnTo>
                  <a:lnTo>
                    <a:pt x="3160509" y="3933278"/>
                  </a:lnTo>
                  <a:lnTo>
                    <a:pt x="3159442" y="3934726"/>
                  </a:lnTo>
                  <a:lnTo>
                    <a:pt x="3158337" y="3936136"/>
                  </a:lnTo>
                  <a:lnTo>
                    <a:pt x="3157194" y="3937533"/>
                  </a:lnTo>
                  <a:lnTo>
                    <a:pt x="3156064" y="3938917"/>
                  </a:lnTo>
                  <a:lnTo>
                    <a:pt x="3149968" y="3945496"/>
                  </a:lnTo>
                  <a:lnTo>
                    <a:pt x="3148698" y="3946779"/>
                  </a:lnTo>
                  <a:lnTo>
                    <a:pt x="3147402" y="3948010"/>
                  </a:lnTo>
                  <a:lnTo>
                    <a:pt x="3146069" y="3949217"/>
                  </a:lnTo>
                  <a:lnTo>
                    <a:pt x="3144735" y="3950423"/>
                  </a:lnTo>
                  <a:lnTo>
                    <a:pt x="3143377" y="3951592"/>
                  </a:lnTo>
                  <a:lnTo>
                    <a:pt x="3141992" y="3952735"/>
                  </a:lnTo>
                  <a:lnTo>
                    <a:pt x="3140608" y="3953878"/>
                  </a:lnTo>
                  <a:lnTo>
                    <a:pt x="3133343" y="3959148"/>
                  </a:lnTo>
                  <a:lnTo>
                    <a:pt x="3131845" y="3960152"/>
                  </a:lnTo>
                  <a:lnTo>
                    <a:pt x="3119297" y="3967099"/>
                  </a:lnTo>
                  <a:lnTo>
                    <a:pt x="3117672" y="3967873"/>
                  </a:lnTo>
                  <a:lnTo>
                    <a:pt x="3116033" y="3968597"/>
                  </a:lnTo>
                  <a:lnTo>
                    <a:pt x="3114370" y="3969283"/>
                  </a:lnTo>
                  <a:lnTo>
                    <a:pt x="3112719" y="3969969"/>
                  </a:lnTo>
                  <a:lnTo>
                    <a:pt x="3104235" y="3972915"/>
                  </a:lnTo>
                  <a:lnTo>
                    <a:pt x="3102521" y="3973436"/>
                  </a:lnTo>
                  <a:lnTo>
                    <a:pt x="3100793" y="3973918"/>
                  </a:lnTo>
                  <a:lnTo>
                    <a:pt x="3099054" y="3974350"/>
                  </a:lnTo>
                  <a:lnTo>
                    <a:pt x="3097314" y="3974782"/>
                  </a:lnTo>
                  <a:lnTo>
                    <a:pt x="3095561" y="3975176"/>
                  </a:lnTo>
                  <a:lnTo>
                    <a:pt x="3093796" y="3975531"/>
                  </a:lnTo>
                  <a:lnTo>
                    <a:pt x="3092030" y="3975887"/>
                  </a:lnTo>
                  <a:lnTo>
                    <a:pt x="3090265" y="3976192"/>
                  </a:lnTo>
                  <a:lnTo>
                    <a:pt x="3088487" y="3976446"/>
                  </a:lnTo>
                  <a:lnTo>
                    <a:pt x="3086709" y="3976712"/>
                  </a:lnTo>
                  <a:lnTo>
                    <a:pt x="3074187" y="3977640"/>
                  </a:lnTo>
                  <a:lnTo>
                    <a:pt x="3072384" y="3977640"/>
                  </a:lnTo>
                  <a:lnTo>
                    <a:pt x="109715" y="3977640"/>
                  </a:lnTo>
                  <a:lnTo>
                    <a:pt x="107924" y="3977640"/>
                  </a:lnTo>
                  <a:lnTo>
                    <a:pt x="106121" y="3977601"/>
                  </a:lnTo>
                  <a:lnTo>
                    <a:pt x="93611" y="3976446"/>
                  </a:lnTo>
                  <a:lnTo>
                    <a:pt x="91833" y="3976192"/>
                  </a:lnTo>
                  <a:lnTo>
                    <a:pt x="90068" y="3975887"/>
                  </a:lnTo>
                  <a:lnTo>
                    <a:pt x="88315" y="3975531"/>
                  </a:lnTo>
                  <a:lnTo>
                    <a:pt x="86550" y="3975176"/>
                  </a:lnTo>
                  <a:lnTo>
                    <a:pt x="84797" y="3974782"/>
                  </a:lnTo>
                  <a:lnTo>
                    <a:pt x="83057" y="3974350"/>
                  </a:lnTo>
                  <a:lnTo>
                    <a:pt x="81318" y="3973918"/>
                  </a:lnTo>
                  <a:lnTo>
                    <a:pt x="79578" y="3973436"/>
                  </a:lnTo>
                  <a:lnTo>
                    <a:pt x="77863" y="3972915"/>
                  </a:lnTo>
                  <a:lnTo>
                    <a:pt x="76149" y="3972394"/>
                  </a:lnTo>
                  <a:lnTo>
                    <a:pt x="67729" y="3969283"/>
                  </a:lnTo>
                  <a:lnTo>
                    <a:pt x="66065" y="3968597"/>
                  </a:lnTo>
                  <a:lnTo>
                    <a:pt x="64427" y="3967873"/>
                  </a:lnTo>
                  <a:lnTo>
                    <a:pt x="62801" y="3967099"/>
                  </a:lnTo>
                  <a:lnTo>
                    <a:pt x="61175" y="3966337"/>
                  </a:lnTo>
                  <a:lnTo>
                    <a:pt x="48755" y="3959148"/>
                  </a:lnTo>
                  <a:lnTo>
                    <a:pt x="47269" y="3958158"/>
                  </a:lnTo>
                  <a:lnTo>
                    <a:pt x="45796" y="3957116"/>
                  </a:lnTo>
                  <a:lnTo>
                    <a:pt x="44361" y="3956050"/>
                  </a:lnTo>
                  <a:lnTo>
                    <a:pt x="42913" y="3954983"/>
                  </a:lnTo>
                  <a:lnTo>
                    <a:pt x="36029" y="3949217"/>
                  </a:lnTo>
                  <a:lnTo>
                    <a:pt x="34696" y="3948010"/>
                  </a:lnTo>
                  <a:lnTo>
                    <a:pt x="33400" y="3946779"/>
                  </a:lnTo>
                  <a:lnTo>
                    <a:pt x="32130" y="3945496"/>
                  </a:lnTo>
                  <a:lnTo>
                    <a:pt x="30860" y="3944239"/>
                  </a:lnTo>
                  <a:lnTo>
                    <a:pt x="24904" y="3937533"/>
                  </a:lnTo>
                  <a:lnTo>
                    <a:pt x="23761" y="3936136"/>
                  </a:lnTo>
                  <a:lnTo>
                    <a:pt x="22656" y="3934726"/>
                  </a:lnTo>
                  <a:lnTo>
                    <a:pt x="21589" y="3933278"/>
                  </a:lnTo>
                  <a:lnTo>
                    <a:pt x="20523" y="3931843"/>
                  </a:lnTo>
                  <a:lnTo>
                    <a:pt x="19481" y="3930370"/>
                  </a:lnTo>
                  <a:lnTo>
                    <a:pt x="18491" y="3928884"/>
                  </a:lnTo>
                  <a:lnTo>
                    <a:pt x="17487" y="3927386"/>
                  </a:lnTo>
                  <a:lnTo>
                    <a:pt x="16522" y="3925862"/>
                  </a:lnTo>
                  <a:lnTo>
                    <a:pt x="15608" y="3924325"/>
                  </a:lnTo>
                  <a:lnTo>
                    <a:pt x="14681" y="3922788"/>
                  </a:lnTo>
                  <a:lnTo>
                    <a:pt x="13792" y="3921226"/>
                  </a:lnTo>
                  <a:lnTo>
                    <a:pt x="12953" y="3919639"/>
                  </a:lnTo>
                  <a:lnTo>
                    <a:pt x="12103" y="3918064"/>
                  </a:lnTo>
                  <a:lnTo>
                    <a:pt x="6413" y="3904881"/>
                  </a:lnTo>
                  <a:lnTo>
                    <a:pt x="5803" y="3903192"/>
                  </a:lnTo>
                  <a:lnTo>
                    <a:pt x="3289" y="3894582"/>
                  </a:lnTo>
                  <a:lnTo>
                    <a:pt x="2844" y="3892829"/>
                  </a:lnTo>
                  <a:lnTo>
                    <a:pt x="2451" y="3891076"/>
                  </a:lnTo>
                  <a:lnTo>
                    <a:pt x="2108" y="3889324"/>
                  </a:lnTo>
                  <a:lnTo>
                    <a:pt x="1752" y="3887571"/>
                  </a:lnTo>
                  <a:lnTo>
                    <a:pt x="1447" y="3885793"/>
                  </a:lnTo>
                  <a:lnTo>
                    <a:pt x="1181" y="3884015"/>
                  </a:lnTo>
                  <a:lnTo>
                    <a:pt x="914" y="3882237"/>
                  </a:lnTo>
                  <a:lnTo>
                    <a:pt x="126" y="3873296"/>
                  </a:lnTo>
                  <a:lnTo>
                    <a:pt x="38" y="3871518"/>
                  </a:lnTo>
                  <a:lnTo>
                    <a:pt x="0" y="3869715"/>
                  </a:lnTo>
                  <a:lnTo>
                    <a:pt x="0" y="3867924"/>
                  </a:lnTo>
                  <a:lnTo>
                    <a:pt x="0" y="109715"/>
                  </a:lnTo>
                  <a:lnTo>
                    <a:pt x="0" y="107924"/>
                  </a:lnTo>
                  <a:lnTo>
                    <a:pt x="38" y="106133"/>
                  </a:lnTo>
                  <a:lnTo>
                    <a:pt x="126" y="104330"/>
                  </a:lnTo>
                  <a:lnTo>
                    <a:pt x="215" y="102539"/>
                  </a:lnTo>
                  <a:lnTo>
                    <a:pt x="342" y="100749"/>
                  </a:lnTo>
                  <a:lnTo>
                    <a:pt x="520" y="98971"/>
                  </a:lnTo>
                  <a:lnTo>
                    <a:pt x="698" y="97180"/>
                  </a:lnTo>
                  <a:lnTo>
                    <a:pt x="914" y="95402"/>
                  </a:lnTo>
                  <a:lnTo>
                    <a:pt x="1181" y="93624"/>
                  </a:lnTo>
                  <a:lnTo>
                    <a:pt x="1447" y="91846"/>
                  </a:lnTo>
                  <a:lnTo>
                    <a:pt x="1752" y="90081"/>
                  </a:lnTo>
                  <a:lnTo>
                    <a:pt x="2108" y="88315"/>
                  </a:lnTo>
                  <a:lnTo>
                    <a:pt x="2451" y="86550"/>
                  </a:lnTo>
                  <a:lnTo>
                    <a:pt x="2844" y="84797"/>
                  </a:lnTo>
                  <a:lnTo>
                    <a:pt x="3289" y="83058"/>
                  </a:lnTo>
                  <a:lnTo>
                    <a:pt x="3721" y="81318"/>
                  </a:lnTo>
                  <a:lnTo>
                    <a:pt x="6413" y="72758"/>
                  </a:lnTo>
                  <a:lnTo>
                    <a:pt x="7010" y="71069"/>
                  </a:lnTo>
                  <a:lnTo>
                    <a:pt x="12953" y="58000"/>
                  </a:lnTo>
                  <a:lnTo>
                    <a:pt x="13792" y="56413"/>
                  </a:lnTo>
                  <a:lnTo>
                    <a:pt x="14681" y="54851"/>
                  </a:lnTo>
                  <a:lnTo>
                    <a:pt x="15608" y="53314"/>
                  </a:lnTo>
                  <a:lnTo>
                    <a:pt x="16522" y="51777"/>
                  </a:lnTo>
                  <a:lnTo>
                    <a:pt x="17487" y="50253"/>
                  </a:lnTo>
                  <a:lnTo>
                    <a:pt x="18491" y="48768"/>
                  </a:lnTo>
                  <a:lnTo>
                    <a:pt x="19481" y="47269"/>
                  </a:lnTo>
                  <a:lnTo>
                    <a:pt x="20523" y="45796"/>
                  </a:lnTo>
                  <a:lnTo>
                    <a:pt x="21589" y="44361"/>
                  </a:lnTo>
                  <a:lnTo>
                    <a:pt x="22656" y="42913"/>
                  </a:lnTo>
                  <a:lnTo>
                    <a:pt x="23761" y="41503"/>
                  </a:lnTo>
                  <a:lnTo>
                    <a:pt x="24904" y="40119"/>
                  </a:lnTo>
                  <a:lnTo>
                    <a:pt x="26034" y="38722"/>
                  </a:lnTo>
                  <a:lnTo>
                    <a:pt x="32130" y="32131"/>
                  </a:lnTo>
                  <a:lnTo>
                    <a:pt x="33400" y="30861"/>
                  </a:lnTo>
                  <a:lnTo>
                    <a:pt x="34696" y="29629"/>
                  </a:lnTo>
                  <a:lnTo>
                    <a:pt x="36029" y="28422"/>
                  </a:lnTo>
                  <a:lnTo>
                    <a:pt x="37363" y="27216"/>
                  </a:lnTo>
                  <a:lnTo>
                    <a:pt x="44361" y="21590"/>
                  </a:lnTo>
                  <a:lnTo>
                    <a:pt x="45796" y="20523"/>
                  </a:lnTo>
                  <a:lnTo>
                    <a:pt x="67729" y="8356"/>
                  </a:lnTo>
                  <a:lnTo>
                    <a:pt x="69380" y="7670"/>
                  </a:lnTo>
                  <a:lnTo>
                    <a:pt x="77863" y="4724"/>
                  </a:lnTo>
                  <a:lnTo>
                    <a:pt x="79578" y="4203"/>
                  </a:lnTo>
                  <a:lnTo>
                    <a:pt x="88315" y="2108"/>
                  </a:lnTo>
                  <a:lnTo>
                    <a:pt x="90068" y="1752"/>
                  </a:lnTo>
                  <a:lnTo>
                    <a:pt x="91833" y="1447"/>
                  </a:lnTo>
                  <a:lnTo>
                    <a:pt x="93611" y="1193"/>
                  </a:lnTo>
                  <a:lnTo>
                    <a:pt x="95389" y="927"/>
                  </a:lnTo>
                  <a:lnTo>
                    <a:pt x="97167" y="698"/>
                  </a:lnTo>
                  <a:lnTo>
                    <a:pt x="98958" y="533"/>
                  </a:lnTo>
                  <a:lnTo>
                    <a:pt x="100749" y="355"/>
                  </a:lnTo>
                  <a:lnTo>
                    <a:pt x="102539" y="215"/>
                  </a:lnTo>
                  <a:lnTo>
                    <a:pt x="104330" y="127"/>
                  </a:lnTo>
                  <a:lnTo>
                    <a:pt x="106121" y="38"/>
                  </a:lnTo>
                  <a:lnTo>
                    <a:pt x="107924" y="0"/>
                  </a:lnTo>
                  <a:lnTo>
                    <a:pt x="109715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699" y="4636008"/>
              <a:ext cx="109728" cy="10972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249177" y="4588240"/>
            <a:ext cx="106870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F332F"/>
                </a:solidFill>
                <a:latin typeface="Calibri"/>
                <a:cs typeface="Calibri"/>
              </a:rPr>
              <a:t>Identify</a:t>
            </a:r>
            <a:r>
              <a:rPr dirty="0" sz="1500" spc="-6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1F332F"/>
                </a:solidFill>
                <a:latin typeface="Calibri"/>
                <a:cs typeface="Calibri"/>
              </a:rPr>
              <a:t>users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28700" y="5568696"/>
            <a:ext cx="109855" cy="1975485"/>
            <a:chOff x="1028700" y="5568696"/>
            <a:chExt cx="109855" cy="197548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5568696"/>
              <a:ext cx="109728" cy="10972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6501384"/>
              <a:ext cx="109728" cy="10972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7434072"/>
              <a:ext cx="109728" cy="10972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249177" y="5474263"/>
            <a:ext cx="12357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F332F"/>
                </a:solidFill>
                <a:latin typeface="Calibri"/>
                <a:cs typeface="Calibri"/>
              </a:rPr>
              <a:t>Identify</a:t>
            </a:r>
            <a:r>
              <a:rPr dirty="0" sz="1500" spc="-6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entities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49177" y="6406951"/>
            <a:ext cx="17062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F332F"/>
                </a:solidFill>
                <a:latin typeface="Calibri"/>
                <a:cs typeface="Calibri"/>
              </a:rPr>
              <a:t>Identify</a:t>
            </a:r>
            <a:r>
              <a:rPr dirty="0" sz="1500" spc="-6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requirements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49177" y="7386304"/>
            <a:ext cx="16160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F332F"/>
                </a:solidFill>
                <a:latin typeface="Calibri"/>
                <a:cs typeface="Calibri"/>
              </a:rPr>
              <a:t>Define</a:t>
            </a:r>
            <a:r>
              <a:rPr dirty="0" sz="1500" spc="-6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332F"/>
                </a:solidFill>
                <a:latin typeface="Calibri"/>
                <a:cs typeface="Calibri"/>
              </a:rPr>
              <a:t>project</a:t>
            </a:r>
            <a:r>
              <a:rPr dirty="0" sz="1500" spc="-6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scope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458967" y="2263139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822960" h="822960">
                <a:moveTo>
                  <a:pt x="411480" y="0"/>
                </a:moveTo>
                <a:lnTo>
                  <a:pt x="363492" y="2768"/>
                </a:lnTo>
                <a:lnTo>
                  <a:pt x="317131" y="10867"/>
                </a:lnTo>
                <a:lnTo>
                  <a:pt x="272704" y="23988"/>
                </a:lnTo>
                <a:lnTo>
                  <a:pt x="230521" y="41823"/>
                </a:lnTo>
                <a:lnTo>
                  <a:pt x="190890" y="64062"/>
                </a:lnTo>
                <a:lnTo>
                  <a:pt x="154120" y="90397"/>
                </a:lnTo>
                <a:lnTo>
                  <a:pt x="120519" y="120519"/>
                </a:lnTo>
                <a:lnTo>
                  <a:pt x="90397" y="154120"/>
                </a:lnTo>
                <a:lnTo>
                  <a:pt x="64062" y="190890"/>
                </a:lnTo>
                <a:lnTo>
                  <a:pt x="41823" y="230521"/>
                </a:lnTo>
                <a:lnTo>
                  <a:pt x="23988" y="272704"/>
                </a:lnTo>
                <a:lnTo>
                  <a:pt x="10867" y="317131"/>
                </a:lnTo>
                <a:lnTo>
                  <a:pt x="2768" y="363492"/>
                </a:lnTo>
                <a:lnTo>
                  <a:pt x="0" y="411479"/>
                </a:lnTo>
                <a:lnTo>
                  <a:pt x="2768" y="459467"/>
                </a:lnTo>
                <a:lnTo>
                  <a:pt x="10867" y="505828"/>
                </a:lnTo>
                <a:lnTo>
                  <a:pt x="23988" y="550255"/>
                </a:lnTo>
                <a:lnTo>
                  <a:pt x="41823" y="592438"/>
                </a:lnTo>
                <a:lnTo>
                  <a:pt x="64062" y="632069"/>
                </a:lnTo>
                <a:lnTo>
                  <a:pt x="90397" y="668839"/>
                </a:lnTo>
                <a:lnTo>
                  <a:pt x="120519" y="702440"/>
                </a:lnTo>
                <a:lnTo>
                  <a:pt x="154120" y="732562"/>
                </a:lnTo>
                <a:lnTo>
                  <a:pt x="190890" y="758897"/>
                </a:lnTo>
                <a:lnTo>
                  <a:pt x="230521" y="781136"/>
                </a:lnTo>
                <a:lnTo>
                  <a:pt x="272704" y="798971"/>
                </a:lnTo>
                <a:lnTo>
                  <a:pt x="317131" y="812092"/>
                </a:lnTo>
                <a:lnTo>
                  <a:pt x="363492" y="820191"/>
                </a:lnTo>
                <a:lnTo>
                  <a:pt x="411480" y="822959"/>
                </a:lnTo>
                <a:lnTo>
                  <a:pt x="459467" y="820191"/>
                </a:lnTo>
                <a:lnTo>
                  <a:pt x="505828" y="812092"/>
                </a:lnTo>
                <a:lnTo>
                  <a:pt x="550255" y="798971"/>
                </a:lnTo>
                <a:lnTo>
                  <a:pt x="592438" y="781136"/>
                </a:lnTo>
                <a:lnTo>
                  <a:pt x="632069" y="758897"/>
                </a:lnTo>
                <a:lnTo>
                  <a:pt x="668839" y="732562"/>
                </a:lnTo>
                <a:lnTo>
                  <a:pt x="702440" y="702440"/>
                </a:lnTo>
                <a:lnTo>
                  <a:pt x="732562" y="668839"/>
                </a:lnTo>
                <a:lnTo>
                  <a:pt x="758897" y="632069"/>
                </a:lnTo>
                <a:lnTo>
                  <a:pt x="781136" y="592438"/>
                </a:lnTo>
                <a:lnTo>
                  <a:pt x="798971" y="550255"/>
                </a:lnTo>
                <a:lnTo>
                  <a:pt x="812092" y="505828"/>
                </a:lnTo>
                <a:lnTo>
                  <a:pt x="820191" y="459467"/>
                </a:lnTo>
                <a:lnTo>
                  <a:pt x="822960" y="411479"/>
                </a:lnTo>
                <a:lnTo>
                  <a:pt x="820191" y="363492"/>
                </a:lnTo>
                <a:lnTo>
                  <a:pt x="812092" y="317131"/>
                </a:lnTo>
                <a:lnTo>
                  <a:pt x="798971" y="272704"/>
                </a:lnTo>
                <a:lnTo>
                  <a:pt x="781136" y="230521"/>
                </a:lnTo>
                <a:lnTo>
                  <a:pt x="758897" y="190890"/>
                </a:lnTo>
                <a:lnTo>
                  <a:pt x="732562" y="154120"/>
                </a:lnTo>
                <a:lnTo>
                  <a:pt x="702440" y="120519"/>
                </a:lnTo>
                <a:lnTo>
                  <a:pt x="668839" y="90397"/>
                </a:lnTo>
                <a:lnTo>
                  <a:pt x="632069" y="64062"/>
                </a:lnTo>
                <a:lnTo>
                  <a:pt x="592438" y="41823"/>
                </a:lnTo>
                <a:lnTo>
                  <a:pt x="550255" y="23988"/>
                </a:lnTo>
                <a:lnTo>
                  <a:pt x="505828" y="10867"/>
                </a:lnTo>
                <a:lnTo>
                  <a:pt x="459467" y="2768"/>
                </a:lnTo>
                <a:lnTo>
                  <a:pt x="411480" y="0"/>
                </a:lnTo>
                <a:close/>
              </a:path>
            </a:pathLst>
          </a:custGeom>
          <a:solidFill>
            <a:srgbClr val="D98E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770850" y="2416047"/>
            <a:ext cx="1993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0" b="1">
                <a:solidFill>
                  <a:srgbClr val="0F3230"/>
                </a:solidFill>
                <a:latin typeface="Calibri"/>
                <a:cs typeface="Calibri"/>
              </a:rPr>
              <a:t>2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461504" y="2674620"/>
            <a:ext cx="274320" cy="0"/>
          </a:xfrm>
          <a:custGeom>
            <a:avLst/>
            <a:gdLst/>
            <a:ahLst/>
            <a:cxnLst/>
            <a:rect l="l" t="t" r="r" b="b"/>
            <a:pathLst>
              <a:path w="274320" h="0">
                <a:moveTo>
                  <a:pt x="0" y="0"/>
                </a:moveTo>
                <a:lnTo>
                  <a:pt x="274320" y="0"/>
                </a:lnTo>
              </a:path>
            </a:pathLst>
          </a:custGeom>
          <a:ln w="38100">
            <a:solidFill>
              <a:srgbClr val="BBD8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371247" y="3439341"/>
            <a:ext cx="998855" cy="58102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40970" marR="5080" indent="-128905">
              <a:lnSpc>
                <a:spcPct val="102299"/>
              </a:lnSpc>
              <a:spcBef>
                <a:spcPts val="50"/>
              </a:spcBef>
            </a:pPr>
            <a:r>
              <a:rPr dirty="0" sz="1800" spc="-10" b="1">
                <a:solidFill>
                  <a:srgbClr val="1B4A4A"/>
                </a:solidFill>
                <a:latin typeface="Cambria"/>
                <a:cs typeface="Cambria"/>
              </a:rPr>
              <a:t>Database Design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269870" y="4311015"/>
            <a:ext cx="3201670" cy="3996690"/>
            <a:chOff x="4269870" y="4311015"/>
            <a:chExt cx="3201670" cy="3996690"/>
          </a:xfrm>
        </p:grpSpPr>
        <p:sp>
          <p:nvSpPr>
            <p:cNvPr id="25" name="object 25"/>
            <p:cNvSpPr/>
            <p:nvPr/>
          </p:nvSpPr>
          <p:spPr>
            <a:xfrm>
              <a:off x="4279395" y="4320540"/>
              <a:ext cx="3182620" cy="3977640"/>
            </a:xfrm>
            <a:custGeom>
              <a:avLst/>
              <a:gdLst/>
              <a:ahLst/>
              <a:cxnLst/>
              <a:rect l="l" t="t" r="r" b="b"/>
              <a:pathLst>
                <a:path w="3182620" h="3977640">
                  <a:moveTo>
                    <a:pt x="109715" y="0"/>
                  </a:moveTo>
                  <a:lnTo>
                    <a:pt x="107924" y="0"/>
                  </a:lnTo>
                  <a:lnTo>
                    <a:pt x="91833" y="1447"/>
                  </a:lnTo>
                  <a:lnTo>
                    <a:pt x="47269" y="19494"/>
                  </a:lnTo>
                  <a:lnTo>
                    <a:pt x="14681" y="54851"/>
                  </a:lnTo>
                  <a:lnTo>
                    <a:pt x="342" y="100749"/>
                  </a:lnTo>
                  <a:lnTo>
                    <a:pt x="0" y="3869715"/>
                  </a:lnTo>
                  <a:lnTo>
                    <a:pt x="1447" y="3885793"/>
                  </a:lnTo>
                  <a:lnTo>
                    <a:pt x="19481" y="3930370"/>
                  </a:lnTo>
                  <a:lnTo>
                    <a:pt x="54851" y="3962958"/>
                  </a:lnTo>
                  <a:lnTo>
                    <a:pt x="100749" y="3977284"/>
                  </a:lnTo>
                  <a:lnTo>
                    <a:pt x="3074187" y="3977640"/>
                  </a:lnTo>
                  <a:lnTo>
                    <a:pt x="3090265" y="3976192"/>
                  </a:lnTo>
                  <a:lnTo>
                    <a:pt x="3134842" y="3958158"/>
                  </a:lnTo>
                  <a:lnTo>
                    <a:pt x="3167418" y="3922788"/>
                  </a:lnTo>
                  <a:lnTo>
                    <a:pt x="3181756" y="3876890"/>
                  </a:lnTo>
                  <a:lnTo>
                    <a:pt x="3182112" y="107924"/>
                  </a:lnTo>
                  <a:lnTo>
                    <a:pt x="3180651" y="91846"/>
                  </a:lnTo>
                  <a:lnTo>
                    <a:pt x="3162617" y="47269"/>
                  </a:lnTo>
                  <a:lnTo>
                    <a:pt x="3127248" y="14681"/>
                  </a:lnTo>
                  <a:lnTo>
                    <a:pt x="3079572" y="215"/>
                  </a:lnTo>
                  <a:lnTo>
                    <a:pt x="1097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279395" y="4320540"/>
              <a:ext cx="3182620" cy="3977640"/>
            </a:xfrm>
            <a:custGeom>
              <a:avLst/>
              <a:gdLst/>
              <a:ahLst/>
              <a:cxnLst/>
              <a:rect l="l" t="t" r="r" b="b"/>
              <a:pathLst>
                <a:path w="3182620" h="3977640">
                  <a:moveTo>
                    <a:pt x="109715" y="0"/>
                  </a:moveTo>
                  <a:lnTo>
                    <a:pt x="3072384" y="0"/>
                  </a:lnTo>
                  <a:lnTo>
                    <a:pt x="3074187" y="0"/>
                  </a:lnTo>
                  <a:lnTo>
                    <a:pt x="3075978" y="38"/>
                  </a:lnTo>
                  <a:lnTo>
                    <a:pt x="3077768" y="127"/>
                  </a:lnTo>
                  <a:lnTo>
                    <a:pt x="3079572" y="215"/>
                  </a:lnTo>
                  <a:lnTo>
                    <a:pt x="3081362" y="355"/>
                  </a:lnTo>
                  <a:lnTo>
                    <a:pt x="3083140" y="533"/>
                  </a:lnTo>
                  <a:lnTo>
                    <a:pt x="3084931" y="698"/>
                  </a:lnTo>
                  <a:lnTo>
                    <a:pt x="3086709" y="927"/>
                  </a:lnTo>
                  <a:lnTo>
                    <a:pt x="3088487" y="1193"/>
                  </a:lnTo>
                  <a:lnTo>
                    <a:pt x="3090265" y="1447"/>
                  </a:lnTo>
                  <a:lnTo>
                    <a:pt x="3092030" y="1752"/>
                  </a:lnTo>
                  <a:lnTo>
                    <a:pt x="3093796" y="2108"/>
                  </a:lnTo>
                  <a:lnTo>
                    <a:pt x="3095561" y="2463"/>
                  </a:lnTo>
                  <a:lnTo>
                    <a:pt x="3097314" y="2857"/>
                  </a:lnTo>
                  <a:lnTo>
                    <a:pt x="3099054" y="3289"/>
                  </a:lnTo>
                  <a:lnTo>
                    <a:pt x="3100793" y="3721"/>
                  </a:lnTo>
                  <a:lnTo>
                    <a:pt x="3102521" y="4203"/>
                  </a:lnTo>
                  <a:lnTo>
                    <a:pt x="3104235" y="4724"/>
                  </a:lnTo>
                  <a:lnTo>
                    <a:pt x="3105950" y="5245"/>
                  </a:lnTo>
                  <a:lnTo>
                    <a:pt x="3114370" y="8356"/>
                  </a:lnTo>
                  <a:lnTo>
                    <a:pt x="3116033" y="9042"/>
                  </a:lnTo>
                  <a:lnTo>
                    <a:pt x="3133344" y="18491"/>
                  </a:lnTo>
                  <a:lnTo>
                    <a:pt x="3134842" y="19494"/>
                  </a:lnTo>
                  <a:lnTo>
                    <a:pt x="3146069" y="28422"/>
                  </a:lnTo>
                  <a:lnTo>
                    <a:pt x="3147402" y="29629"/>
                  </a:lnTo>
                  <a:lnTo>
                    <a:pt x="3148698" y="30861"/>
                  </a:lnTo>
                  <a:lnTo>
                    <a:pt x="3149968" y="32131"/>
                  </a:lnTo>
                  <a:lnTo>
                    <a:pt x="3151238" y="33401"/>
                  </a:lnTo>
                  <a:lnTo>
                    <a:pt x="3157194" y="40119"/>
                  </a:lnTo>
                  <a:lnTo>
                    <a:pt x="3158337" y="41503"/>
                  </a:lnTo>
                  <a:lnTo>
                    <a:pt x="3159442" y="42913"/>
                  </a:lnTo>
                  <a:lnTo>
                    <a:pt x="3160509" y="44361"/>
                  </a:lnTo>
                  <a:lnTo>
                    <a:pt x="3161588" y="45796"/>
                  </a:lnTo>
                  <a:lnTo>
                    <a:pt x="3166491" y="53314"/>
                  </a:lnTo>
                  <a:lnTo>
                    <a:pt x="3167418" y="54851"/>
                  </a:lnTo>
                  <a:lnTo>
                    <a:pt x="3171571" y="62814"/>
                  </a:lnTo>
                  <a:lnTo>
                    <a:pt x="3172345" y="64427"/>
                  </a:lnTo>
                  <a:lnTo>
                    <a:pt x="3180918" y="93624"/>
                  </a:lnTo>
                  <a:lnTo>
                    <a:pt x="3181184" y="95402"/>
                  </a:lnTo>
                  <a:lnTo>
                    <a:pt x="3181400" y="97180"/>
                  </a:lnTo>
                  <a:lnTo>
                    <a:pt x="3181578" y="98971"/>
                  </a:lnTo>
                  <a:lnTo>
                    <a:pt x="3181756" y="100749"/>
                  </a:lnTo>
                  <a:lnTo>
                    <a:pt x="3181883" y="102539"/>
                  </a:lnTo>
                  <a:lnTo>
                    <a:pt x="3181972" y="104330"/>
                  </a:lnTo>
                  <a:lnTo>
                    <a:pt x="3182061" y="106133"/>
                  </a:lnTo>
                  <a:lnTo>
                    <a:pt x="3182112" y="107924"/>
                  </a:lnTo>
                  <a:lnTo>
                    <a:pt x="3182112" y="109715"/>
                  </a:lnTo>
                  <a:lnTo>
                    <a:pt x="3182112" y="3867924"/>
                  </a:lnTo>
                  <a:lnTo>
                    <a:pt x="3182112" y="3869715"/>
                  </a:lnTo>
                  <a:lnTo>
                    <a:pt x="3182061" y="3871518"/>
                  </a:lnTo>
                  <a:lnTo>
                    <a:pt x="3181972" y="3873296"/>
                  </a:lnTo>
                  <a:lnTo>
                    <a:pt x="3181883" y="3875100"/>
                  </a:lnTo>
                  <a:lnTo>
                    <a:pt x="3180918" y="3884015"/>
                  </a:lnTo>
                  <a:lnTo>
                    <a:pt x="3180651" y="3885793"/>
                  </a:lnTo>
                  <a:lnTo>
                    <a:pt x="3171571" y="3914838"/>
                  </a:lnTo>
                  <a:lnTo>
                    <a:pt x="3170809" y="3916464"/>
                  </a:lnTo>
                  <a:lnTo>
                    <a:pt x="3166491" y="3924325"/>
                  </a:lnTo>
                  <a:lnTo>
                    <a:pt x="3165576" y="3925862"/>
                  </a:lnTo>
                  <a:lnTo>
                    <a:pt x="3160509" y="3933278"/>
                  </a:lnTo>
                  <a:lnTo>
                    <a:pt x="3159442" y="3934726"/>
                  </a:lnTo>
                  <a:lnTo>
                    <a:pt x="3158337" y="3936136"/>
                  </a:lnTo>
                  <a:lnTo>
                    <a:pt x="3157194" y="3937533"/>
                  </a:lnTo>
                  <a:lnTo>
                    <a:pt x="3156064" y="3938917"/>
                  </a:lnTo>
                  <a:lnTo>
                    <a:pt x="3149968" y="3945496"/>
                  </a:lnTo>
                  <a:lnTo>
                    <a:pt x="3148698" y="3946779"/>
                  </a:lnTo>
                  <a:lnTo>
                    <a:pt x="3147402" y="3948010"/>
                  </a:lnTo>
                  <a:lnTo>
                    <a:pt x="3146069" y="3949217"/>
                  </a:lnTo>
                  <a:lnTo>
                    <a:pt x="3144735" y="3950423"/>
                  </a:lnTo>
                  <a:lnTo>
                    <a:pt x="3143377" y="3951592"/>
                  </a:lnTo>
                  <a:lnTo>
                    <a:pt x="3141992" y="3952735"/>
                  </a:lnTo>
                  <a:lnTo>
                    <a:pt x="3140608" y="3953878"/>
                  </a:lnTo>
                  <a:lnTo>
                    <a:pt x="3133344" y="3959148"/>
                  </a:lnTo>
                  <a:lnTo>
                    <a:pt x="3131845" y="3960152"/>
                  </a:lnTo>
                  <a:lnTo>
                    <a:pt x="3119297" y="3967099"/>
                  </a:lnTo>
                  <a:lnTo>
                    <a:pt x="3117672" y="3967873"/>
                  </a:lnTo>
                  <a:lnTo>
                    <a:pt x="3116033" y="3968597"/>
                  </a:lnTo>
                  <a:lnTo>
                    <a:pt x="3114370" y="3969283"/>
                  </a:lnTo>
                  <a:lnTo>
                    <a:pt x="3112719" y="3969969"/>
                  </a:lnTo>
                  <a:lnTo>
                    <a:pt x="3104235" y="3972915"/>
                  </a:lnTo>
                  <a:lnTo>
                    <a:pt x="3102521" y="3973436"/>
                  </a:lnTo>
                  <a:lnTo>
                    <a:pt x="3100793" y="3973918"/>
                  </a:lnTo>
                  <a:lnTo>
                    <a:pt x="3099054" y="3974350"/>
                  </a:lnTo>
                  <a:lnTo>
                    <a:pt x="3097314" y="3974782"/>
                  </a:lnTo>
                  <a:lnTo>
                    <a:pt x="3088487" y="3976446"/>
                  </a:lnTo>
                  <a:lnTo>
                    <a:pt x="3086709" y="3976712"/>
                  </a:lnTo>
                  <a:lnTo>
                    <a:pt x="3074187" y="3977640"/>
                  </a:lnTo>
                  <a:lnTo>
                    <a:pt x="3072384" y="3977640"/>
                  </a:lnTo>
                  <a:lnTo>
                    <a:pt x="109715" y="3977640"/>
                  </a:lnTo>
                  <a:lnTo>
                    <a:pt x="107924" y="3977640"/>
                  </a:lnTo>
                  <a:lnTo>
                    <a:pt x="106121" y="3977601"/>
                  </a:lnTo>
                  <a:lnTo>
                    <a:pt x="93611" y="3976446"/>
                  </a:lnTo>
                  <a:lnTo>
                    <a:pt x="91833" y="3976192"/>
                  </a:lnTo>
                  <a:lnTo>
                    <a:pt x="90068" y="3975887"/>
                  </a:lnTo>
                  <a:lnTo>
                    <a:pt x="88315" y="3975531"/>
                  </a:lnTo>
                  <a:lnTo>
                    <a:pt x="86550" y="3975176"/>
                  </a:lnTo>
                  <a:lnTo>
                    <a:pt x="84797" y="3974782"/>
                  </a:lnTo>
                  <a:lnTo>
                    <a:pt x="83058" y="3974350"/>
                  </a:lnTo>
                  <a:lnTo>
                    <a:pt x="81318" y="3973918"/>
                  </a:lnTo>
                  <a:lnTo>
                    <a:pt x="79578" y="3973436"/>
                  </a:lnTo>
                  <a:lnTo>
                    <a:pt x="77863" y="3972915"/>
                  </a:lnTo>
                  <a:lnTo>
                    <a:pt x="76149" y="3972394"/>
                  </a:lnTo>
                  <a:lnTo>
                    <a:pt x="74447" y="3971836"/>
                  </a:lnTo>
                  <a:lnTo>
                    <a:pt x="72758" y="3971226"/>
                  </a:lnTo>
                  <a:lnTo>
                    <a:pt x="71056" y="3970616"/>
                  </a:lnTo>
                  <a:lnTo>
                    <a:pt x="69380" y="3969969"/>
                  </a:lnTo>
                  <a:lnTo>
                    <a:pt x="67729" y="3969283"/>
                  </a:lnTo>
                  <a:lnTo>
                    <a:pt x="66065" y="3968597"/>
                  </a:lnTo>
                  <a:lnTo>
                    <a:pt x="64427" y="3967873"/>
                  </a:lnTo>
                  <a:lnTo>
                    <a:pt x="62801" y="3967099"/>
                  </a:lnTo>
                  <a:lnTo>
                    <a:pt x="61175" y="3966337"/>
                  </a:lnTo>
                  <a:lnTo>
                    <a:pt x="53314" y="3962031"/>
                  </a:lnTo>
                  <a:lnTo>
                    <a:pt x="51765" y="3961104"/>
                  </a:lnTo>
                  <a:lnTo>
                    <a:pt x="50253" y="3960152"/>
                  </a:lnTo>
                  <a:lnTo>
                    <a:pt x="48755" y="3959148"/>
                  </a:lnTo>
                  <a:lnTo>
                    <a:pt x="47269" y="3958158"/>
                  </a:lnTo>
                  <a:lnTo>
                    <a:pt x="45796" y="3957116"/>
                  </a:lnTo>
                  <a:lnTo>
                    <a:pt x="44361" y="3956050"/>
                  </a:lnTo>
                  <a:lnTo>
                    <a:pt x="42913" y="3954983"/>
                  </a:lnTo>
                  <a:lnTo>
                    <a:pt x="36029" y="3949217"/>
                  </a:lnTo>
                  <a:lnTo>
                    <a:pt x="34696" y="3948010"/>
                  </a:lnTo>
                  <a:lnTo>
                    <a:pt x="33401" y="3946779"/>
                  </a:lnTo>
                  <a:lnTo>
                    <a:pt x="32131" y="3945496"/>
                  </a:lnTo>
                  <a:lnTo>
                    <a:pt x="30861" y="3944239"/>
                  </a:lnTo>
                  <a:lnTo>
                    <a:pt x="24904" y="3937533"/>
                  </a:lnTo>
                  <a:lnTo>
                    <a:pt x="23761" y="3936136"/>
                  </a:lnTo>
                  <a:lnTo>
                    <a:pt x="22656" y="3934726"/>
                  </a:lnTo>
                  <a:lnTo>
                    <a:pt x="21590" y="3933278"/>
                  </a:lnTo>
                  <a:lnTo>
                    <a:pt x="20523" y="3931843"/>
                  </a:lnTo>
                  <a:lnTo>
                    <a:pt x="19481" y="3930370"/>
                  </a:lnTo>
                  <a:lnTo>
                    <a:pt x="18491" y="3928884"/>
                  </a:lnTo>
                  <a:lnTo>
                    <a:pt x="17487" y="3927386"/>
                  </a:lnTo>
                  <a:lnTo>
                    <a:pt x="12954" y="3919639"/>
                  </a:lnTo>
                  <a:lnTo>
                    <a:pt x="12103" y="3918064"/>
                  </a:lnTo>
                  <a:lnTo>
                    <a:pt x="6413" y="3904881"/>
                  </a:lnTo>
                  <a:lnTo>
                    <a:pt x="5803" y="3903192"/>
                  </a:lnTo>
                  <a:lnTo>
                    <a:pt x="3289" y="3894582"/>
                  </a:lnTo>
                  <a:lnTo>
                    <a:pt x="2844" y="3892829"/>
                  </a:lnTo>
                  <a:lnTo>
                    <a:pt x="2451" y="3891076"/>
                  </a:lnTo>
                  <a:lnTo>
                    <a:pt x="2108" y="3889324"/>
                  </a:lnTo>
                  <a:lnTo>
                    <a:pt x="1752" y="3887571"/>
                  </a:lnTo>
                  <a:lnTo>
                    <a:pt x="1447" y="3885793"/>
                  </a:lnTo>
                  <a:lnTo>
                    <a:pt x="1181" y="3884015"/>
                  </a:lnTo>
                  <a:lnTo>
                    <a:pt x="914" y="3882237"/>
                  </a:lnTo>
                  <a:lnTo>
                    <a:pt x="127" y="3873296"/>
                  </a:lnTo>
                  <a:lnTo>
                    <a:pt x="38" y="3871518"/>
                  </a:lnTo>
                  <a:lnTo>
                    <a:pt x="0" y="3869715"/>
                  </a:lnTo>
                  <a:lnTo>
                    <a:pt x="0" y="3867924"/>
                  </a:lnTo>
                  <a:lnTo>
                    <a:pt x="0" y="109715"/>
                  </a:lnTo>
                  <a:lnTo>
                    <a:pt x="0" y="107924"/>
                  </a:lnTo>
                  <a:lnTo>
                    <a:pt x="38" y="106133"/>
                  </a:lnTo>
                  <a:lnTo>
                    <a:pt x="127" y="104330"/>
                  </a:lnTo>
                  <a:lnTo>
                    <a:pt x="215" y="102539"/>
                  </a:lnTo>
                  <a:lnTo>
                    <a:pt x="342" y="100749"/>
                  </a:lnTo>
                  <a:lnTo>
                    <a:pt x="520" y="98971"/>
                  </a:lnTo>
                  <a:lnTo>
                    <a:pt x="698" y="97180"/>
                  </a:lnTo>
                  <a:lnTo>
                    <a:pt x="914" y="95402"/>
                  </a:lnTo>
                  <a:lnTo>
                    <a:pt x="1181" y="93624"/>
                  </a:lnTo>
                  <a:lnTo>
                    <a:pt x="1447" y="91846"/>
                  </a:lnTo>
                  <a:lnTo>
                    <a:pt x="1752" y="90081"/>
                  </a:lnTo>
                  <a:lnTo>
                    <a:pt x="2108" y="88315"/>
                  </a:lnTo>
                  <a:lnTo>
                    <a:pt x="2451" y="86550"/>
                  </a:lnTo>
                  <a:lnTo>
                    <a:pt x="2844" y="84797"/>
                  </a:lnTo>
                  <a:lnTo>
                    <a:pt x="3289" y="83058"/>
                  </a:lnTo>
                  <a:lnTo>
                    <a:pt x="3721" y="81318"/>
                  </a:lnTo>
                  <a:lnTo>
                    <a:pt x="6413" y="72758"/>
                  </a:lnTo>
                  <a:lnTo>
                    <a:pt x="7010" y="71069"/>
                  </a:lnTo>
                  <a:lnTo>
                    <a:pt x="12954" y="58000"/>
                  </a:lnTo>
                  <a:lnTo>
                    <a:pt x="13792" y="56413"/>
                  </a:lnTo>
                  <a:lnTo>
                    <a:pt x="18491" y="48768"/>
                  </a:lnTo>
                  <a:lnTo>
                    <a:pt x="19481" y="47269"/>
                  </a:lnTo>
                  <a:lnTo>
                    <a:pt x="20523" y="45796"/>
                  </a:lnTo>
                  <a:lnTo>
                    <a:pt x="21590" y="44361"/>
                  </a:lnTo>
                  <a:lnTo>
                    <a:pt x="22656" y="42913"/>
                  </a:lnTo>
                  <a:lnTo>
                    <a:pt x="23761" y="41503"/>
                  </a:lnTo>
                  <a:lnTo>
                    <a:pt x="24904" y="40119"/>
                  </a:lnTo>
                  <a:lnTo>
                    <a:pt x="26035" y="38722"/>
                  </a:lnTo>
                  <a:lnTo>
                    <a:pt x="32131" y="32131"/>
                  </a:lnTo>
                  <a:lnTo>
                    <a:pt x="33401" y="30861"/>
                  </a:lnTo>
                  <a:lnTo>
                    <a:pt x="34696" y="29629"/>
                  </a:lnTo>
                  <a:lnTo>
                    <a:pt x="36029" y="28422"/>
                  </a:lnTo>
                  <a:lnTo>
                    <a:pt x="37363" y="27216"/>
                  </a:lnTo>
                  <a:lnTo>
                    <a:pt x="44361" y="21590"/>
                  </a:lnTo>
                  <a:lnTo>
                    <a:pt x="45796" y="20523"/>
                  </a:lnTo>
                  <a:lnTo>
                    <a:pt x="53314" y="15608"/>
                  </a:lnTo>
                  <a:lnTo>
                    <a:pt x="54851" y="14681"/>
                  </a:lnTo>
                  <a:lnTo>
                    <a:pt x="67729" y="8356"/>
                  </a:lnTo>
                  <a:lnTo>
                    <a:pt x="69380" y="7670"/>
                  </a:lnTo>
                  <a:lnTo>
                    <a:pt x="71056" y="7023"/>
                  </a:lnTo>
                  <a:lnTo>
                    <a:pt x="72758" y="6413"/>
                  </a:lnTo>
                  <a:lnTo>
                    <a:pt x="74447" y="5803"/>
                  </a:lnTo>
                  <a:lnTo>
                    <a:pt x="76149" y="5245"/>
                  </a:lnTo>
                  <a:lnTo>
                    <a:pt x="77863" y="4724"/>
                  </a:lnTo>
                  <a:lnTo>
                    <a:pt x="79578" y="4203"/>
                  </a:lnTo>
                  <a:lnTo>
                    <a:pt x="88315" y="2108"/>
                  </a:lnTo>
                  <a:lnTo>
                    <a:pt x="90068" y="1752"/>
                  </a:lnTo>
                  <a:lnTo>
                    <a:pt x="91833" y="1447"/>
                  </a:lnTo>
                  <a:lnTo>
                    <a:pt x="93611" y="1193"/>
                  </a:lnTo>
                  <a:lnTo>
                    <a:pt x="95389" y="927"/>
                  </a:lnTo>
                  <a:lnTo>
                    <a:pt x="97167" y="698"/>
                  </a:lnTo>
                  <a:lnTo>
                    <a:pt x="98958" y="533"/>
                  </a:lnTo>
                  <a:lnTo>
                    <a:pt x="100749" y="355"/>
                  </a:lnTo>
                  <a:lnTo>
                    <a:pt x="102539" y="215"/>
                  </a:lnTo>
                  <a:lnTo>
                    <a:pt x="104330" y="127"/>
                  </a:lnTo>
                  <a:lnTo>
                    <a:pt x="106121" y="38"/>
                  </a:lnTo>
                  <a:lnTo>
                    <a:pt x="107924" y="0"/>
                  </a:lnTo>
                  <a:lnTo>
                    <a:pt x="109715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5131" y="4636008"/>
              <a:ext cx="109727" cy="10972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705597" y="4588240"/>
            <a:ext cx="896619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F332F"/>
                </a:solidFill>
                <a:latin typeface="Calibri"/>
                <a:cs typeface="Calibri"/>
              </a:rPr>
              <a:t>ER</a:t>
            </a:r>
            <a:r>
              <a:rPr dirty="0" sz="1500" spc="-2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diagram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485132" y="5568696"/>
            <a:ext cx="109855" cy="1975485"/>
            <a:chOff x="4485132" y="5568696"/>
            <a:chExt cx="109855" cy="1975485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5132" y="5568696"/>
              <a:ext cx="109727" cy="10972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5132" y="6501384"/>
              <a:ext cx="109727" cy="10972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5132" y="7434072"/>
              <a:ext cx="109727" cy="109727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4705597" y="5520928"/>
            <a:ext cx="143129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Relational</a:t>
            </a:r>
            <a:r>
              <a:rPr dirty="0" sz="1500" spc="-3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schema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05597" y="6406951"/>
            <a:ext cx="19558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Functional</a:t>
            </a:r>
            <a:r>
              <a:rPr dirty="0" sz="1500" spc="-1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dependencies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05597" y="7339639"/>
            <a:ext cx="11144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Normalization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915400" y="2263139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822959" h="822960">
                <a:moveTo>
                  <a:pt x="411479" y="0"/>
                </a:moveTo>
                <a:lnTo>
                  <a:pt x="363492" y="2768"/>
                </a:lnTo>
                <a:lnTo>
                  <a:pt x="317131" y="10867"/>
                </a:lnTo>
                <a:lnTo>
                  <a:pt x="272704" y="23988"/>
                </a:lnTo>
                <a:lnTo>
                  <a:pt x="230521" y="41823"/>
                </a:lnTo>
                <a:lnTo>
                  <a:pt x="190890" y="64062"/>
                </a:lnTo>
                <a:lnTo>
                  <a:pt x="154120" y="90397"/>
                </a:lnTo>
                <a:lnTo>
                  <a:pt x="120519" y="120519"/>
                </a:lnTo>
                <a:lnTo>
                  <a:pt x="90397" y="154120"/>
                </a:lnTo>
                <a:lnTo>
                  <a:pt x="64062" y="190890"/>
                </a:lnTo>
                <a:lnTo>
                  <a:pt x="41823" y="230521"/>
                </a:lnTo>
                <a:lnTo>
                  <a:pt x="23988" y="272704"/>
                </a:lnTo>
                <a:lnTo>
                  <a:pt x="10867" y="317131"/>
                </a:lnTo>
                <a:lnTo>
                  <a:pt x="2768" y="363492"/>
                </a:lnTo>
                <a:lnTo>
                  <a:pt x="0" y="411479"/>
                </a:lnTo>
                <a:lnTo>
                  <a:pt x="2768" y="459467"/>
                </a:lnTo>
                <a:lnTo>
                  <a:pt x="10867" y="505828"/>
                </a:lnTo>
                <a:lnTo>
                  <a:pt x="23988" y="550255"/>
                </a:lnTo>
                <a:lnTo>
                  <a:pt x="41823" y="592438"/>
                </a:lnTo>
                <a:lnTo>
                  <a:pt x="64062" y="632069"/>
                </a:lnTo>
                <a:lnTo>
                  <a:pt x="90397" y="668839"/>
                </a:lnTo>
                <a:lnTo>
                  <a:pt x="120519" y="702440"/>
                </a:lnTo>
                <a:lnTo>
                  <a:pt x="154120" y="732562"/>
                </a:lnTo>
                <a:lnTo>
                  <a:pt x="190890" y="758897"/>
                </a:lnTo>
                <a:lnTo>
                  <a:pt x="230521" y="781136"/>
                </a:lnTo>
                <a:lnTo>
                  <a:pt x="272704" y="798971"/>
                </a:lnTo>
                <a:lnTo>
                  <a:pt x="317131" y="812092"/>
                </a:lnTo>
                <a:lnTo>
                  <a:pt x="363492" y="820191"/>
                </a:lnTo>
                <a:lnTo>
                  <a:pt x="411479" y="822959"/>
                </a:lnTo>
                <a:lnTo>
                  <a:pt x="459467" y="820191"/>
                </a:lnTo>
                <a:lnTo>
                  <a:pt x="505828" y="812092"/>
                </a:lnTo>
                <a:lnTo>
                  <a:pt x="550255" y="798971"/>
                </a:lnTo>
                <a:lnTo>
                  <a:pt x="592438" y="781136"/>
                </a:lnTo>
                <a:lnTo>
                  <a:pt x="632069" y="758897"/>
                </a:lnTo>
                <a:lnTo>
                  <a:pt x="668839" y="732562"/>
                </a:lnTo>
                <a:lnTo>
                  <a:pt x="702440" y="702440"/>
                </a:lnTo>
                <a:lnTo>
                  <a:pt x="732562" y="668839"/>
                </a:lnTo>
                <a:lnTo>
                  <a:pt x="758897" y="632069"/>
                </a:lnTo>
                <a:lnTo>
                  <a:pt x="781136" y="592438"/>
                </a:lnTo>
                <a:lnTo>
                  <a:pt x="798971" y="550255"/>
                </a:lnTo>
                <a:lnTo>
                  <a:pt x="812092" y="505828"/>
                </a:lnTo>
                <a:lnTo>
                  <a:pt x="820191" y="459467"/>
                </a:lnTo>
                <a:lnTo>
                  <a:pt x="822959" y="411479"/>
                </a:lnTo>
                <a:lnTo>
                  <a:pt x="820191" y="363492"/>
                </a:lnTo>
                <a:lnTo>
                  <a:pt x="812092" y="317131"/>
                </a:lnTo>
                <a:lnTo>
                  <a:pt x="798971" y="272704"/>
                </a:lnTo>
                <a:lnTo>
                  <a:pt x="781136" y="230521"/>
                </a:lnTo>
                <a:lnTo>
                  <a:pt x="758897" y="190890"/>
                </a:lnTo>
                <a:lnTo>
                  <a:pt x="732562" y="154120"/>
                </a:lnTo>
                <a:lnTo>
                  <a:pt x="702440" y="120519"/>
                </a:lnTo>
                <a:lnTo>
                  <a:pt x="668839" y="90397"/>
                </a:lnTo>
                <a:lnTo>
                  <a:pt x="632069" y="64062"/>
                </a:lnTo>
                <a:lnTo>
                  <a:pt x="592438" y="41823"/>
                </a:lnTo>
                <a:lnTo>
                  <a:pt x="550255" y="23988"/>
                </a:lnTo>
                <a:lnTo>
                  <a:pt x="505828" y="10867"/>
                </a:lnTo>
                <a:lnTo>
                  <a:pt x="459467" y="2768"/>
                </a:lnTo>
                <a:lnTo>
                  <a:pt x="411479" y="0"/>
                </a:lnTo>
                <a:close/>
              </a:path>
            </a:pathLst>
          </a:custGeom>
          <a:solidFill>
            <a:srgbClr val="D98E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9227282" y="2416047"/>
            <a:ext cx="1993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0" b="1">
                <a:solidFill>
                  <a:srgbClr val="0F3230"/>
                </a:solidFill>
                <a:latin typeface="Calibri"/>
                <a:cs typeface="Calibri"/>
              </a:rPr>
              <a:t>3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0917935" y="2674620"/>
            <a:ext cx="274320" cy="0"/>
          </a:xfrm>
          <a:custGeom>
            <a:avLst/>
            <a:gdLst/>
            <a:ahLst/>
            <a:cxnLst/>
            <a:rect l="l" t="t" r="r" b="b"/>
            <a:pathLst>
              <a:path w="274320" h="0">
                <a:moveTo>
                  <a:pt x="0" y="0"/>
                </a:moveTo>
                <a:lnTo>
                  <a:pt x="274320" y="0"/>
                </a:lnTo>
              </a:path>
            </a:pathLst>
          </a:custGeom>
          <a:ln w="38100">
            <a:solidFill>
              <a:srgbClr val="BBD8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8462377" y="3439341"/>
            <a:ext cx="1731010" cy="58102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 indent="365125">
              <a:lnSpc>
                <a:spcPct val="102299"/>
              </a:lnSpc>
              <a:spcBef>
                <a:spcPts val="50"/>
              </a:spcBef>
            </a:pPr>
            <a:r>
              <a:rPr dirty="0" sz="1800" spc="-10" b="1">
                <a:solidFill>
                  <a:srgbClr val="1B4A4A"/>
                </a:solidFill>
                <a:latin typeface="Cambria"/>
                <a:cs typeface="Cambria"/>
              </a:rPr>
              <a:t>Database Implementation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726302" y="4311015"/>
            <a:ext cx="3201670" cy="3996690"/>
            <a:chOff x="7726302" y="4311015"/>
            <a:chExt cx="3201670" cy="3996690"/>
          </a:xfrm>
        </p:grpSpPr>
        <p:sp>
          <p:nvSpPr>
            <p:cNvPr id="41" name="object 41"/>
            <p:cNvSpPr/>
            <p:nvPr/>
          </p:nvSpPr>
          <p:spPr>
            <a:xfrm>
              <a:off x="7735827" y="4320540"/>
              <a:ext cx="3182620" cy="3977640"/>
            </a:xfrm>
            <a:custGeom>
              <a:avLst/>
              <a:gdLst/>
              <a:ahLst/>
              <a:cxnLst/>
              <a:rect l="l" t="t" r="r" b="b"/>
              <a:pathLst>
                <a:path w="3182620" h="3977640">
                  <a:moveTo>
                    <a:pt x="109715" y="0"/>
                  </a:moveTo>
                  <a:lnTo>
                    <a:pt x="107924" y="0"/>
                  </a:lnTo>
                  <a:lnTo>
                    <a:pt x="91833" y="1447"/>
                  </a:lnTo>
                  <a:lnTo>
                    <a:pt x="47269" y="19494"/>
                  </a:lnTo>
                  <a:lnTo>
                    <a:pt x="14681" y="54851"/>
                  </a:lnTo>
                  <a:lnTo>
                    <a:pt x="342" y="100749"/>
                  </a:lnTo>
                  <a:lnTo>
                    <a:pt x="0" y="3869715"/>
                  </a:lnTo>
                  <a:lnTo>
                    <a:pt x="1447" y="3885793"/>
                  </a:lnTo>
                  <a:lnTo>
                    <a:pt x="19481" y="3930370"/>
                  </a:lnTo>
                  <a:lnTo>
                    <a:pt x="54851" y="3962958"/>
                  </a:lnTo>
                  <a:lnTo>
                    <a:pt x="100749" y="3977284"/>
                  </a:lnTo>
                  <a:lnTo>
                    <a:pt x="3074187" y="3977640"/>
                  </a:lnTo>
                  <a:lnTo>
                    <a:pt x="3090265" y="3976192"/>
                  </a:lnTo>
                  <a:lnTo>
                    <a:pt x="3134842" y="3958158"/>
                  </a:lnTo>
                  <a:lnTo>
                    <a:pt x="3167418" y="3922788"/>
                  </a:lnTo>
                  <a:lnTo>
                    <a:pt x="3181756" y="3876890"/>
                  </a:lnTo>
                  <a:lnTo>
                    <a:pt x="3182112" y="107924"/>
                  </a:lnTo>
                  <a:lnTo>
                    <a:pt x="3180651" y="91846"/>
                  </a:lnTo>
                  <a:lnTo>
                    <a:pt x="3162617" y="47269"/>
                  </a:lnTo>
                  <a:lnTo>
                    <a:pt x="3127248" y="14681"/>
                  </a:lnTo>
                  <a:lnTo>
                    <a:pt x="3079572" y="215"/>
                  </a:lnTo>
                  <a:lnTo>
                    <a:pt x="1097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735827" y="4320540"/>
              <a:ext cx="3182620" cy="3977640"/>
            </a:xfrm>
            <a:custGeom>
              <a:avLst/>
              <a:gdLst/>
              <a:ahLst/>
              <a:cxnLst/>
              <a:rect l="l" t="t" r="r" b="b"/>
              <a:pathLst>
                <a:path w="3182620" h="3977640">
                  <a:moveTo>
                    <a:pt x="109715" y="0"/>
                  </a:moveTo>
                  <a:lnTo>
                    <a:pt x="3072384" y="0"/>
                  </a:lnTo>
                  <a:lnTo>
                    <a:pt x="3074187" y="0"/>
                  </a:lnTo>
                  <a:lnTo>
                    <a:pt x="3075978" y="38"/>
                  </a:lnTo>
                  <a:lnTo>
                    <a:pt x="3077768" y="127"/>
                  </a:lnTo>
                  <a:lnTo>
                    <a:pt x="3079572" y="215"/>
                  </a:lnTo>
                  <a:lnTo>
                    <a:pt x="3081362" y="355"/>
                  </a:lnTo>
                  <a:lnTo>
                    <a:pt x="3083140" y="533"/>
                  </a:lnTo>
                  <a:lnTo>
                    <a:pt x="3084931" y="698"/>
                  </a:lnTo>
                  <a:lnTo>
                    <a:pt x="3086709" y="927"/>
                  </a:lnTo>
                  <a:lnTo>
                    <a:pt x="3088487" y="1193"/>
                  </a:lnTo>
                  <a:lnTo>
                    <a:pt x="3090265" y="1447"/>
                  </a:lnTo>
                  <a:lnTo>
                    <a:pt x="3092030" y="1752"/>
                  </a:lnTo>
                  <a:lnTo>
                    <a:pt x="3093796" y="2108"/>
                  </a:lnTo>
                  <a:lnTo>
                    <a:pt x="3095561" y="2463"/>
                  </a:lnTo>
                  <a:lnTo>
                    <a:pt x="3097314" y="2857"/>
                  </a:lnTo>
                  <a:lnTo>
                    <a:pt x="3099054" y="3289"/>
                  </a:lnTo>
                  <a:lnTo>
                    <a:pt x="3100793" y="3721"/>
                  </a:lnTo>
                  <a:lnTo>
                    <a:pt x="3102521" y="4203"/>
                  </a:lnTo>
                  <a:lnTo>
                    <a:pt x="3104235" y="4724"/>
                  </a:lnTo>
                  <a:lnTo>
                    <a:pt x="3105950" y="5245"/>
                  </a:lnTo>
                  <a:lnTo>
                    <a:pt x="3114370" y="8356"/>
                  </a:lnTo>
                  <a:lnTo>
                    <a:pt x="3116033" y="9042"/>
                  </a:lnTo>
                  <a:lnTo>
                    <a:pt x="3133344" y="18491"/>
                  </a:lnTo>
                  <a:lnTo>
                    <a:pt x="3134842" y="19494"/>
                  </a:lnTo>
                  <a:lnTo>
                    <a:pt x="3146069" y="28422"/>
                  </a:lnTo>
                  <a:lnTo>
                    <a:pt x="3147402" y="29629"/>
                  </a:lnTo>
                  <a:lnTo>
                    <a:pt x="3148698" y="30861"/>
                  </a:lnTo>
                  <a:lnTo>
                    <a:pt x="3149968" y="32131"/>
                  </a:lnTo>
                  <a:lnTo>
                    <a:pt x="3151238" y="33401"/>
                  </a:lnTo>
                  <a:lnTo>
                    <a:pt x="3157194" y="40119"/>
                  </a:lnTo>
                  <a:lnTo>
                    <a:pt x="3158337" y="41503"/>
                  </a:lnTo>
                  <a:lnTo>
                    <a:pt x="3159442" y="42913"/>
                  </a:lnTo>
                  <a:lnTo>
                    <a:pt x="3160509" y="44361"/>
                  </a:lnTo>
                  <a:lnTo>
                    <a:pt x="3161588" y="45796"/>
                  </a:lnTo>
                  <a:lnTo>
                    <a:pt x="3166491" y="53314"/>
                  </a:lnTo>
                  <a:lnTo>
                    <a:pt x="3167418" y="54851"/>
                  </a:lnTo>
                  <a:lnTo>
                    <a:pt x="3171571" y="62814"/>
                  </a:lnTo>
                  <a:lnTo>
                    <a:pt x="3172345" y="64427"/>
                  </a:lnTo>
                  <a:lnTo>
                    <a:pt x="3180918" y="93624"/>
                  </a:lnTo>
                  <a:lnTo>
                    <a:pt x="3181184" y="95402"/>
                  </a:lnTo>
                  <a:lnTo>
                    <a:pt x="3181400" y="97180"/>
                  </a:lnTo>
                  <a:lnTo>
                    <a:pt x="3181578" y="98971"/>
                  </a:lnTo>
                  <a:lnTo>
                    <a:pt x="3181756" y="100749"/>
                  </a:lnTo>
                  <a:lnTo>
                    <a:pt x="3181883" y="102539"/>
                  </a:lnTo>
                  <a:lnTo>
                    <a:pt x="3181972" y="104330"/>
                  </a:lnTo>
                  <a:lnTo>
                    <a:pt x="3182061" y="106133"/>
                  </a:lnTo>
                  <a:lnTo>
                    <a:pt x="3182112" y="107924"/>
                  </a:lnTo>
                  <a:lnTo>
                    <a:pt x="3182112" y="109715"/>
                  </a:lnTo>
                  <a:lnTo>
                    <a:pt x="3182112" y="3867924"/>
                  </a:lnTo>
                  <a:lnTo>
                    <a:pt x="3182112" y="3869715"/>
                  </a:lnTo>
                  <a:lnTo>
                    <a:pt x="3182061" y="3871518"/>
                  </a:lnTo>
                  <a:lnTo>
                    <a:pt x="3181972" y="3873296"/>
                  </a:lnTo>
                  <a:lnTo>
                    <a:pt x="3181883" y="3875100"/>
                  </a:lnTo>
                  <a:lnTo>
                    <a:pt x="3180918" y="3884015"/>
                  </a:lnTo>
                  <a:lnTo>
                    <a:pt x="3180651" y="3885793"/>
                  </a:lnTo>
                  <a:lnTo>
                    <a:pt x="3171571" y="3914838"/>
                  </a:lnTo>
                  <a:lnTo>
                    <a:pt x="3170809" y="3916464"/>
                  </a:lnTo>
                  <a:lnTo>
                    <a:pt x="3166491" y="3924325"/>
                  </a:lnTo>
                  <a:lnTo>
                    <a:pt x="3165576" y="3925862"/>
                  </a:lnTo>
                  <a:lnTo>
                    <a:pt x="3160509" y="3933278"/>
                  </a:lnTo>
                  <a:lnTo>
                    <a:pt x="3159442" y="3934726"/>
                  </a:lnTo>
                  <a:lnTo>
                    <a:pt x="3158337" y="3936136"/>
                  </a:lnTo>
                  <a:lnTo>
                    <a:pt x="3157194" y="3937533"/>
                  </a:lnTo>
                  <a:lnTo>
                    <a:pt x="3156064" y="3938917"/>
                  </a:lnTo>
                  <a:lnTo>
                    <a:pt x="3149968" y="3945496"/>
                  </a:lnTo>
                  <a:lnTo>
                    <a:pt x="3148698" y="3946779"/>
                  </a:lnTo>
                  <a:lnTo>
                    <a:pt x="3147402" y="3948010"/>
                  </a:lnTo>
                  <a:lnTo>
                    <a:pt x="3146069" y="3949217"/>
                  </a:lnTo>
                  <a:lnTo>
                    <a:pt x="3144735" y="3950423"/>
                  </a:lnTo>
                  <a:lnTo>
                    <a:pt x="3143377" y="3951592"/>
                  </a:lnTo>
                  <a:lnTo>
                    <a:pt x="3141992" y="3952735"/>
                  </a:lnTo>
                  <a:lnTo>
                    <a:pt x="3140608" y="3953878"/>
                  </a:lnTo>
                  <a:lnTo>
                    <a:pt x="3133344" y="3959148"/>
                  </a:lnTo>
                  <a:lnTo>
                    <a:pt x="3131845" y="3960152"/>
                  </a:lnTo>
                  <a:lnTo>
                    <a:pt x="3119297" y="3967099"/>
                  </a:lnTo>
                  <a:lnTo>
                    <a:pt x="3117672" y="3967873"/>
                  </a:lnTo>
                  <a:lnTo>
                    <a:pt x="3116033" y="3968597"/>
                  </a:lnTo>
                  <a:lnTo>
                    <a:pt x="3114370" y="3969283"/>
                  </a:lnTo>
                  <a:lnTo>
                    <a:pt x="3112719" y="3969969"/>
                  </a:lnTo>
                  <a:lnTo>
                    <a:pt x="3104235" y="3972915"/>
                  </a:lnTo>
                  <a:lnTo>
                    <a:pt x="3102521" y="3973436"/>
                  </a:lnTo>
                  <a:lnTo>
                    <a:pt x="3100793" y="3973918"/>
                  </a:lnTo>
                  <a:lnTo>
                    <a:pt x="3099054" y="3974350"/>
                  </a:lnTo>
                  <a:lnTo>
                    <a:pt x="3097314" y="3974782"/>
                  </a:lnTo>
                  <a:lnTo>
                    <a:pt x="3088487" y="3976446"/>
                  </a:lnTo>
                  <a:lnTo>
                    <a:pt x="3086709" y="3976712"/>
                  </a:lnTo>
                  <a:lnTo>
                    <a:pt x="3074187" y="3977640"/>
                  </a:lnTo>
                  <a:lnTo>
                    <a:pt x="3072384" y="3977640"/>
                  </a:lnTo>
                  <a:lnTo>
                    <a:pt x="109715" y="3977640"/>
                  </a:lnTo>
                  <a:lnTo>
                    <a:pt x="107924" y="3977640"/>
                  </a:lnTo>
                  <a:lnTo>
                    <a:pt x="106121" y="3977601"/>
                  </a:lnTo>
                  <a:lnTo>
                    <a:pt x="93611" y="3976446"/>
                  </a:lnTo>
                  <a:lnTo>
                    <a:pt x="91833" y="3976192"/>
                  </a:lnTo>
                  <a:lnTo>
                    <a:pt x="90068" y="3975887"/>
                  </a:lnTo>
                  <a:lnTo>
                    <a:pt x="88315" y="3975531"/>
                  </a:lnTo>
                  <a:lnTo>
                    <a:pt x="86550" y="3975176"/>
                  </a:lnTo>
                  <a:lnTo>
                    <a:pt x="84797" y="3974782"/>
                  </a:lnTo>
                  <a:lnTo>
                    <a:pt x="83058" y="3974350"/>
                  </a:lnTo>
                  <a:lnTo>
                    <a:pt x="81318" y="3973918"/>
                  </a:lnTo>
                  <a:lnTo>
                    <a:pt x="79578" y="3973436"/>
                  </a:lnTo>
                  <a:lnTo>
                    <a:pt x="77863" y="3972915"/>
                  </a:lnTo>
                  <a:lnTo>
                    <a:pt x="76149" y="3972394"/>
                  </a:lnTo>
                  <a:lnTo>
                    <a:pt x="67729" y="3969283"/>
                  </a:lnTo>
                  <a:lnTo>
                    <a:pt x="66065" y="3968597"/>
                  </a:lnTo>
                  <a:lnTo>
                    <a:pt x="64427" y="3967873"/>
                  </a:lnTo>
                  <a:lnTo>
                    <a:pt x="62801" y="3967099"/>
                  </a:lnTo>
                  <a:lnTo>
                    <a:pt x="61175" y="3966337"/>
                  </a:lnTo>
                  <a:lnTo>
                    <a:pt x="48755" y="3959148"/>
                  </a:lnTo>
                  <a:lnTo>
                    <a:pt x="47269" y="3958158"/>
                  </a:lnTo>
                  <a:lnTo>
                    <a:pt x="45796" y="3957116"/>
                  </a:lnTo>
                  <a:lnTo>
                    <a:pt x="44361" y="3956050"/>
                  </a:lnTo>
                  <a:lnTo>
                    <a:pt x="42913" y="3954983"/>
                  </a:lnTo>
                  <a:lnTo>
                    <a:pt x="36029" y="3949217"/>
                  </a:lnTo>
                  <a:lnTo>
                    <a:pt x="34696" y="3948010"/>
                  </a:lnTo>
                  <a:lnTo>
                    <a:pt x="33401" y="3946779"/>
                  </a:lnTo>
                  <a:lnTo>
                    <a:pt x="32131" y="3945496"/>
                  </a:lnTo>
                  <a:lnTo>
                    <a:pt x="30861" y="3944239"/>
                  </a:lnTo>
                  <a:lnTo>
                    <a:pt x="24904" y="3937533"/>
                  </a:lnTo>
                  <a:lnTo>
                    <a:pt x="23761" y="3936136"/>
                  </a:lnTo>
                  <a:lnTo>
                    <a:pt x="22656" y="3934726"/>
                  </a:lnTo>
                  <a:lnTo>
                    <a:pt x="21590" y="3933278"/>
                  </a:lnTo>
                  <a:lnTo>
                    <a:pt x="20523" y="3931843"/>
                  </a:lnTo>
                  <a:lnTo>
                    <a:pt x="19481" y="3930370"/>
                  </a:lnTo>
                  <a:lnTo>
                    <a:pt x="18491" y="3928884"/>
                  </a:lnTo>
                  <a:lnTo>
                    <a:pt x="17487" y="3927386"/>
                  </a:lnTo>
                  <a:lnTo>
                    <a:pt x="16522" y="3925862"/>
                  </a:lnTo>
                  <a:lnTo>
                    <a:pt x="15608" y="3924325"/>
                  </a:lnTo>
                  <a:lnTo>
                    <a:pt x="14681" y="3922788"/>
                  </a:lnTo>
                  <a:lnTo>
                    <a:pt x="13792" y="3921226"/>
                  </a:lnTo>
                  <a:lnTo>
                    <a:pt x="12954" y="3919639"/>
                  </a:lnTo>
                  <a:lnTo>
                    <a:pt x="12103" y="3918064"/>
                  </a:lnTo>
                  <a:lnTo>
                    <a:pt x="6413" y="3904881"/>
                  </a:lnTo>
                  <a:lnTo>
                    <a:pt x="5803" y="3903192"/>
                  </a:lnTo>
                  <a:lnTo>
                    <a:pt x="3289" y="3894582"/>
                  </a:lnTo>
                  <a:lnTo>
                    <a:pt x="2844" y="3892829"/>
                  </a:lnTo>
                  <a:lnTo>
                    <a:pt x="2451" y="3891076"/>
                  </a:lnTo>
                  <a:lnTo>
                    <a:pt x="2108" y="3889324"/>
                  </a:lnTo>
                  <a:lnTo>
                    <a:pt x="1752" y="3887571"/>
                  </a:lnTo>
                  <a:lnTo>
                    <a:pt x="1447" y="3885793"/>
                  </a:lnTo>
                  <a:lnTo>
                    <a:pt x="1181" y="3884015"/>
                  </a:lnTo>
                  <a:lnTo>
                    <a:pt x="914" y="3882237"/>
                  </a:lnTo>
                  <a:lnTo>
                    <a:pt x="127" y="3873296"/>
                  </a:lnTo>
                  <a:lnTo>
                    <a:pt x="38" y="3871518"/>
                  </a:lnTo>
                  <a:lnTo>
                    <a:pt x="0" y="3869715"/>
                  </a:lnTo>
                  <a:lnTo>
                    <a:pt x="0" y="3867924"/>
                  </a:lnTo>
                  <a:lnTo>
                    <a:pt x="0" y="109715"/>
                  </a:lnTo>
                  <a:lnTo>
                    <a:pt x="0" y="107924"/>
                  </a:lnTo>
                  <a:lnTo>
                    <a:pt x="38" y="106133"/>
                  </a:lnTo>
                  <a:lnTo>
                    <a:pt x="127" y="104330"/>
                  </a:lnTo>
                  <a:lnTo>
                    <a:pt x="215" y="102539"/>
                  </a:lnTo>
                  <a:lnTo>
                    <a:pt x="342" y="100749"/>
                  </a:lnTo>
                  <a:lnTo>
                    <a:pt x="520" y="98971"/>
                  </a:lnTo>
                  <a:lnTo>
                    <a:pt x="698" y="97180"/>
                  </a:lnTo>
                  <a:lnTo>
                    <a:pt x="914" y="95402"/>
                  </a:lnTo>
                  <a:lnTo>
                    <a:pt x="1181" y="93624"/>
                  </a:lnTo>
                  <a:lnTo>
                    <a:pt x="1447" y="91846"/>
                  </a:lnTo>
                  <a:lnTo>
                    <a:pt x="1752" y="90081"/>
                  </a:lnTo>
                  <a:lnTo>
                    <a:pt x="2108" y="88315"/>
                  </a:lnTo>
                  <a:lnTo>
                    <a:pt x="2451" y="86550"/>
                  </a:lnTo>
                  <a:lnTo>
                    <a:pt x="2844" y="84797"/>
                  </a:lnTo>
                  <a:lnTo>
                    <a:pt x="3289" y="83058"/>
                  </a:lnTo>
                  <a:lnTo>
                    <a:pt x="3721" y="81318"/>
                  </a:lnTo>
                  <a:lnTo>
                    <a:pt x="6413" y="72758"/>
                  </a:lnTo>
                  <a:lnTo>
                    <a:pt x="7010" y="71069"/>
                  </a:lnTo>
                  <a:lnTo>
                    <a:pt x="12954" y="58000"/>
                  </a:lnTo>
                  <a:lnTo>
                    <a:pt x="13792" y="56413"/>
                  </a:lnTo>
                  <a:lnTo>
                    <a:pt x="14681" y="54851"/>
                  </a:lnTo>
                  <a:lnTo>
                    <a:pt x="15608" y="53314"/>
                  </a:lnTo>
                  <a:lnTo>
                    <a:pt x="16522" y="51777"/>
                  </a:lnTo>
                  <a:lnTo>
                    <a:pt x="17487" y="50253"/>
                  </a:lnTo>
                  <a:lnTo>
                    <a:pt x="18491" y="48768"/>
                  </a:lnTo>
                  <a:lnTo>
                    <a:pt x="19481" y="47269"/>
                  </a:lnTo>
                  <a:lnTo>
                    <a:pt x="20523" y="45796"/>
                  </a:lnTo>
                  <a:lnTo>
                    <a:pt x="21590" y="44361"/>
                  </a:lnTo>
                  <a:lnTo>
                    <a:pt x="22656" y="42913"/>
                  </a:lnTo>
                  <a:lnTo>
                    <a:pt x="23761" y="41503"/>
                  </a:lnTo>
                  <a:lnTo>
                    <a:pt x="24904" y="40119"/>
                  </a:lnTo>
                  <a:lnTo>
                    <a:pt x="26035" y="38722"/>
                  </a:lnTo>
                  <a:lnTo>
                    <a:pt x="32131" y="32131"/>
                  </a:lnTo>
                  <a:lnTo>
                    <a:pt x="33401" y="30861"/>
                  </a:lnTo>
                  <a:lnTo>
                    <a:pt x="34696" y="29629"/>
                  </a:lnTo>
                  <a:lnTo>
                    <a:pt x="36029" y="28422"/>
                  </a:lnTo>
                  <a:lnTo>
                    <a:pt x="37363" y="27216"/>
                  </a:lnTo>
                  <a:lnTo>
                    <a:pt x="44361" y="21590"/>
                  </a:lnTo>
                  <a:lnTo>
                    <a:pt x="45796" y="20523"/>
                  </a:lnTo>
                  <a:lnTo>
                    <a:pt x="67729" y="8356"/>
                  </a:lnTo>
                  <a:lnTo>
                    <a:pt x="69380" y="7670"/>
                  </a:lnTo>
                  <a:lnTo>
                    <a:pt x="77863" y="4724"/>
                  </a:lnTo>
                  <a:lnTo>
                    <a:pt x="79578" y="4203"/>
                  </a:lnTo>
                  <a:lnTo>
                    <a:pt x="88315" y="2108"/>
                  </a:lnTo>
                  <a:lnTo>
                    <a:pt x="90068" y="1752"/>
                  </a:lnTo>
                  <a:lnTo>
                    <a:pt x="91833" y="1447"/>
                  </a:lnTo>
                  <a:lnTo>
                    <a:pt x="93611" y="1193"/>
                  </a:lnTo>
                  <a:lnTo>
                    <a:pt x="95389" y="927"/>
                  </a:lnTo>
                  <a:lnTo>
                    <a:pt x="97167" y="698"/>
                  </a:lnTo>
                  <a:lnTo>
                    <a:pt x="98958" y="533"/>
                  </a:lnTo>
                  <a:lnTo>
                    <a:pt x="100749" y="355"/>
                  </a:lnTo>
                  <a:lnTo>
                    <a:pt x="102539" y="215"/>
                  </a:lnTo>
                  <a:lnTo>
                    <a:pt x="104330" y="127"/>
                  </a:lnTo>
                  <a:lnTo>
                    <a:pt x="106121" y="38"/>
                  </a:lnTo>
                  <a:lnTo>
                    <a:pt x="107924" y="0"/>
                  </a:lnTo>
                  <a:lnTo>
                    <a:pt x="109715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41563" y="4636008"/>
              <a:ext cx="109727" cy="109727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8162038" y="4588240"/>
            <a:ext cx="10407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F332F"/>
                </a:solidFill>
                <a:latin typeface="Calibri"/>
                <a:cs typeface="Calibri"/>
              </a:rPr>
              <a:t>Create</a:t>
            </a:r>
            <a:r>
              <a:rPr dirty="0" sz="1500" spc="-8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tables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941564" y="5568696"/>
            <a:ext cx="109855" cy="1975485"/>
            <a:chOff x="7941564" y="5568696"/>
            <a:chExt cx="109855" cy="1975485"/>
          </a:xfrm>
        </p:grpSpPr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41564" y="5568696"/>
              <a:ext cx="109727" cy="10972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41564" y="6501384"/>
              <a:ext cx="109727" cy="10972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41564" y="7434072"/>
              <a:ext cx="109727" cy="109727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8162038" y="5520928"/>
            <a:ext cx="12287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F332F"/>
                </a:solidFill>
                <a:latin typeface="Calibri"/>
                <a:cs typeface="Calibri"/>
              </a:rPr>
              <a:t>Add</a:t>
            </a:r>
            <a:r>
              <a:rPr dirty="0" sz="1500" spc="-1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constraints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162038" y="6453616"/>
            <a:ext cx="14585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F332F"/>
                </a:solidFill>
                <a:latin typeface="Calibri"/>
                <a:cs typeface="Calibri"/>
              </a:rPr>
              <a:t>Insert</a:t>
            </a:r>
            <a:r>
              <a:rPr dirty="0" sz="15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332F"/>
                </a:solidFill>
                <a:latin typeface="Calibri"/>
                <a:cs typeface="Calibri"/>
              </a:rPr>
              <a:t>sample</a:t>
            </a:r>
            <a:r>
              <a:rPr dirty="0" sz="15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 spc="-20">
                <a:solidFill>
                  <a:srgbClr val="1F332F"/>
                </a:solidFill>
                <a:latin typeface="Calibri"/>
                <a:cs typeface="Calibri"/>
              </a:rPr>
              <a:t>data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162038" y="7339639"/>
            <a:ext cx="14122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Write</a:t>
            </a:r>
            <a:r>
              <a:rPr dirty="0" sz="1500" spc="-3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332F"/>
                </a:solidFill>
                <a:latin typeface="Calibri"/>
                <a:cs typeface="Calibri"/>
              </a:rPr>
              <a:t>SQL</a:t>
            </a:r>
            <a:r>
              <a:rPr dirty="0" sz="1500" spc="-3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queries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2371833" y="2263139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822959" h="822960">
                <a:moveTo>
                  <a:pt x="411479" y="0"/>
                </a:moveTo>
                <a:lnTo>
                  <a:pt x="363492" y="2768"/>
                </a:lnTo>
                <a:lnTo>
                  <a:pt x="317131" y="10867"/>
                </a:lnTo>
                <a:lnTo>
                  <a:pt x="272704" y="23988"/>
                </a:lnTo>
                <a:lnTo>
                  <a:pt x="230521" y="41823"/>
                </a:lnTo>
                <a:lnTo>
                  <a:pt x="190890" y="64062"/>
                </a:lnTo>
                <a:lnTo>
                  <a:pt x="154120" y="90397"/>
                </a:lnTo>
                <a:lnTo>
                  <a:pt x="120519" y="120519"/>
                </a:lnTo>
                <a:lnTo>
                  <a:pt x="90397" y="154120"/>
                </a:lnTo>
                <a:lnTo>
                  <a:pt x="64062" y="190890"/>
                </a:lnTo>
                <a:lnTo>
                  <a:pt x="41823" y="230521"/>
                </a:lnTo>
                <a:lnTo>
                  <a:pt x="23988" y="272704"/>
                </a:lnTo>
                <a:lnTo>
                  <a:pt x="10867" y="317131"/>
                </a:lnTo>
                <a:lnTo>
                  <a:pt x="2768" y="363492"/>
                </a:lnTo>
                <a:lnTo>
                  <a:pt x="0" y="411479"/>
                </a:lnTo>
                <a:lnTo>
                  <a:pt x="2768" y="459467"/>
                </a:lnTo>
                <a:lnTo>
                  <a:pt x="10867" y="505828"/>
                </a:lnTo>
                <a:lnTo>
                  <a:pt x="23988" y="550255"/>
                </a:lnTo>
                <a:lnTo>
                  <a:pt x="41823" y="592438"/>
                </a:lnTo>
                <a:lnTo>
                  <a:pt x="64062" y="632069"/>
                </a:lnTo>
                <a:lnTo>
                  <a:pt x="90397" y="668839"/>
                </a:lnTo>
                <a:lnTo>
                  <a:pt x="120519" y="702440"/>
                </a:lnTo>
                <a:lnTo>
                  <a:pt x="154120" y="732562"/>
                </a:lnTo>
                <a:lnTo>
                  <a:pt x="190890" y="758897"/>
                </a:lnTo>
                <a:lnTo>
                  <a:pt x="230521" y="781136"/>
                </a:lnTo>
                <a:lnTo>
                  <a:pt x="272704" y="798971"/>
                </a:lnTo>
                <a:lnTo>
                  <a:pt x="317131" y="812092"/>
                </a:lnTo>
                <a:lnTo>
                  <a:pt x="363492" y="820191"/>
                </a:lnTo>
                <a:lnTo>
                  <a:pt x="411479" y="822959"/>
                </a:lnTo>
                <a:lnTo>
                  <a:pt x="459467" y="820191"/>
                </a:lnTo>
                <a:lnTo>
                  <a:pt x="505828" y="812092"/>
                </a:lnTo>
                <a:lnTo>
                  <a:pt x="550255" y="798971"/>
                </a:lnTo>
                <a:lnTo>
                  <a:pt x="592438" y="781136"/>
                </a:lnTo>
                <a:lnTo>
                  <a:pt x="632069" y="758897"/>
                </a:lnTo>
                <a:lnTo>
                  <a:pt x="668839" y="732562"/>
                </a:lnTo>
                <a:lnTo>
                  <a:pt x="702440" y="702440"/>
                </a:lnTo>
                <a:lnTo>
                  <a:pt x="732562" y="668839"/>
                </a:lnTo>
                <a:lnTo>
                  <a:pt x="758897" y="632069"/>
                </a:lnTo>
                <a:lnTo>
                  <a:pt x="781136" y="592438"/>
                </a:lnTo>
                <a:lnTo>
                  <a:pt x="798971" y="550255"/>
                </a:lnTo>
                <a:lnTo>
                  <a:pt x="812092" y="505828"/>
                </a:lnTo>
                <a:lnTo>
                  <a:pt x="820191" y="459467"/>
                </a:lnTo>
                <a:lnTo>
                  <a:pt x="822959" y="411479"/>
                </a:lnTo>
                <a:lnTo>
                  <a:pt x="820191" y="363492"/>
                </a:lnTo>
                <a:lnTo>
                  <a:pt x="812092" y="317131"/>
                </a:lnTo>
                <a:lnTo>
                  <a:pt x="798971" y="272704"/>
                </a:lnTo>
                <a:lnTo>
                  <a:pt x="781136" y="230521"/>
                </a:lnTo>
                <a:lnTo>
                  <a:pt x="758897" y="190890"/>
                </a:lnTo>
                <a:lnTo>
                  <a:pt x="732562" y="154120"/>
                </a:lnTo>
                <a:lnTo>
                  <a:pt x="702440" y="120519"/>
                </a:lnTo>
                <a:lnTo>
                  <a:pt x="668839" y="90397"/>
                </a:lnTo>
                <a:lnTo>
                  <a:pt x="632069" y="64062"/>
                </a:lnTo>
                <a:lnTo>
                  <a:pt x="592438" y="41823"/>
                </a:lnTo>
                <a:lnTo>
                  <a:pt x="550255" y="23988"/>
                </a:lnTo>
                <a:lnTo>
                  <a:pt x="505828" y="10867"/>
                </a:lnTo>
                <a:lnTo>
                  <a:pt x="459467" y="2768"/>
                </a:lnTo>
                <a:lnTo>
                  <a:pt x="411479" y="0"/>
                </a:lnTo>
                <a:close/>
              </a:path>
            </a:pathLst>
          </a:custGeom>
          <a:solidFill>
            <a:srgbClr val="D98E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12683715" y="2416047"/>
            <a:ext cx="1993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0" b="1">
                <a:solidFill>
                  <a:srgbClr val="0F3230"/>
                </a:solidFill>
                <a:latin typeface="Calibri"/>
                <a:cs typeface="Calibri"/>
              </a:rPr>
              <a:t>4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4374367" y="2674620"/>
            <a:ext cx="274320" cy="0"/>
          </a:xfrm>
          <a:custGeom>
            <a:avLst/>
            <a:gdLst/>
            <a:ahLst/>
            <a:cxnLst/>
            <a:rect l="l" t="t" r="r" b="b"/>
            <a:pathLst>
              <a:path w="274319" h="0">
                <a:moveTo>
                  <a:pt x="0" y="0"/>
                </a:moveTo>
                <a:lnTo>
                  <a:pt x="274320" y="0"/>
                </a:lnTo>
              </a:path>
            </a:pathLst>
          </a:custGeom>
          <a:ln w="38100">
            <a:solidFill>
              <a:srgbClr val="BBD8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12071517" y="3439341"/>
            <a:ext cx="1423035" cy="58102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 indent="90805">
              <a:lnSpc>
                <a:spcPct val="102299"/>
              </a:lnSpc>
              <a:spcBef>
                <a:spcPts val="50"/>
              </a:spcBef>
            </a:pPr>
            <a:r>
              <a:rPr dirty="0" sz="1800" spc="-10" b="1">
                <a:solidFill>
                  <a:srgbClr val="1B4A4A"/>
                </a:solidFill>
                <a:latin typeface="Cambria"/>
                <a:cs typeface="Cambria"/>
              </a:rPr>
              <a:t>Application Development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11182736" y="4311015"/>
            <a:ext cx="3201670" cy="3996690"/>
            <a:chOff x="11182736" y="4311015"/>
            <a:chExt cx="3201670" cy="3996690"/>
          </a:xfrm>
        </p:grpSpPr>
        <p:sp>
          <p:nvSpPr>
            <p:cNvPr id="57" name="object 57"/>
            <p:cNvSpPr/>
            <p:nvPr/>
          </p:nvSpPr>
          <p:spPr>
            <a:xfrm>
              <a:off x="11192261" y="4320540"/>
              <a:ext cx="3182620" cy="3977640"/>
            </a:xfrm>
            <a:custGeom>
              <a:avLst/>
              <a:gdLst/>
              <a:ahLst/>
              <a:cxnLst/>
              <a:rect l="l" t="t" r="r" b="b"/>
              <a:pathLst>
                <a:path w="3182619" h="3977640">
                  <a:moveTo>
                    <a:pt x="109715" y="0"/>
                  </a:moveTo>
                  <a:lnTo>
                    <a:pt x="107924" y="0"/>
                  </a:lnTo>
                  <a:lnTo>
                    <a:pt x="91833" y="1447"/>
                  </a:lnTo>
                  <a:lnTo>
                    <a:pt x="47269" y="19494"/>
                  </a:lnTo>
                  <a:lnTo>
                    <a:pt x="14681" y="54851"/>
                  </a:lnTo>
                  <a:lnTo>
                    <a:pt x="342" y="100749"/>
                  </a:lnTo>
                  <a:lnTo>
                    <a:pt x="0" y="3869715"/>
                  </a:lnTo>
                  <a:lnTo>
                    <a:pt x="1447" y="3885793"/>
                  </a:lnTo>
                  <a:lnTo>
                    <a:pt x="19481" y="3930370"/>
                  </a:lnTo>
                  <a:lnTo>
                    <a:pt x="54851" y="3962958"/>
                  </a:lnTo>
                  <a:lnTo>
                    <a:pt x="100749" y="3977284"/>
                  </a:lnTo>
                  <a:lnTo>
                    <a:pt x="3074187" y="3977640"/>
                  </a:lnTo>
                  <a:lnTo>
                    <a:pt x="3090265" y="3976192"/>
                  </a:lnTo>
                  <a:lnTo>
                    <a:pt x="3134842" y="3958158"/>
                  </a:lnTo>
                  <a:lnTo>
                    <a:pt x="3167418" y="3922788"/>
                  </a:lnTo>
                  <a:lnTo>
                    <a:pt x="3181756" y="3876890"/>
                  </a:lnTo>
                  <a:lnTo>
                    <a:pt x="3182112" y="107924"/>
                  </a:lnTo>
                  <a:lnTo>
                    <a:pt x="3180651" y="91846"/>
                  </a:lnTo>
                  <a:lnTo>
                    <a:pt x="3162617" y="47269"/>
                  </a:lnTo>
                  <a:lnTo>
                    <a:pt x="3127248" y="14681"/>
                  </a:lnTo>
                  <a:lnTo>
                    <a:pt x="3079572" y="215"/>
                  </a:lnTo>
                  <a:lnTo>
                    <a:pt x="1097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1192261" y="4320540"/>
              <a:ext cx="3182620" cy="3977640"/>
            </a:xfrm>
            <a:custGeom>
              <a:avLst/>
              <a:gdLst/>
              <a:ahLst/>
              <a:cxnLst/>
              <a:rect l="l" t="t" r="r" b="b"/>
              <a:pathLst>
                <a:path w="3182619" h="3977640">
                  <a:moveTo>
                    <a:pt x="109715" y="0"/>
                  </a:moveTo>
                  <a:lnTo>
                    <a:pt x="3072384" y="0"/>
                  </a:lnTo>
                  <a:lnTo>
                    <a:pt x="3074187" y="0"/>
                  </a:lnTo>
                  <a:lnTo>
                    <a:pt x="3075978" y="38"/>
                  </a:lnTo>
                  <a:lnTo>
                    <a:pt x="3077768" y="127"/>
                  </a:lnTo>
                  <a:lnTo>
                    <a:pt x="3079572" y="215"/>
                  </a:lnTo>
                  <a:lnTo>
                    <a:pt x="3081362" y="355"/>
                  </a:lnTo>
                  <a:lnTo>
                    <a:pt x="3083140" y="533"/>
                  </a:lnTo>
                  <a:lnTo>
                    <a:pt x="3084931" y="698"/>
                  </a:lnTo>
                  <a:lnTo>
                    <a:pt x="3086709" y="927"/>
                  </a:lnTo>
                  <a:lnTo>
                    <a:pt x="3088487" y="1193"/>
                  </a:lnTo>
                  <a:lnTo>
                    <a:pt x="3090265" y="1447"/>
                  </a:lnTo>
                  <a:lnTo>
                    <a:pt x="3092030" y="1752"/>
                  </a:lnTo>
                  <a:lnTo>
                    <a:pt x="3093796" y="2108"/>
                  </a:lnTo>
                  <a:lnTo>
                    <a:pt x="3095561" y="2463"/>
                  </a:lnTo>
                  <a:lnTo>
                    <a:pt x="3097314" y="2857"/>
                  </a:lnTo>
                  <a:lnTo>
                    <a:pt x="3099054" y="3289"/>
                  </a:lnTo>
                  <a:lnTo>
                    <a:pt x="3100793" y="3721"/>
                  </a:lnTo>
                  <a:lnTo>
                    <a:pt x="3102521" y="4203"/>
                  </a:lnTo>
                  <a:lnTo>
                    <a:pt x="3104235" y="4724"/>
                  </a:lnTo>
                  <a:lnTo>
                    <a:pt x="3105950" y="5245"/>
                  </a:lnTo>
                  <a:lnTo>
                    <a:pt x="3114370" y="8356"/>
                  </a:lnTo>
                  <a:lnTo>
                    <a:pt x="3116033" y="9042"/>
                  </a:lnTo>
                  <a:lnTo>
                    <a:pt x="3133344" y="18491"/>
                  </a:lnTo>
                  <a:lnTo>
                    <a:pt x="3134842" y="19494"/>
                  </a:lnTo>
                  <a:lnTo>
                    <a:pt x="3146069" y="28422"/>
                  </a:lnTo>
                  <a:lnTo>
                    <a:pt x="3147402" y="29629"/>
                  </a:lnTo>
                  <a:lnTo>
                    <a:pt x="3148698" y="30861"/>
                  </a:lnTo>
                  <a:lnTo>
                    <a:pt x="3149968" y="32131"/>
                  </a:lnTo>
                  <a:lnTo>
                    <a:pt x="3151238" y="33401"/>
                  </a:lnTo>
                  <a:lnTo>
                    <a:pt x="3157194" y="40119"/>
                  </a:lnTo>
                  <a:lnTo>
                    <a:pt x="3158337" y="41503"/>
                  </a:lnTo>
                  <a:lnTo>
                    <a:pt x="3159442" y="42913"/>
                  </a:lnTo>
                  <a:lnTo>
                    <a:pt x="3160509" y="44361"/>
                  </a:lnTo>
                  <a:lnTo>
                    <a:pt x="3161588" y="45796"/>
                  </a:lnTo>
                  <a:lnTo>
                    <a:pt x="3166491" y="53314"/>
                  </a:lnTo>
                  <a:lnTo>
                    <a:pt x="3167418" y="54851"/>
                  </a:lnTo>
                  <a:lnTo>
                    <a:pt x="3171571" y="62814"/>
                  </a:lnTo>
                  <a:lnTo>
                    <a:pt x="3172345" y="64427"/>
                  </a:lnTo>
                  <a:lnTo>
                    <a:pt x="3180918" y="93624"/>
                  </a:lnTo>
                  <a:lnTo>
                    <a:pt x="3181184" y="95402"/>
                  </a:lnTo>
                  <a:lnTo>
                    <a:pt x="3181400" y="97180"/>
                  </a:lnTo>
                  <a:lnTo>
                    <a:pt x="3181578" y="98971"/>
                  </a:lnTo>
                  <a:lnTo>
                    <a:pt x="3181756" y="100749"/>
                  </a:lnTo>
                  <a:lnTo>
                    <a:pt x="3181883" y="102539"/>
                  </a:lnTo>
                  <a:lnTo>
                    <a:pt x="3181972" y="104330"/>
                  </a:lnTo>
                  <a:lnTo>
                    <a:pt x="3182061" y="106133"/>
                  </a:lnTo>
                  <a:lnTo>
                    <a:pt x="3182112" y="107924"/>
                  </a:lnTo>
                  <a:lnTo>
                    <a:pt x="3182112" y="109715"/>
                  </a:lnTo>
                  <a:lnTo>
                    <a:pt x="3182112" y="3867924"/>
                  </a:lnTo>
                  <a:lnTo>
                    <a:pt x="3182112" y="3869715"/>
                  </a:lnTo>
                  <a:lnTo>
                    <a:pt x="3182061" y="3871518"/>
                  </a:lnTo>
                  <a:lnTo>
                    <a:pt x="3181972" y="3873296"/>
                  </a:lnTo>
                  <a:lnTo>
                    <a:pt x="3181883" y="3875100"/>
                  </a:lnTo>
                  <a:lnTo>
                    <a:pt x="3180918" y="3884015"/>
                  </a:lnTo>
                  <a:lnTo>
                    <a:pt x="3180651" y="3885793"/>
                  </a:lnTo>
                  <a:lnTo>
                    <a:pt x="3171571" y="3914838"/>
                  </a:lnTo>
                  <a:lnTo>
                    <a:pt x="3170809" y="3916464"/>
                  </a:lnTo>
                  <a:lnTo>
                    <a:pt x="3166491" y="3924325"/>
                  </a:lnTo>
                  <a:lnTo>
                    <a:pt x="3165576" y="3925862"/>
                  </a:lnTo>
                  <a:lnTo>
                    <a:pt x="3160509" y="3933278"/>
                  </a:lnTo>
                  <a:lnTo>
                    <a:pt x="3159442" y="3934726"/>
                  </a:lnTo>
                  <a:lnTo>
                    <a:pt x="3158337" y="3936136"/>
                  </a:lnTo>
                  <a:lnTo>
                    <a:pt x="3157194" y="3937533"/>
                  </a:lnTo>
                  <a:lnTo>
                    <a:pt x="3156064" y="3938917"/>
                  </a:lnTo>
                  <a:lnTo>
                    <a:pt x="3149968" y="3945496"/>
                  </a:lnTo>
                  <a:lnTo>
                    <a:pt x="3148698" y="3946779"/>
                  </a:lnTo>
                  <a:lnTo>
                    <a:pt x="3147402" y="3948010"/>
                  </a:lnTo>
                  <a:lnTo>
                    <a:pt x="3146069" y="3949217"/>
                  </a:lnTo>
                  <a:lnTo>
                    <a:pt x="3144735" y="3950423"/>
                  </a:lnTo>
                  <a:lnTo>
                    <a:pt x="3143377" y="3951592"/>
                  </a:lnTo>
                  <a:lnTo>
                    <a:pt x="3141992" y="3952735"/>
                  </a:lnTo>
                  <a:lnTo>
                    <a:pt x="3140608" y="3953878"/>
                  </a:lnTo>
                  <a:lnTo>
                    <a:pt x="3133344" y="3959148"/>
                  </a:lnTo>
                  <a:lnTo>
                    <a:pt x="3131845" y="3960152"/>
                  </a:lnTo>
                  <a:lnTo>
                    <a:pt x="3119297" y="3967099"/>
                  </a:lnTo>
                  <a:lnTo>
                    <a:pt x="3117672" y="3967873"/>
                  </a:lnTo>
                  <a:lnTo>
                    <a:pt x="3116033" y="3968597"/>
                  </a:lnTo>
                  <a:lnTo>
                    <a:pt x="3114370" y="3969283"/>
                  </a:lnTo>
                  <a:lnTo>
                    <a:pt x="3112719" y="3969969"/>
                  </a:lnTo>
                  <a:lnTo>
                    <a:pt x="3104235" y="3972915"/>
                  </a:lnTo>
                  <a:lnTo>
                    <a:pt x="3102521" y="3973436"/>
                  </a:lnTo>
                  <a:lnTo>
                    <a:pt x="3100793" y="3973918"/>
                  </a:lnTo>
                  <a:lnTo>
                    <a:pt x="3099054" y="3974350"/>
                  </a:lnTo>
                  <a:lnTo>
                    <a:pt x="3097314" y="3974782"/>
                  </a:lnTo>
                  <a:lnTo>
                    <a:pt x="3088487" y="3976446"/>
                  </a:lnTo>
                  <a:lnTo>
                    <a:pt x="3086709" y="3976712"/>
                  </a:lnTo>
                  <a:lnTo>
                    <a:pt x="3074187" y="3977640"/>
                  </a:lnTo>
                  <a:lnTo>
                    <a:pt x="3072384" y="3977640"/>
                  </a:lnTo>
                  <a:lnTo>
                    <a:pt x="109715" y="3977640"/>
                  </a:lnTo>
                  <a:lnTo>
                    <a:pt x="107924" y="3977640"/>
                  </a:lnTo>
                  <a:lnTo>
                    <a:pt x="106121" y="3977601"/>
                  </a:lnTo>
                  <a:lnTo>
                    <a:pt x="93611" y="3976446"/>
                  </a:lnTo>
                  <a:lnTo>
                    <a:pt x="91833" y="3976192"/>
                  </a:lnTo>
                  <a:lnTo>
                    <a:pt x="90068" y="3975887"/>
                  </a:lnTo>
                  <a:lnTo>
                    <a:pt x="88315" y="3975531"/>
                  </a:lnTo>
                  <a:lnTo>
                    <a:pt x="86550" y="3975176"/>
                  </a:lnTo>
                  <a:lnTo>
                    <a:pt x="84797" y="3974782"/>
                  </a:lnTo>
                  <a:lnTo>
                    <a:pt x="83058" y="3974350"/>
                  </a:lnTo>
                  <a:lnTo>
                    <a:pt x="81318" y="3973918"/>
                  </a:lnTo>
                  <a:lnTo>
                    <a:pt x="79578" y="3973436"/>
                  </a:lnTo>
                  <a:lnTo>
                    <a:pt x="77863" y="3972915"/>
                  </a:lnTo>
                  <a:lnTo>
                    <a:pt x="76149" y="3972394"/>
                  </a:lnTo>
                  <a:lnTo>
                    <a:pt x="67729" y="3969283"/>
                  </a:lnTo>
                  <a:lnTo>
                    <a:pt x="66065" y="3968597"/>
                  </a:lnTo>
                  <a:lnTo>
                    <a:pt x="64427" y="3967873"/>
                  </a:lnTo>
                  <a:lnTo>
                    <a:pt x="62801" y="3967099"/>
                  </a:lnTo>
                  <a:lnTo>
                    <a:pt x="61175" y="3966337"/>
                  </a:lnTo>
                  <a:lnTo>
                    <a:pt x="48755" y="3959148"/>
                  </a:lnTo>
                  <a:lnTo>
                    <a:pt x="47269" y="3958158"/>
                  </a:lnTo>
                  <a:lnTo>
                    <a:pt x="45796" y="3957116"/>
                  </a:lnTo>
                  <a:lnTo>
                    <a:pt x="44361" y="3956050"/>
                  </a:lnTo>
                  <a:lnTo>
                    <a:pt x="42913" y="3954983"/>
                  </a:lnTo>
                  <a:lnTo>
                    <a:pt x="36029" y="3949217"/>
                  </a:lnTo>
                  <a:lnTo>
                    <a:pt x="34696" y="3948010"/>
                  </a:lnTo>
                  <a:lnTo>
                    <a:pt x="33401" y="3946779"/>
                  </a:lnTo>
                  <a:lnTo>
                    <a:pt x="32131" y="3945496"/>
                  </a:lnTo>
                  <a:lnTo>
                    <a:pt x="30861" y="3944239"/>
                  </a:lnTo>
                  <a:lnTo>
                    <a:pt x="24904" y="3937533"/>
                  </a:lnTo>
                  <a:lnTo>
                    <a:pt x="23761" y="3936136"/>
                  </a:lnTo>
                  <a:lnTo>
                    <a:pt x="22656" y="3934726"/>
                  </a:lnTo>
                  <a:lnTo>
                    <a:pt x="21590" y="3933278"/>
                  </a:lnTo>
                  <a:lnTo>
                    <a:pt x="20523" y="3931843"/>
                  </a:lnTo>
                  <a:lnTo>
                    <a:pt x="19481" y="3930370"/>
                  </a:lnTo>
                  <a:lnTo>
                    <a:pt x="18491" y="3928884"/>
                  </a:lnTo>
                  <a:lnTo>
                    <a:pt x="17487" y="3927386"/>
                  </a:lnTo>
                  <a:lnTo>
                    <a:pt x="16522" y="3925862"/>
                  </a:lnTo>
                  <a:lnTo>
                    <a:pt x="15608" y="3924325"/>
                  </a:lnTo>
                  <a:lnTo>
                    <a:pt x="14681" y="3922788"/>
                  </a:lnTo>
                  <a:lnTo>
                    <a:pt x="13792" y="3921226"/>
                  </a:lnTo>
                  <a:lnTo>
                    <a:pt x="12954" y="3919639"/>
                  </a:lnTo>
                  <a:lnTo>
                    <a:pt x="12103" y="3918064"/>
                  </a:lnTo>
                  <a:lnTo>
                    <a:pt x="6413" y="3904881"/>
                  </a:lnTo>
                  <a:lnTo>
                    <a:pt x="5803" y="3903192"/>
                  </a:lnTo>
                  <a:lnTo>
                    <a:pt x="3289" y="3894582"/>
                  </a:lnTo>
                  <a:lnTo>
                    <a:pt x="2844" y="3892829"/>
                  </a:lnTo>
                  <a:lnTo>
                    <a:pt x="2451" y="3891076"/>
                  </a:lnTo>
                  <a:lnTo>
                    <a:pt x="2108" y="3889324"/>
                  </a:lnTo>
                  <a:lnTo>
                    <a:pt x="1752" y="3887571"/>
                  </a:lnTo>
                  <a:lnTo>
                    <a:pt x="1447" y="3885793"/>
                  </a:lnTo>
                  <a:lnTo>
                    <a:pt x="1181" y="3884015"/>
                  </a:lnTo>
                  <a:lnTo>
                    <a:pt x="914" y="3882237"/>
                  </a:lnTo>
                  <a:lnTo>
                    <a:pt x="127" y="3873296"/>
                  </a:lnTo>
                  <a:lnTo>
                    <a:pt x="38" y="3871518"/>
                  </a:lnTo>
                  <a:lnTo>
                    <a:pt x="0" y="3869715"/>
                  </a:lnTo>
                  <a:lnTo>
                    <a:pt x="0" y="3867924"/>
                  </a:lnTo>
                  <a:lnTo>
                    <a:pt x="0" y="109715"/>
                  </a:lnTo>
                  <a:lnTo>
                    <a:pt x="0" y="107924"/>
                  </a:lnTo>
                  <a:lnTo>
                    <a:pt x="38" y="106133"/>
                  </a:lnTo>
                  <a:lnTo>
                    <a:pt x="127" y="104330"/>
                  </a:lnTo>
                  <a:lnTo>
                    <a:pt x="215" y="102539"/>
                  </a:lnTo>
                  <a:lnTo>
                    <a:pt x="342" y="100749"/>
                  </a:lnTo>
                  <a:lnTo>
                    <a:pt x="520" y="98971"/>
                  </a:lnTo>
                  <a:lnTo>
                    <a:pt x="698" y="97180"/>
                  </a:lnTo>
                  <a:lnTo>
                    <a:pt x="914" y="95402"/>
                  </a:lnTo>
                  <a:lnTo>
                    <a:pt x="1181" y="93624"/>
                  </a:lnTo>
                  <a:lnTo>
                    <a:pt x="1447" y="91846"/>
                  </a:lnTo>
                  <a:lnTo>
                    <a:pt x="1752" y="90081"/>
                  </a:lnTo>
                  <a:lnTo>
                    <a:pt x="2108" y="88315"/>
                  </a:lnTo>
                  <a:lnTo>
                    <a:pt x="2451" y="86550"/>
                  </a:lnTo>
                  <a:lnTo>
                    <a:pt x="2844" y="84797"/>
                  </a:lnTo>
                  <a:lnTo>
                    <a:pt x="3289" y="83058"/>
                  </a:lnTo>
                  <a:lnTo>
                    <a:pt x="3721" y="81318"/>
                  </a:lnTo>
                  <a:lnTo>
                    <a:pt x="6413" y="72758"/>
                  </a:lnTo>
                  <a:lnTo>
                    <a:pt x="7010" y="71069"/>
                  </a:lnTo>
                  <a:lnTo>
                    <a:pt x="12954" y="58000"/>
                  </a:lnTo>
                  <a:lnTo>
                    <a:pt x="13792" y="56413"/>
                  </a:lnTo>
                  <a:lnTo>
                    <a:pt x="14681" y="54851"/>
                  </a:lnTo>
                  <a:lnTo>
                    <a:pt x="15608" y="53314"/>
                  </a:lnTo>
                  <a:lnTo>
                    <a:pt x="16522" y="51777"/>
                  </a:lnTo>
                  <a:lnTo>
                    <a:pt x="17487" y="50253"/>
                  </a:lnTo>
                  <a:lnTo>
                    <a:pt x="18491" y="48768"/>
                  </a:lnTo>
                  <a:lnTo>
                    <a:pt x="19481" y="47269"/>
                  </a:lnTo>
                  <a:lnTo>
                    <a:pt x="20523" y="45796"/>
                  </a:lnTo>
                  <a:lnTo>
                    <a:pt x="21590" y="44361"/>
                  </a:lnTo>
                  <a:lnTo>
                    <a:pt x="22656" y="42913"/>
                  </a:lnTo>
                  <a:lnTo>
                    <a:pt x="23761" y="41503"/>
                  </a:lnTo>
                  <a:lnTo>
                    <a:pt x="24904" y="40119"/>
                  </a:lnTo>
                  <a:lnTo>
                    <a:pt x="26035" y="38722"/>
                  </a:lnTo>
                  <a:lnTo>
                    <a:pt x="32131" y="32131"/>
                  </a:lnTo>
                  <a:lnTo>
                    <a:pt x="33401" y="30861"/>
                  </a:lnTo>
                  <a:lnTo>
                    <a:pt x="34696" y="29629"/>
                  </a:lnTo>
                  <a:lnTo>
                    <a:pt x="36029" y="28422"/>
                  </a:lnTo>
                  <a:lnTo>
                    <a:pt x="37363" y="27216"/>
                  </a:lnTo>
                  <a:lnTo>
                    <a:pt x="44361" y="21590"/>
                  </a:lnTo>
                  <a:lnTo>
                    <a:pt x="45796" y="20523"/>
                  </a:lnTo>
                  <a:lnTo>
                    <a:pt x="67729" y="8356"/>
                  </a:lnTo>
                  <a:lnTo>
                    <a:pt x="69380" y="7670"/>
                  </a:lnTo>
                  <a:lnTo>
                    <a:pt x="77863" y="4724"/>
                  </a:lnTo>
                  <a:lnTo>
                    <a:pt x="79578" y="4203"/>
                  </a:lnTo>
                  <a:lnTo>
                    <a:pt x="88315" y="2108"/>
                  </a:lnTo>
                  <a:lnTo>
                    <a:pt x="90068" y="1752"/>
                  </a:lnTo>
                  <a:lnTo>
                    <a:pt x="91833" y="1447"/>
                  </a:lnTo>
                  <a:lnTo>
                    <a:pt x="93611" y="1193"/>
                  </a:lnTo>
                  <a:lnTo>
                    <a:pt x="95389" y="927"/>
                  </a:lnTo>
                  <a:lnTo>
                    <a:pt x="97167" y="698"/>
                  </a:lnTo>
                  <a:lnTo>
                    <a:pt x="98958" y="533"/>
                  </a:lnTo>
                  <a:lnTo>
                    <a:pt x="100749" y="355"/>
                  </a:lnTo>
                  <a:lnTo>
                    <a:pt x="102539" y="215"/>
                  </a:lnTo>
                  <a:lnTo>
                    <a:pt x="104330" y="127"/>
                  </a:lnTo>
                  <a:lnTo>
                    <a:pt x="106121" y="38"/>
                  </a:lnTo>
                  <a:lnTo>
                    <a:pt x="107924" y="0"/>
                  </a:lnTo>
                  <a:lnTo>
                    <a:pt x="109715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97995" y="4636008"/>
              <a:ext cx="109727" cy="109727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11618460" y="4541575"/>
            <a:ext cx="158813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Develop</a:t>
            </a:r>
            <a:r>
              <a:rPr dirty="0" sz="1500" spc="-2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332F"/>
                </a:solidFill>
                <a:latin typeface="Calibri"/>
                <a:cs typeface="Calibri"/>
              </a:rPr>
              <a:t>Python</a:t>
            </a:r>
            <a:r>
              <a:rPr dirty="0" sz="1500" spc="-1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1F332F"/>
                </a:solidFill>
                <a:latin typeface="Calibri"/>
                <a:cs typeface="Calibri"/>
              </a:rPr>
              <a:t>app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1397995" y="5568696"/>
            <a:ext cx="109855" cy="1042669"/>
            <a:chOff x="11397995" y="5568696"/>
            <a:chExt cx="109855" cy="1042669"/>
          </a:xfrm>
        </p:grpSpPr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97995" y="5568696"/>
              <a:ext cx="109727" cy="109727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97995" y="6501384"/>
              <a:ext cx="109727" cy="109727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11618460" y="5537278"/>
            <a:ext cx="213487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F332F"/>
                </a:solidFill>
                <a:latin typeface="Calibri"/>
                <a:cs typeface="Calibri"/>
              </a:rPr>
              <a:t>Connect</a:t>
            </a:r>
            <a:r>
              <a:rPr dirty="0" sz="1500" spc="-2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332F"/>
                </a:solidFill>
                <a:latin typeface="Calibri"/>
                <a:cs typeface="Calibri"/>
              </a:rPr>
              <a:t>app</a:t>
            </a:r>
            <a:r>
              <a:rPr dirty="0" sz="1500" spc="-2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332F"/>
                </a:solidFill>
                <a:latin typeface="Calibri"/>
                <a:cs typeface="Calibri"/>
              </a:rPr>
              <a:t>with</a:t>
            </a:r>
            <a:r>
              <a:rPr dirty="0" sz="1500" spc="-2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database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1618460" y="6406951"/>
            <a:ext cx="22320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Implement</a:t>
            </a:r>
            <a:r>
              <a:rPr dirty="0" sz="1500" spc="-4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1F332F"/>
                </a:solidFill>
                <a:latin typeface="Calibri"/>
                <a:cs typeface="Calibri"/>
              </a:rPr>
              <a:t>CRUD</a:t>
            </a:r>
            <a:r>
              <a:rPr dirty="0" sz="15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operations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5828264" y="2263139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822959" h="822960">
                <a:moveTo>
                  <a:pt x="411479" y="0"/>
                </a:moveTo>
                <a:lnTo>
                  <a:pt x="363492" y="2768"/>
                </a:lnTo>
                <a:lnTo>
                  <a:pt x="317131" y="10867"/>
                </a:lnTo>
                <a:lnTo>
                  <a:pt x="272704" y="23988"/>
                </a:lnTo>
                <a:lnTo>
                  <a:pt x="230521" y="41823"/>
                </a:lnTo>
                <a:lnTo>
                  <a:pt x="190890" y="64062"/>
                </a:lnTo>
                <a:lnTo>
                  <a:pt x="154120" y="90397"/>
                </a:lnTo>
                <a:lnTo>
                  <a:pt x="120519" y="120519"/>
                </a:lnTo>
                <a:lnTo>
                  <a:pt x="90397" y="154120"/>
                </a:lnTo>
                <a:lnTo>
                  <a:pt x="64062" y="190890"/>
                </a:lnTo>
                <a:lnTo>
                  <a:pt x="41823" y="230521"/>
                </a:lnTo>
                <a:lnTo>
                  <a:pt x="23988" y="272704"/>
                </a:lnTo>
                <a:lnTo>
                  <a:pt x="10867" y="317131"/>
                </a:lnTo>
                <a:lnTo>
                  <a:pt x="2768" y="363492"/>
                </a:lnTo>
                <a:lnTo>
                  <a:pt x="0" y="411479"/>
                </a:lnTo>
                <a:lnTo>
                  <a:pt x="2768" y="459467"/>
                </a:lnTo>
                <a:lnTo>
                  <a:pt x="10867" y="505828"/>
                </a:lnTo>
                <a:lnTo>
                  <a:pt x="23988" y="550255"/>
                </a:lnTo>
                <a:lnTo>
                  <a:pt x="41823" y="592438"/>
                </a:lnTo>
                <a:lnTo>
                  <a:pt x="64062" y="632069"/>
                </a:lnTo>
                <a:lnTo>
                  <a:pt x="90397" y="668839"/>
                </a:lnTo>
                <a:lnTo>
                  <a:pt x="120519" y="702440"/>
                </a:lnTo>
                <a:lnTo>
                  <a:pt x="154120" y="732562"/>
                </a:lnTo>
                <a:lnTo>
                  <a:pt x="190890" y="758897"/>
                </a:lnTo>
                <a:lnTo>
                  <a:pt x="230521" y="781136"/>
                </a:lnTo>
                <a:lnTo>
                  <a:pt x="272704" y="798971"/>
                </a:lnTo>
                <a:lnTo>
                  <a:pt x="317131" y="812092"/>
                </a:lnTo>
                <a:lnTo>
                  <a:pt x="363492" y="820191"/>
                </a:lnTo>
                <a:lnTo>
                  <a:pt x="411479" y="822959"/>
                </a:lnTo>
                <a:lnTo>
                  <a:pt x="459467" y="820191"/>
                </a:lnTo>
                <a:lnTo>
                  <a:pt x="505828" y="812092"/>
                </a:lnTo>
                <a:lnTo>
                  <a:pt x="550255" y="798971"/>
                </a:lnTo>
                <a:lnTo>
                  <a:pt x="592438" y="781136"/>
                </a:lnTo>
                <a:lnTo>
                  <a:pt x="632069" y="758897"/>
                </a:lnTo>
                <a:lnTo>
                  <a:pt x="668839" y="732562"/>
                </a:lnTo>
                <a:lnTo>
                  <a:pt x="702440" y="702440"/>
                </a:lnTo>
                <a:lnTo>
                  <a:pt x="732562" y="668839"/>
                </a:lnTo>
                <a:lnTo>
                  <a:pt x="758897" y="632069"/>
                </a:lnTo>
                <a:lnTo>
                  <a:pt x="781136" y="592438"/>
                </a:lnTo>
                <a:lnTo>
                  <a:pt x="798971" y="550255"/>
                </a:lnTo>
                <a:lnTo>
                  <a:pt x="812092" y="505828"/>
                </a:lnTo>
                <a:lnTo>
                  <a:pt x="820191" y="459467"/>
                </a:lnTo>
                <a:lnTo>
                  <a:pt x="822959" y="411479"/>
                </a:lnTo>
                <a:lnTo>
                  <a:pt x="820191" y="363492"/>
                </a:lnTo>
                <a:lnTo>
                  <a:pt x="812092" y="317131"/>
                </a:lnTo>
                <a:lnTo>
                  <a:pt x="798971" y="272704"/>
                </a:lnTo>
                <a:lnTo>
                  <a:pt x="781136" y="230521"/>
                </a:lnTo>
                <a:lnTo>
                  <a:pt x="758897" y="190890"/>
                </a:lnTo>
                <a:lnTo>
                  <a:pt x="732562" y="154120"/>
                </a:lnTo>
                <a:lnTo>
                  <a:pt x="702440" y="120519"/>
                </a:lnTo>
                <a:lnTo>
                  <a:pt x="668839" y="90397"/>
                </a:lnTo>
                <a:lnTo>
                  <a:pt x="632069" y="64062"/>
                </a:lnTo>
                <a:lnTo>
                  <a:pt x="592438" y="41823"/>
                </a:lnTo>
                <a:lnTo>
                  <a:pt x="550255" y="23988"/>
                </a:lnTo>
                <a:lnTo>
                  <a:pt x="505828" y="10867"/>
                </a:lnTo>
                <a:lnTo>
                  <a:pt x="459467" y="2768"/>
                </a:lnTo>
                <a:lnTo>
                  <a:pt x="411479" y="0"/>
                </a:lnTo>
                <a:close/>
              </a:path>
            </a:pathLst>
          </a:custGeom>
          <a:solidFill>
            <a:srgbClr val="D98E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16140148" y="2416047"/>
            <a:ext cx="1993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0" b="1">
                <a:solidFill>
                  <a:srgbClr val="0F3230"/>
                </a:solidFill>
                <a:latin typeface="Calibri"/>
                <a:cs typeface="Calibri"/>
              </a:rPr>
              <a:t>5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5700556" y="3439341"/>
            <a:ext cx="1078230" cy="58102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 indent="34290">
              <a:lnSpc>
                <a:spcPct val="102299"/>
              </a:lnSpc>
              <a:spcBef>
                <a:spcPts val="50"/>
              </a:spcBef>
            </a:pPr>
            <a:r>
              <a:rPr dirty="0" sz="1800" spc="-25" b="1">
                <a:solidFill>
                  <a:srgbClr val="1B4A4A"/>
                </a:solidFill>
                <a:latin typeface="Cambria"/>
                <a:cs typeface="Cambria"/>
              </a:rPr>
              <a:t>Testing</a:t>
            </a:r>
            <a:r>
              <a:rPr dirty="0" sz="1800" spc="-35" b="1">
                <a:solidFill>
                  <a:srgbClr val="1B4A4A"/>
                </a:solidFill>
                <a:latin typeface="Cambria"/>
                <a:cs typeface="Cambria"/>
              </a:rPr>
              <a:t> </a:t>
            </a:r>
            <a:r>
              <a:rPr dirty="0" sz="1800" spc="-50" b="1">
                <a:solidFill>
                  <a:srgbClr val="1B4A4A"/>
                </a:solidFill>
                <a:latin typeface="Cambria"/>
                <a:cs typeface="Cambria"/>
              </a:rPr>
              <a:t>&amp; </a:t>
            </a:r>
            <a:r>
              <a:rPr dirty="0" sz="1800" spc="-10" b="1">
                <a:solidFill>
                  <a:srgbClr val="1B4A4A"/>
                </a:solidFill>
                <a:latin typeface="Cambria"/>
                <a:cs typeface="Cambria"/>
              </a:rPr>
              <a:t>Reporting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14639166" y="4311015"/>
            <a:ext cx="3201670" cy="3996690"/>
            <a:chOff x="14639166" y="4311015"/>
            <a:chExt cx="3201670" cy="3996690"/>
          </a:xfrm>
        </p:grpSpPr>
        <p:sp>
          <p:nvSpPr>
            <p:cNvPr id="70" name="object 70"/>
            <p:cNvSpPr/>
            <p:nvPr/>
          </p:nvSpPr>
          <p:spPr>
            <a:xfrm>
              <a:off x="14648691" y="4320540"/>
              <a:ext cx="3182620" cy="3977640"/>
            </a:xfrm>
            <a:custGeom>
              <a:avLst/>
              <a:gdLst/>
              <a:ahLst/>
              <a:cxnLst/>
              <a:rect l="l" t="t" r="r" b="b"/>
              <a:pathLst>
                <a:path w="3182619" h="3977640">
                  <a:moveTo>
                    <a:pt x="109715" y="0"/>
                  </a:moveTo>
                  <a:lnTo>
                    <a:pt x="107924" y="0"/>
                  </a:lnTo>
                  <a:lnTo>
                    <a:pt x="91846" y="1447"/>
                  </a:lnTo>
                  <a:lnTo>
                    <a:pt x="47269" y="19494"/>
                  </a:lnTo>
                  <a:lnTo>
                    <a:pt x="14681" y="54851"/>
                  </a:lnTo>
                  <a:lnTo>
                    <a:pt x="342" y="100749"/>
                  </a:lnTo>
                  <a:lnTo>
                    <a:pt x="0" y="3869715"/>
                  </a:lnTo>
                  <a:lnTo>
                    <a:pt x="1447" y="3885793"/>
                  </a:lnTo>
                  <a:lnTo>
                    <a:pt x="19481" y="3930370"/>
                  </a:lnTo>
                  <a:lnTo>
                    <a:pt x="54851" y="3962958"/>
                  </a:lnTo>
                  <a:lnTo>
                    <a:pt x="100749" y="3977284"/>
                  </a:lnTo>
                  <a:lnTo>
                    <a:pt x="3074187" y="3977640"/>
                  </a:lnTo>
                  <a:lnTo>
                    <a:pt x="3090265" y="3976192"/>
                  </a:lnTo>
                  <a:lnTo>
                    <a:pt x="3134842" y="3958158"/>
                  </a:lnTo>
                  <a:lnTo>
                    <a:pt x="3167418" y="3922788"/>
                  </a:lnTo>
                  <a:lnTo>
                    <a:pt x="3181756" y="3876890"/>
                  </a:lnTo>
                  <a:lnTo>
                    <a:pt x="3182111" y="107924"/>
                  </a:lnTo>
                  <a:lnTo>
                    <a:pt x="3180664" y="91846"/>
                  </a:lnTo>
                  <a:lnTo>
                    <a:pt x="3161588" y="45796"/>
                  </a:lnTo>
                  <a:lnTo>
                    <a:pt x="3125698" y="13804"/>
                  </a:lnTo>
                  <a:lnTo>
                    <a:pt x="3079572" y="215"/>
                  </a:lnTo>
                  <a:lnTo>
                    <a:pt x="1097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14648691" y="4320540"/>
              <a:ext cx="3182620" cy="3977640"/>
            </a:xfrm>
            <a:custGeom>
              <a:avLst/>
              <a:gdLst/>
              <a:ahLst/>
              <a:cxnLst/>
              <a:rect l="l" t="t" r="r" b="b"/>
              <a:pathLst>
                <a:path w="3182619" h="3977640">
                  <a:moveTo>
                    <a:pt x="109715" y="0"/>
                  </a:moveTo>
                  <a:lnTo>
                    <a:pt x="3072383" y="0"/>
                  </a:lnTo>
                  <a:lnTo>
                    <a:pt x="3074187" y="0"/>
                  </a:lnTo>
                  <a:lnTo>
                    <a:pt x="3075978" y="38"/>
                  </a:lnTo>
                  <a:lnTo>
                    <a:pt x="3077768" y="127"/>
                  </a:lnTo>
                  <a:lnTo>
                    <a:pt x="3079572" y="215"/>
                  </a:lnTo>
                  <a:lnTo>
                    <a:pt x="3081362" y="355"/>
                  </a:lnTo>
                  <a:lnTo>
                    <a:pt x="3083140" y="533"/>
                  </a:lnTo>
                  <a:lnTo>
                    <a:pt x="3084931" y="698"/>
                  </a:lnTo>
                  <a:lnTo>
                    <a:pt x="3086709" y="927"/>
                  </a:lnTo>
                  <a:lnTo>
                    <a:pt x="3088487" y="1193"/>
                  </a:lnTo>
                  <a:lnTo>
                    <a:pt x="3090265" y="1447"/>
                  </a:lnTo>
                  <a:lnTo>
                    <a:pt x="3092030" y="1752"/>
                  </a:lnTo>
                  <a:lnTo>
                    <a:pt x="3093796" y="2108"/>
                  </a:lnTo>
                  <a:lnTo>
                    <a:pt x="3095561" y="2463"/>
                  </a:lnTo>
                  <a:lnTo>
                    <a:pt x="3097314" y="2857"/>
                  </a:lnTo>
                  <a:lnTo>
                    <a:pt x="3099053" y="3289"/>
                  </a:lnTo>
                  <a:lnTo>
                    <a:pt x="3100793" y="3721"/>
                  </a:lnTo>
                  <a:lnTo>
                    <a:pt x="3102521" y="4203"/>
                  </a:lnTo>
                  <a:lnTo>
                    <a:pt x="3104235" y="4724"/>
                  </a:lnTo>
                  <a:lnTo>
                    <a:pt x="3105950" y="5245"/>
                  </a:lnTo>
                  <a:lnTo>
                    <a:pt x="3114370" y="8356"/>
                  </a:lnTo>
                  <a:lnTo>
                    <a:pt x="3116033" y="9042"/>
                  </a:lnTo>
                  <a:lnTo>
                    <a:pt x="3124111" y="12954"/>
                  </a:lnTo>
                  <a:lnTo>
                    <a:pt x="3125698" y="13804"/>
                  </a:lnTo>
                  <a:lnTo>
                    <a:pt x="3133343" y="18491"/>
                  </a:lnTo>
                  <a:lnTo>
                    <a:pt x="3134842" y="19494"/>
                  </a:lnTo>
                  <a:lnTo>
                    <a:pt x="3146069" y="28422"/>
                  </a:lnTo>
                  <a:lnTo>
                    <a:pt x="3147402" y="29629"/>
                  </a:lnTo>
                  <a:lnTo>
                    <a:pt x="3148698" y="30861"/>
                  </a:lnTo>
                  <a:lnTo>
                    <a:pt x="3149968" y="32131"/>
                  </a:lnTo>
                  <a:lnTo>
                    <a:pt x="3151238" y="33401"/>
                  </a:lnTo>
                  <a:lnTo>
                    <a:pt x="3157194" y="40119"/>
                  </a:lnTo>
                  <a:lnTo>
                    <a:pt x="3158337" y="41503"/>
                  </a:lnTo>
                  <a:lnTo>
                    <a:pt x="3159442" y="42913"/>
                  </a:lnTo>
                  <a:lnTo>
                    <a:pt x="3160509" y="44361"/>
                  </a:lnTo>
                  <a:lnTo>
                    <a:pt x="3161588" y="45796"/>
                  </a:lnTo>
                  <a:lnTo>
                    <a:pt x="3166490" y="53314"/>
                  </a:lnTo>
                  <a:lnTo>
                    <a:pt x="3167418" y="54851"/>
                  </a:lnTo>
                  <a:lnTo>
                    <a:pt x="3171570" y="62814"/>
                  </a:lnTo>
                  <a:lnTo>
                    <a:pt x="3172345" y="64427"/>
                  </a:lnTo>
                  <a:lnTo>
                    <a:pt x="3175698" y="72758"/>
                  </a:lnTo>
                  <a:lnTo>
                    <a:pt x="3176308" y="74447"/>
                  </a:lnTo>
                  <a:lnTo>
                    <a:pt x="3180918" y="93624"/>
                  </a:lnTo>
                  <a:lnTo>
                    <a:pt x="3181184" y="95402"/>
                  </a:lnTo>
                  <a:lnTo>
                    <a:pt x="3181400" y="97180"/>
                  </a:lnTo>
                  <a:lnTo>
                    <a:pt x="3181578" y="98971"/>
                  </a:lnTo>
                  <a:lnTo>
                    <a:pt x="3181756" y="100749"/>
                  </a:lnTo>
                  <a:lnTo>
                    <a:pt x="3181883" y="102539"/>
                  </a:lnTo>
                  <a:lnTo>
                    <a:pt x="3181972" y="104330"/>
                  </a:lnTo>
                  <a:lnTo>
                    <a:pt x="3182061" y="106133"/>
                  </a:lnTo>
                  <a:lnTo>
                    <a:pt x="3182111" y="107924"/>
                  </a:lnTo>
                  <a:lnTo>
                    <a:pt x="3182111" y="109715"/>
                  </a:lnTo>
                  <a:lnTo>
                    <a:pt x="3182111" y="3867924"/>
                  </a:lnTo>
                  <a:lnTo>
                    <a:pt x="3182111" y="3869715"/>
                  </a:lnTo>
                  <a:lnTo>
                    <a:pt x="3182061" y="3871518"/>
                  </a:lnTo>
                  <a:lnTo>
                    <a:pt x="3181972" y="3873296"/>
                  </a:lnTo>
                  <a:lnTo>
                    <a:pt x="3181883" y="3875100"/>
                  </a:lnTo>
                  <a:lnTo>
                    <a:pt x="3180918" y="3884015"/>
                  </a:lnTo>
                  <a:lnTo>
                    <a:pt x="3180664" y="3885793"/>
                  </a:lnTo>
                  <a:lnTo>
                    <a:pt x="3175698" y="3904881"/>
                  </a:lnTo>
                  <a:lnTo>
                    <a:pt x="3175088" y="3906570"/>
                  </a:lnTo>
                  <a:lnTo>
                    <a:pt x="3171570" y="3914838"/>
                  </a:lnTo>
                  <a:lnTo>
                    <a:pt x="3170808" y="3916464"/>
                  </a:lnTo>
                  <a:lnTo>
                    <a:pt x="3166490" y="3924325"/>
                  </a:lnTo>
                  <a:lnTo>
                    <a:pt x="3165576" y="3925862"/>
                  </a:lnTo>
                  <a:lnTo>
                    <a:pt x="3160509" y="3933278"/>
                  </a:lnTo>
                  <a:lnTo>
                    <a:pt x="3159442" y="3934726"/>
                  </a:lnTo>
                  <a:lnTo>
                    <a:pt x="3158337" y="3936136"/>
                  </a:lnTo>
                  <a:lnTo>
                    <a:pt x="3157194" y="3937533"/>
                  </a:lnTo>
                  <a:lnTo>
                    <a:pt x="3156064" y="3938917"/>
                  </a:lnTo>
                  <a:lnTo>
                    <a:pt x="3149968" y="3945496"/>
                  </a:lnTo>
                  <a:lnTo>
                    <a:pt x="3148698" y="3946779"/>
                  </a:lnTo>
                  <a:lnTo>
                    <a:pt x="3147402" y="3948010"/>
                  </a:lnTo>
                  <a:lnTo>
                    <a:pt x="3146069" y="3949217"/>
                  </a:lnTo>
                  <a:lnTo>
                    <a:pt x="3144748" y="3950423"/>
                  </a:lnTo>
                  <a:lnTo>
                    <a:pt x="3143376" y="3951592"/>
                  </a:lnTo>
                  <a:lnTo>
                    <a:pt x="3141992" y="3952735"/>
                  </a:lnTo>
                  <a:lnTo>
                    <a:pt x="3140608" y="3953878"/>
                  </a:lnTo>
                  <a:lnTo>
                    <a:pt x="3139198" y="3954983"/>
                  </a:lnTo>
                  <a:lnTo>
                    <a:pt x="3137750" y="3956050"/>
                  </a:lnTo>
                  <a:lnTo>
                    <a:pt x="3136303" y="3957116"/>
                  </a:lnTo>
                  <a:lnTo>
                    <a:pt x="3134842" y="3958158"/>
                  </a:lnTo>
                  <a:lnTo>
                    <a:pt x="3133343" y="3959148"/>
                  </a:lnTo>
                  <a:lnTo>
                    <a:pt x="3131858" y="3960152"/>
                  </a:lnTo>
                  <a:lnTo>
                    <a:pt x="3124111" y="3964686"/>
                  </a:lnTo>
                  <a:lnTo>
                    <a:pt x="3122523" y="3965536"/>
                  </a:lnTo>
                  <a:lnTo>
                    <a:pt x="3120923" y="3966337"/>
                  </a:lnTo>
                  <a:lnTo>
                    <a:pt x="3119297" y="3967099"/>
                  </a:lnTo>
                  <a:lnTo>
                    <a:pt x="3117672" y="3967873"/>
                  </a:lnTo>
                  <a:lnTo>
                    <a:pt x="3116033" y="3968597"/>
                  </a:lnTo>
                  <a:lnTo>
                    <a:pt x="3114370" y="3969283"/>
                  </a:lnTo>
                  <a:lnTo>
                    <a:pt x="3112719" y="3969969"/>
                  </a:lnTo>
                  <a:lnTo>
                    <a:pt x="3104235" y="3972915"/>
                  </a:lnTo>
                  <a:lnTo>
                    <a:pt x="3102521" y="3973436"/>
                  </a:lnTo>
                  <a:lnTo>
                    <a:pt x="3100793" y="3973918"/>
                  </a:lnTo>
                  <a:lnTo>
                    <a:pt x="3099053" y="3974350"/>
                  </a:lnTo>
                  <a:lnTo>
                    <a:pt x="3097314" y="3974782"/>
                  </a:lnTo>
                  <a:lnTo>
                    <a:pt x="3088487" y="3976446"/>
                  </a:lnTo>
                  <a:lnTo>
                    <a:pt x="3086709" y="3976712"/>
                  </a:lnTo>
                  <a:lnTo>
                    <a:pt x="3074187" y="3977640"/>
                  </a:lnTo>
                  <a:lnTo>
                    <a:pt x="3072383" y="3977640"/>
                  </a:lnTo>
                  <a:lnTo>
                    <a:pt x="109715" y="3977640"/>
                  </a:lnTo>
                  <a:lnTo>
                    <a:pt x="107924" y="3977640"/>
                  </a:lnTo>
                  <a:lnTo>
                    <a:pt x="106121" y="3977601"/>
                  </a:lnTo>
                  <a:lnTo>
                    <a:pt x="93611" y="3976446"/>
                  </a:lnTo>
                  <a:lnTo>
                    <a:pt x="91846" y="3976192"/>
                  </a:lnTo>
                  <a:lnTo>
                    <a:pt x="90068" y="3975887"/>
                  </a:lnTo>
                  <a:lnTo>
                    <a:pt x="88315" y="3975531"/>
                  </a:lnTo>
                  <a:lnTo>
                    <a:pt x="86550" y="3975176"/>
                  </a:lnTo>
                  <a:lnTo>
                    <a:pt x="84797" y="3974782"/>
                  </a:lnTo>
                  <a:lnTo>
                    <a:pt x="83057" y="3974350"/>
                  </a:lnTo>
                  <a:lnTo>
                    <a:pt x="81318" y="3973918"/>
                  </a:lnTo>
                  <a:lnTo>
                    <a:pt x="79578" y="3973436"/>
                  </a:lnTo>
                  <a:lnTo>
                    <a:pt x="77863" y="3972915"/>
                  </a:lnTo>
                  <a:lnTo>
                    <a:pt x="76149" y="3972394"/>
                  </a:lnTo>
                  <a:lnTo>
                    <a:pt x="67729" y="3969283"/>
                  </a:lnTo>
                  <a:lnTo>
                    <a:pt x="66065" y="3968597"/>
                  </a:lnTo>
                  <a:lnTo>
                    <a:pt x="64427" y="3967873"/>
                  </a:lnTo>
                  <a:lnTo>
                    <a:pt x="62801" y="3967099"/>
                  </a:lnTo>
                  <a:lnTo>
                    <a:pt x="61175" y="3966337"/>
                  </a:lnTo>
                  <a:lnTo>
                    <a:pt x="53314" y="3962031"/>
                  </a:lnTo>
                  <a:lnTo>
                    <a:pt x="51765" y="3961104"/>
                  </a:lnTo>
                  <a:lnTo>
                    <a:pt x="50253" y="3960152"/>
                  </a:lnTo>
                  <a:lnTo>
                    <a:pt x="48755" y="3959148"/>
                  </a:lnTo>
                  <a:lnTo>
                    <a:pt x="47269" y="3958158"/>
                  </a:lnTo>
                  <a:lnTo>
                    <a:pt x="45796" y="3957116"/>
                  </a:lnTo>
                  <a:lnTo>
                    <a:pt x="44361" y="3956050"/>
                  </a:lnTo>
                  <a:lnTo>
                    <a:pt x="42913" y="3954983"/>
                  </a:lnTo>
                  <a:lnTo>
                    <a:pt x="32130" y="3945496"/>
                  </a:lnTo>
                  <a:lnTo>
                    <a:pt x="30860" y="3944239"/>
                  </a:lnTo>
                  <a:lnTo>
                    <a:pt x="24904" y="3937533"/>
                  </a:lnTo>
                  <a:lnTo>
                    <a:pt x="23761" y="3936136"/>
                  </a:lnTo>
                  <a:lnTo>
                    <a:pt x="22656" y="3934726"/>
                  </a:lnTo>
                  <a:lnTo>
                    <a:pt x="21589" y="3933278"/>
                  </a:lnTo>
                  <a:lnTo>
                    <a:pt x="20523" y="3931843"/>
                  </a:lnTo>
                  <a:lnTo>
                    <a:pt x="19481" y="3930370"/>
                  </a:lnTo>
                  <a:lnTo>
                    <a:pt x="18491" y="3928884"/>
                  </a:lnTo>
                  <a:lnTo>
                    <a:pt x="17487" y="3927386"/>
                  </a:lnTo>
                  <a:lnTo>
                    <a:pt x="16522" y="3925862"/>
                  </a:lnTo>
                  <a:lnTo>
                    <a:pt x="15608" y="3924325"/>
                  </a:lnTo>
                  <a:lnTo>
                    <a:pt x="14681" y="3922788"/>
                  </a:lnTo>
                  <a:lnTo>
                    <a:pt x="13804" y="3921226"/>
                  </a:lnTo>
                  <a:lnTo>
                    <a:pt x="12953" y="3919639"/>
                  </a:lnTo>
                  <a:lnTo>
                    <a:pt x="12103" y="3918064"/>
                  </a:lnTo>
                  <a:lnTo>
                    <a:pt x="6413" y="3904881"/>
                  </a:lnTo>
                  <a:lnTo>
                    <a:pt x="5803" y="3903192"/>
                  </a:lnTo>
                  <a:lnTo>
                    <a:pt x="3289" y="3894582"/>
                  </a:lnTo>
                  <a:lnTo>
                    <a:pt x="2844" y="3892829"/>
                  </a:lnTo>
                  <a:lnTo>
                    <a:pt x="2451" y="3891076"/>
                  </a:lnTo>
                  <a:lnTo>
                    <a:pt x="2108" y="3889324"/>
                  </a:lnTo>
                  <a:lnTo>
                    <a:pt x="1752" y="3887571"/>
                  </a:lnTo>
                  <a:lnTo>
                    <a:pt x="1447" y="3885793"/>
                  </a:lnTo>
                  <a:lnTo>
                    <a:pt x="1181" y="3884015"/>
                  </a:lnTo>
                  <a:lnTo>
                    <a:pt x="914" y="3882237"/>
                  </a:lnTo>
                  <a:lnTo>
                    <a:pt x="126" y="3873296"/>
                  </a:lnTo>
                  <a:lnTo>
                    <a:pt x="38" y="3871518"/>
                  </a:lnTo>
                  <a:lnTo>
                    <a:pt x="0" y="3869715"/>
                  </a:lnTo>
                  <a:lnTo>
                    <a:pt x="0" y="3867924"/>
                  </a:lnTo>
                  <a:lnTo>
                    <a:pt x="0" y="109715"/>
                  </a:lnTo>
                  <a:lnTo>
                    <a:pt x="0" y="107924"/>
                  </a:lnTo>
                  <a:lnTo>
                    <a:pt x="38" y="106133"/>
                  </a:lnTo>
                  <a:lnTo>
                    <a:pt x="126" y="104330"/>
                  </a:lnTo>
                  <a:lnTo>
                    <a:pt x="215" y="102539"/>
                  </a:lnTo>
                  <a:lnTo>
                    <a:pt x="342" y="100749"/>
                  </a:lnTo>
                  <a:lnTo>
                    <a:pt x="520" y="98971"/>
                  </a:lnTo>
                  <a:lnTo>
                    <a:pt x="698" y="97180"/>
                  </a:lnTo>
                  <a:lnTo>
                    <a:pt x="914" y="95402"/>
                  </a:lnTo>
                  <a:lnTo>
                    <a:pt x="1181" y="93624"/>
                  </a:lnTo>
                  <a:lnTo>
                    <a:pt x="1447" y="91846"/>
                  </a:lnTo>
                  <a:lnTo>
                    <a:pt x="1752" y="90081"/>
                  </a:lnTo>
                  <a:lnTo>
                    <a:pt x="2108" y="88315"/>
                  </a:lnTo>
                  <a:lnTo>
                    <a:pt x="2451" y="86550"/>
                  </a:lnTo>
                  <a:lnTo>
                    <a:pt x="2844" y="84797"/>
                  </a:lnTo>
                  <a:lnTo>
                    <a:pt x="3289" y="83058"/>
                  </a:lnTo>
                  <a:lnTo>
                    <a:pt x="3721" y="81318"/>
                  </a:lnTo>
                  <a:lnTo>
                    <a:pt x="6413" y="72758"/>
                  </a:lnTo>
                  <a:lnTo>
                    <a:pt x="7010" y="71069"/>
                  </a:lnTo>
                  <a:lnTo>
                    <a:pt x="12953" y="58000"/>
                  </a:lnTo>
                  <a:lnTo>
                    <a:pt x="13804" y="56413"/>
                  </a:lnTo>
                  <a:lnTo>
                    <a:pt x="14681" y="54851"/>
                  </a:lnTo>
                  <a:lnTo>
                    <a:pt x="15608" y="53314"/>
                  </a:lnTo>
                  <a:lnTo>
                    <a:pt x="16522" y="51777"/>
                  </a:lnTo>
                  <a:lnTo>
                    <a:pt x="17487" y="50253"/>
                  </a:lnTo>
                  <a:lnTo>
                    <a:pt x="18491" y="48768"/>
                  </a:lnTo>
                  <a:lnTo>
                    <a:pt x="19481" y="47269"/>
                  </a:lnTo>
                  <a:lnTo>
                    <a:pt x="20523" y="45796"/>
                  </a:lnTo>
                  <a:lnTo>
                    <a:pt x="21589" y="44361"/>
                  </a:lnTo>
                  <a:lnTo>
                    <a:pt x="22656" y="42913"/>
                  </a:lnTo>
                  <a:lnTo>
                    <a:pt x="23761" y="41503"/>
                  </a:lnTo>
                  <a:lnTo>
                    <a:pt x="24904" y="40119"/>
                  </a:lnTo>
                  <a:lnTo>
                    <a:pt x="26034" y="38722"/>
                  </a:lnTo>
                  <a:lnTo>
                    <a:pt x="32130" y="32131"/>
                  </a:lnTo>
                  <a:lnTo>
                    <a:pt x="33400" y="30861"/>
                  </a:lnTo>
                  <a:lnTo>
                    <a:pt x="44361" y="21590"/>
                  </a:lnTo>
                  <a:lnTo>
                    <a:pt x="45796" y="20523"/>
                  </a:lnTo>
                  <a:lnTo>
                    <a:pt x="53314" y="15608"/>
                  </a:lnTo>
                  <a:lnTo>
                    <a:pt x="54851" y="14681"/>
                  </a:lnTo>
                  <a:lnTo>
                    <a:pt x="77863" y="4724"/>
                  </a:lnTo>
                  <a:lnTo>
                    <a:pt x="79578" y="4203"/>
                  </a:lnTo>
                  <a:lnTo>
                    <a:pt x="88315" y="2108"/>
                  </a:lnTo>
                  <a:lnTo>
                    <a:pt x="90068" y="1752"/>
                  </a:lnTo>
                  <a:lnTo>
                    <a:pt x="91846" y="1447"/>
                  </a:lnTo>
                  <a:lnTo>
                    <a:pt x="93611" y="1193"/>
                  </a:lnTo>
                  <a:lnTo>
                    <a:pt x="95389" y="927"/>
                  </a:lnTo>
                  <a:lnTo>
                    <a:pt x="97180" y="698"/>
                  </a:lnTo>
                  <a:lnTo>
                    <a:pt x="98958" y="533"/>
                  </a:lnTo>
                  <a:lnTo>
                    <a:pt x="100749" y="355"/>
                  </a:lnTo>
                  <a:lnTo>
                    <a:pt x="102539" y="215"/>
                  </a:lnTo>
                  <a:lnTo>
                    <a:pt x="104330" y="127"/>
                  </a:lnTo>
                  <a:lnTo>
                    <a:pt x="106121" y="38"/>
                  </a:lnTo>
                  <a:lnTo>
                    <a:pt x="107924" y="0"/>
                  </a:lnTo>
                  <a:lnTo>
                    <a:pt x="109715" y="0"/>
                  </a:lnTo>
                  <a:close/>
                </a:path>
              </a:pathLst>
            </a:custGeom>
            <a:ln w="19050">
              <a:solidFill>
                <a:srgbClr val="BBD8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54428" y="4636008"/>
              <a:ext cx="109728" cy="109727"/>
            </a:xfrm>
            <a:prstGeom prst="rect">
              <a:avLst/>
            </a:prstGeom>
          </p:spPr>
        </p:pic>
      </p:grpSp>
      <p:sp>
        <p:nvSpPr>
          <p:cNvPr id="73" name="object 73"/>
          <p:cNvSpPr txBox="1"/>
          <p:nvPr/>
        </p:nvSpPr>
        <p:spPr>
          <a:xfrm>
            <a:off x="15074900" y="4541575"/>
            <a:ext cx="10788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40">
                <a:solidFill>
                  <a:srgbClr val="1F332F"/>
                </a:solidFill>
                <a:latin typeface="Calibri"/>
                <a:cs typeface="Calibri"/>
              </a:rPr>
              <a:t>Test</a:t>
            </a:r>
            <a:r>
              <a:rPr dirty="0" sz="1500" spc="-2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database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14854428" y="5568696"/>
            <a:ext cx="109855" cy="1975485"/>
            <a:chOff x="14854428" y="5568696"/>
            <a:chExt cx="109855" cy="1975485"/>
          </a:xfrm>
        </p:grpSpPr>
        <p:pic>
          <p:nvPicPr>
            <p:cNvPr id="75" name="object 7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54428" y="5568696"/>
              <a:ext cx="109728" cy="10972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54428" y="6501384"/>
              <a:ext cx="109728" cy="109727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54428" y="7434072"/>
              <a:ext cx="109728" cy="109727"/>
            </a:xfrm>
            <a:prstGeom prst="rect">
              <a:avLst/>
            </a:prstGeom>
          </p:spPr>
        </p:pic>
      </p:grpSp>
      <p:sp>
        <p:nvSpPr>
          <p:cNvPr id="78" name="object 78"/>
          <p:cNvSpPr txBox="1"/>
          <p:nvPr/>
        </p:nvSpPr>
        <p:spPr>
          <a:xfrm>
            <a:off x="15074900" y="5520928"/>
            <a:ext cx="12299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40">
                <a:solidFill>
                  <a:srgbClr val="1F332F"/>
                </a:solidFill>
                <a:latin typeface="Calibri"/>
                <a:cs typeface="Calibri"/>
              </a:rPr>
              <a:t>Test</a:t>
            </a:r>
            <a:r>
              <a:rPr dirty="0" sz="1500" spc="-2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application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5074900" y="6406951"/>
            <a:ext cx="13512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Generate</a:t>
            </a:r>
            <a:r>
              <a:rPr dirty="0" sz="1500" spc="-4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reports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5074900" y="7386304"/>
            <a:ext cx="1859914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1F332F"/>
                </a:solidFill>
                <a:latin typeface="Calibri"/>
                <a:cs typeface="Calibri"/>
              </a:rPr>
              <a:t>Prepare</a:t>
            </a:r>
            <a:r>
              <a:rPr dirty="0" sz="1500" spc="-7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1F332F"/>
                </a:solidFill>
                <a:latin typeface="Calibri"/>
                <a:cs typeface="Calibri"/>
              </a:rPr>
              <a:t>documentation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80" y="1460197"/>
            <a:ext cx="172783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D98E3C"/>
                </a:solidFill>
                <a:latin typeface="Calibri"/>
                <a:cs typeface="Calibri"/>
              </a:rPr>
              <a:t>C</a:t>
            </a:r>
            <a:r>
              <a:rPr dirty="0" sz="1900" spc="-15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900" spc="215" b="1">
                <a:solidFill>
                  <a:srgbClr val="D98E3C"/>
                </a:solidFill>
                <a:latin typeface="Calibri"/>
                <a:cs typeface="Calibri"/>
              </a:rPr>
              <a:t>ONCL</a:t>
            </a:r>
            <a:r>
              <a:rPr dirty="0" sz="1900" spc="-180" b="1">
                <a:solidFill>
                  <a:srgbClr val="D98E3C"/>
                </a:solidFill>
                <a:latin typeface="Calibri"/>
                <a:cs typeface="Calibri"/>
              </a:rPr>
              <a:t> </a:t>
            </a:r>
            <a:r>
              <a:rPr dirty="0" sz="1900" spc="210" b="1">
                <a:solidFill>
                  <a:srgbClr val="D98E3C"/>
                </a:solidFill>
                <a:latin typeface="Calibri"/>
                <a:cs typeface="Calibri"/>
              </a:rPr>
              <a:t>USION 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84580" y="2230897"/>
            <a:ext cx="9046845" cy="16230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dirty="0" sz="4800">
                <a:latin typeface="Cambria"/>
                <a:cs typeface="Cambria"/>
              </a:rPr>
              <a:t>A</a:t>
            </a:r>
            <a:r>
              <a:rPr dirty="0" sz="4800" spc="-95">
                <a:latin typeface="Cambria"/>
                <a:cs typeface="Cambria"/>
              </a:rPr>
              <a:t> </a:t>
            </a:r>
            <a:r>
              <a:rPr dirty="0" sz="4800" spc="-10">
                <a:latin typeface="Cambria"/>
                <a:cs typeface="Cambria"/>
              </a:rPr>
              <a:t>centralized,</a:t>
            </a:r>
            <a:r>
              <a:rPr dirty="0" sz="4800" spc="-90">
                <a:latin typeface="Cambria"/>
                <a:cs typeface="Cambria"/>
              </a:rPr>
              <a:t> </a:t>
            </a:r>
            <a:r>
              <a:rPr dirty="0" sz="4800">
                <a:latin typeface="Cambria"/>
                <a:cs typeface="Cambria"/>
              </a:rPr>
              <a:t>structured</a:t>
            </a:r>
            <a:r>
              <a:rPr dirty="0" sz="4800" spc="-90">
                <a:latin typeface="Cambria"/>
                <a:cs typeface="Cambria"/>
              </a:rPr>
              <a:t> </a:t>
            </a:r>
            <a:r>
              <a:rPr dirty="0" sz="4800" spc="-10">
                <a:latin typeface="Cambria"/>
                <a:cs typeface="Cambria"/>
              </a:rPr>
              <a:t>system </a:t>
            </a:r>
            <a:r>
              <a:rPr dirty="0" sz="4800">
                <a:latin typeface="Cambria"/>
                <a:cs typeface="Cambria"/>
              </a:rPr>
              <a:t>for</a:t>
            </a:r>
            <a:r>
              <a:rPr dirty="0" sz="4800" spc="-10">
                <a:latin typeface="Cambria"/>
                <a:cs typeface="Cambria"/>
              </a:rPr>
              <a:t> </a:t>
            </a:r>
            <a:r>
              <a:rPr dirty="0" sz="4800">
                <a:latin typeface="Cambria"/>
                <a:cs typeface="Cambria"/>
              </a:rPr>
              <a:t>campus</a:t>
            </a:r>
            <a:r>
              <a:rPr dirty="0" sz="4800" spc="-10">
                <a:latin typeface="Cambria"/>
                <a:cs typeface="Cambria"/>
              </a:rPr>
              <a:t> recruitment</a:t>
            </a:r>
            <a:endParaRPr sz="48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81075" y="4381500"/>
            <a:ext cx="16287750" cy="2362200"/>
            <a:chOff x="981075" y="4381500"/>
            <a:chExt cx="16287750" cy="2362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1075" y="4381500"/>
              <a:ext cx="16287750" cy="23622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97281" y="4457700"/>
              <a:ext cx="16047719" cy="2125980"/>
            </a:xfrm>
            <a:custGeom>
              <a:avLst/>
              <a:gdLst/>
              <a:ahLst/>
              <a:cxnLst/>
              <a:rect l="l" t="t" r="r" b="b"/>
              <a:pathLst>
                <a:path w="16047719" h="2125979">
                  <a:moveTo>
                    <a:pt x="15888487" y="63"/>
                  </a:moveTo>
                  <a:lnTo>
                    <a:pt x="164591" y="0"/>
                  </a:lnTo>
                  <a:lnTo>
                    <a:pt x="121983" y="5588"/>
                  </a:lnTo>
                  <a:lnTo>
                    <a:pt x="77660" y="24803"/>
                  </a:lnTo>
                  <a:lnTo>
                    <a:pt x="40830" y="56057"/>
                  </a:lnTo>
                  <a:lnTo>
                    <a:pt x="14655" y="96659"/>
                  </a:lnTo>
                  <a:lnTo>
                    <a:pt x="1384" y="143103"/>
                  </a:lnTo>
                  <a:lnTo>
                    <a:pt x="0" y="1961388"/>
                  </a:lnTo>
                  <a:lnTo>
                    <a:pt x="330" y="1972157"/>
                  </a:lnTo>
                  <a:lnTo>
                    <a:pt x="10528" y="2019376"/>
                  </a:lnTo>
                  <a:lnTo>
                    <a:pt x="33997" y="2061603"/>
                  </a:lnTo>
                  <a:lnTo>
                    <a:pt x="68706" y="2095195"/>
                  </a:lnTo>
                  <a:lnTo>
                    <a:pt x="111683" y="2117267"/>
                  </a:lnTo>
                  <a:lnTo>
                    <a:pt x="159207" y="2125916"/>
                  </a:lnTo>
                  <a:lnTo>
                    <a:pt x="15883128" y="2125980"/>
                  </a:lnTo>
                  <a:lnTo>
                    <a:pt x="15893884" y="2125649"/>
                  </a:lnTo>
                  <a:lnTo>
                    <a:pt x="15943605" y="2114486"/>
                  </a:lnTo>
                  <a:lnTo>
                    <a:pt x="15985426" y="2090331"/>
                  </a:lnTo>
                  <a:lnTo>
                    <a:pt x="16016922" y="2057273"/>
                  </a:lnTo>
                  <a:lnTo>
                    <a:pt x="16038982" y="2014296"/>
                  </a:lnTo>
                  <a:lnTo>
                    <a:pt x="16047402" y="1972157"/>
                  </a:lnTo>
                  <a:lnTo>
                    <a:pt x="16047720" y="164592"/>
                  </a:lnTo>
                  <a:lnTo>
                    <a:pt x="16047402" y="153822"/>
                  </a:lnTo>
                  <a:lnTo>
                    <a:pt x="16037204" y="106603"/>
                  </a:lnTo>
                  <a:lnTo>
                    <a:pt x="16013747" y="64376"/>
                  </a:lnTo>
                  <a:lnTo>
                    <a:pt x="15978974" y="30784"/>
                  </a:lnTo>
                  <a:lnTo>
                    <a:pt x="15936023" y="8712"/>
                  </a:lnTo>
                  <a:lnTo>
                    <a:pt x="15888487" y="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564639" y="5045067"/>
            <a:ext cx="14333855" cy="8680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1600"/>
              </a:lnSpc>
              <a:spcBef>
                <a:spcPts val="100"/>
              </a:spcBef>
            </a:pPr>
            <a:r>
              <a:rPr dirty="0" sz="2100">
                <a:solidFill>
                  <a:srgbClr val="1F332F"/>
                </a:solidFill>
                <a:latin typeface="Calibri"/>
                <a:cs typeface="Calibri"/>
              </a:rPr>
              <a:t>The</a:t>
            </a:r>
            <a:r>
              <a:rPr dirty="0" sz="2100" spc="-5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F332F"/>
                </a:solidFill>
                <a:latin typeface="Calibri"/>
                <a:cs typeface="Calibri"/>
              </a:rPr>
              <a:t>Campus</a:t>
            </a:r>
            <a:r>
              <a:rPr dirty="0" sz="2100" spc="-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F332F"/>
                </a:solidFill>
                <a:latin typeface="Calibri"/>
                <a:cs typeface="Calibri"/>
              </a:rPr>
              <a:t>Placement</a:t>
            </a:r>
            <a:r>
              <a:rPr dirty="0" sz="2100" spc="-5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F332F"/>
                </a:solidFill>
                <a:latin typeface="Calibri"/>
                <a:cs typeface="Calibri"/>
              </a:rPr>
              <a:t>and</a:t>
            </a:r>
            <a:r>
              <a:rPr dirty="0" sz="2100" spc="-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F332F"/>
                </a:solidFill>
                <a:latin typeface="Calibri"/>
                <a:cs typeface="Calibri"/>
              </a:rPr>
              <a:t>Recruitment</a:t>
            </a:r>
            <a:r>
              <a:rPr dirty="0" sz="2100" spc="-5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F332F"/>
                </a:solidFill>
                <a:latin typeface="Calibri"/>
                <a:cs typeface="Calibri"/>
              </a:rPr>
              <a:t>Drive</a:t>
            </a:r>
            <a:r>
              <a:rPr dirty="0" sz="2100" spc="-5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F332F"/>
                </a:solidFill>
                <a:latin typeface="Calibri"/>
                <a:cs typeface="Calibri"/>
              </a:rPr>
              <a:t>Management</a:t>
            </a:r>
            <a:r>
              <a:rPr dirty="0" sz="2100" spc="-5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F332F"/>
                </a:solidFill>
                <a:latin typeface="Calibri"/>
                <a:cs typeface="Calibri"/>
              </a:rPr>
              <a:t>System</a:t>
            </a:r>
            <a:r>
              <a:rPr dirty="0" sz="2100" spc="-5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F332F"/>
                </a:solidFill>
                <a:latin typeface="Calibri"/>
                <a:cs typeface="Calibri"/>
              </a:rPr>
              <a:t>reduces</a:t>
            </a:r>
            <a:r>
              <a:rPr dirty="0" sz="2100" spc="-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F332F"/>
                </a:solidFill>
                <a:latin typeface="Calibri"/>
                <a:cs typeface="Calibri"/>
              </a:rPr>
              <a:t>manual</a:t>
            </a:r>
            <a:r>
              <a:rPr dirty="0" sz="2100" spc="-5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F332F"/>
                </a:solidFill>
                <a:latin typeface="Calibri"/>
                <a:cs typeface="Calibri"/>
              </a:rPr>
              <a:t>work,</a:t>
            </a:r>
            <a:r>
              <a:rPr dirty="0" sz="2100" spc="-5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F332F"/>
                </a:solidFill>
                <a:latin typeface="Calibri"/>
                <a:cs typeface="Calibri"/>
              </a:rPr>
              <a:t>improves</a:t>
            </a:r>
            <a:r>
              <a:rPr dirty="0" sz="2100" spc="-5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F332F"/>
                </a:solidFill>
                <a:latin typeface="Calibri"/>
                <a:cs typeface="Calibri"/>
              </a:rPr>
              <a:t>data</a:t>
            </a:r>
            <a:r>
              <a:rPr dirty="0" sz="2100" spc="-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 spc="-25">
                <a:solidFill>
                  <a:srgbClr val="1F332F"/>
                </a:solidFill>
                <a:latin typeface="Calibri"/>
                <a:cs typeface="Calibri"/>
              </a:rPr>
              <a:t>consistency,</a:t>
            </a:r>
            <a:r>
              <a:rPr dirty="0" sz="2100" spc="-5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F332F"/>
                </a:solidFill>
                <a:latin typeface="Calibri"/>
                <a:cs typeface="Calibri"/>
              </a:rPr>
              <a:t>helps</a:t>
            </a:r>
            <a:r>
              <a:rPr dirty="0" sz="2100" spc="-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F332F"/>
                </a:solidFill>
                <a:latin typeface="Calibri"/>
                <a:cs typeface="Calibri"/>
              </a:rPr>
              <a:t>identify </a:t>
            </a:r>
            <a:r>
              <a:rPr dirty="0" sz="2100">
                <a:solidFill>
                  <a:srgbClr val="1F332F"/>
                </a:solidFill>
                <a:latin typeface="Calibri"/>
                <a:cs typeface="Calibri"/>
              </a:rPr>
              <a:t>eligible</a:t>
            </a:r>
            <a:r>
              <a:rPr dirty="0" sz="2100" spc="-5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F332F"/>
                </a:solidFill>
                <a:latin typeface="Calibri"/>
                <a:cs typeface="Calibri"/>
              </a:rPr>
              <a:t>students</a:t>
            </a:r>
            <a:r>
              <a:rPr dirty="0" sz="2100" spc="-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F332F"/>
                </a:solidFill>
                <a:latin typeface="Calibri"/>
                <a:cs typeface="Calibri"/>
              </a:rPr>
              <a:t>and</a:t>
            </a:r>
            <a:r>
              <a:rPr dirty="0" sz="2100" spc="-5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F332F"/>
                </a:solidFill>
                <a:latin typeface="Calibri"/>
                <a:cs typeface="Calibri"/>
              </a:rPr>
              <a:t>makes</a:t>
            </a:r>
            <a:r>
              <a:rPr dirty="0" sz="2100" spc="-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F332F"/>
                </a:solidFill>
                <a:latin typeface="Calibri"/>
                <a:cs typeface="Calibri"/>
              </a:rPr>
              <a:t>placement</a:t>
            </a:r>
            <a:r>
              <a:rPr dirty="0" sz="2100" spc="-55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F332F"/>
                </a:solidFill>
                <a:latin typeface="Calibri"/>
                <a:cs typeface="Calibri"/>
              </a:rPr>
              <a:t>information</a:t>
            </a:r>
            <a:r>
              <a:rPr dirty="0" sz="2100" spc="-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F332F"/>
                </a:solidFill>
                <a:latin typeface="Calibri"/>
                <a:cs typeface="Calibri"/>
              </a:rPr>
              <a:t>easier</a:t>
            </a:r>
            <a:r>
              <a:rPr dirty="0" sz="2100" spc="-5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F332F"/>
                </a:solidFill>
                <a:latin typeface="Calibri"/>
                <a:cs typeface="Calibri"/>
              </a:rPr>
              <a:t>to</a:t>
            </a:r>
            <a:r>
              <a:rPr dirty="0" sz="2100" spc="-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F332F"/>
                </a:solidFill>
                <a:latin typeface="Calibri"/>
                <a:cs typeface="Calibri"/>
              </a:rPr>
              <a:t>manage</a:t>
            </a:r>
            <a:r>
              <a:rPr dirty="0" sz="2100" spc="-5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>
                <a:solidFill>
                  <a:srgbClr val="1F332F"/>
                </a:solidFill>
                <a:latin typeface="Calibri"/>
                <a:cs typeface="Calibri"/>
              </a:rPr>
              <a:t>and</a:t>
            </a:r>
            <a:r>
              <a:rPr dirty="0" sz="2100" spc="-6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100" spc="-10">
                <a:solidFill>
                  <a:srgbClr val="1F332F"/>
                </a:solidFill>
                <a:latin typeface="Calibri"/>
                <a:cs typeface="Calibri"/>
              </a:rPr>
              <a:t>retrieve.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4580" y="7466321"/>
            <a:ext cx="4591685" cy="1435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b="1">
                <a:solidFill>
                  <a:srgbClr val="1B4A4A"/>
                </a:solidFill>
                <a:latin typeface="Cambria"/>
                <a:cs typeface="Cambria"/>
              </a:rPr>
              <a:t>Thank</a:t>
            </a:r>
            <a:r>
              <a:rPr dirty="0" sz="5400" spc="-165" b="1">
                <a:solidFill>
                  <a:srgbClr val="1B4A4A"/>
                </a:solidFill>
                <a:latin typeface="Cambria"/>
                <a:cs typeface="Cambria"/>
              </a:rPr>
              <a:t> </a:t>
            </a:r>
            <a:r>
              <a:rPr dirty="0" sz="5400" spc="-25" b="1">
                <a:solidFill>
                  <a:srgbClr val="1B4A4A"/>
                </a:solidFill>
                <a:latin typeface="Cambria"/>
                <a:cs typeface="Cambria"/>
              </a:rPr>
              <a:t>You</a:t>
            </a:r>
            <a:endParaRPr sz="5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460"/>
              </a:spcBef>
            </a:pPr>
            <a:r>
              <a:rPr dirty="0" sz="1800" spc="-10">
                <a:solidFill>
                  <a:srgbClr val="5C7A70"/>
                </a:solidFill>
                <a:latin typeface="Calibri"/>
                <a:cs typeface="Calibri"/>
              </a:rPr>
              <a:t>Farhan</a:t>
            </a:r>
            <a:r>
              <a:rPr dirty="0" sz="1800" spc="-20">
                <a:solidFill>
                  <a:srgbClr val="5C7A7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C7A70"/>
                </a:solidFill>
                <a:latin typeface="Calibri"/>
                <a:cs typeface="Calibri"/>
              </a:rPr>
              <a:t>Ansari</a:t>
            </a:r>
            <a:r>
              <a:rPr dirty="0" sz="1800" spc="375">
                <a:solidFill>
                  <a:srgbClr val="5C7A7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C7A70"/>
                </a:solidFill>
                <a:latin typeface="Calibri"/>
                <a:cs typeface="Calibri"/>
              </a:rPr>
              <a:t>•</a:t>
            </a:r>
            <a:r>
              <a:rPr dirty="0" sz="1800" spc="380">
                <a:solidFill>
                  <a:srgbClr val="5C7A7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C7A70"/>
                </a:solidFill>
                <a:latin typeface="Calibri"/>
                <a:cs typeface="Calibri"/>
              </a:rPr>
              <a:t>AIML</a:t>
            </a:r>
            <a:r>
              <a:rPr dirty="0" sz="1800" spc="-20">
                <a:solidFill>
                  <a:srgbClr val="5C7A7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C7A70"/>
                </a:solidFill>
                <a:latin typeface="Calibri"/>
                <a:cs typeface="Calibri"/>
              </a:rPr>
              <a:t>RHINOS</a:t>
            </a:r>
            <a:r>
              <a:rPr dirty="0" sz="1800" spc="380">
                <a:solidFill>
                  <a:srgbClr val="5C7A7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C7A70"/>
                </a:solidFill>
                <a:latin typeface="Calibri"/>
                <a:cs typeface="Calibri"/>
              </a:rPr>
              <a:t>•</a:t>
            </a:r>
            <a:r>
              <a:rPr dirty="0" sz="1800" spc="375">
                <a:solidFill>
                  <a:srgbClr val="5C7A7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5C7A70"/>
                </a:solidFill>
                <a:latin typeface="Calibri"/>
                <a:cs typeface="Calibri"/>
              </a:rPr>
              <a:t>25WU0102074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2026-09-07T18:05:16Z</dcterms:created>
  <dcterms:modified xsi:type="dcterms:W3CDTF">2026-09-07T18:05:16Z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v10.0.19912.1</vt:lpwstr>
  </property>
  <property fmtid="{D5CDD505-2E9C-101B-9397-08002B2CF9AE}" pid="3" name="Created">
    <vt:filetime>2026-09-07T00:00:00Z</vt:filetime>
  </property>
  <property fmtid="{D5CDD505-2E9C-101B-9397-08002B2CF9AE}" pid="4" name="CreationClient">
    <vt:lpwstr>pptx-direct-import</vt:lpwstr>
  </property>
  <property fmtid="{D5CDD505-2E9C-101B-9397-08002B2CF9AE}" pid="5" name="Creator">
    <vt:lpwstr>Adobe Express</vt:lpwstr>
  </property>
  <property fmtid="{D5CDD505-2E9C-101B-9397-08002B2CF9AE}" pid="6" name="LastSaved">
    <vt:filetime>2026-09-07T00:00:00Z</vt:filetime>
  </property>
  <property fmtid="{D5CDD505-2E9C-101B-9397-08002B2CF9AE}" pid="7" name="Producer">
    <vt:lpwstr>Adobe Express</vt:lpwstr>
  </property>
</Properties>
</file>